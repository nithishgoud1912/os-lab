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33"/>
  </p:notes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387" r:id="rId10"/>
    <p:sldId id="388" r:id="rId11"/>
    <p:sldId id="389" r:id="rId12"/>
    <p:sldId id="390" r:id="rId13"/>
    <p:sldId id="391" r:id="rId14"/>
    <p:sldId id="392" r:id="rId15"/>
    <p:sldId id="393" r:id="rId16"/>
    <p:sldId id="394" r:id="rId17"/>
    <p:sldId id="395" r:id="rId18"/>
    <p:sldId id="397" r:id="rId19"/>
    <p:sldId id="398" r:id="rId20"/>
    <p:sldId id="399" r:id="rId21"/>
    <p:sldId id="400" r:id="rId22"/>
    <p:sldId id="401" r:id="rId23"/>
    <p:sldId id="402" r:id="rId24"/>
    <p:sldId id="403" r:id="rId25"/>
    <p:sldId id="266" r:id="rId26"/>
    <p:sldId id="267" r:id="rId27"/>
    <p:sldId id="268" r:id="rId28"/>
    <p:sldId id="269" r:id="rId29"/>
    <p:sldId id="270" r:id="rId30"/>
    <p:sldId id="271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44" r:id="rId87"/>
    <p:sldId id="345" r:id="rId88"/>
    <p:sldId id="346" r:id="rId89"/>
    <p:sldId id="347" r:id="rId90"/>
    <p:sldId id="348" r:id="rId91"/>
    <p:sldId id="349" r:id="rId92"/>
    <p:sldId id="350" r:id="rId93"/>
    <p:sldId id="351" r:id="rId94"/>
    <p:sldId id="352" r:id="rId95"/>
    <p:sldId id="353" r:id="rId96"/>
    <p:sldId id="354" r:id="rId97"/>
    <p:sldId id="355" r:id="rId98"/>
    <p:sldId id="356" r:id="rId99"/>
    <p:sldId id="357" r:id="rId100"/>
    <p:sldId id="358" r:id="rId101"/>
    <p:sldId id="359" r:id="rId102"/>
    <p:sldId id="360" r:id="rId103"/>
    <p:sldId id="361" r:id="rId104"/>
    <p:sldId id="362" r:id="rId105"/>
    <p:sldId id="363" r:id="rId106"/>
    <p:sldId id="364" r:id="rId107"/>
    <p:sldId id="365" r:id="rId108"/>
    <p:sldId id="366" r:id="rId109"/>
    <p:sldId id="367" r:id="rId110"/>
    <p:sldId id="368" r:id="rId111"/>
    <p:sldId id="369" r:id="rId112"/>
    <p:sldId id="370" r:id="rId113"/>
    <p:sldId id="371" r:id="rId114"/>
    <p:sldId id="372" r:id="rId115"/>
    <p:sldId id="373" r:id="rId116"/>
    <p:sldId id="374" r:id="rId117"/>
    <p:sldId id="375" r:id="rId118"/>
    <p:sldId id="376" r:id="rId119"/>
    <p:sldId id="377" r:id="rId120"/>
    <p:sldId id="379" r:id="rId121"/>
    <p:sldId id="380" r:id="rId122"/>
    <p:sldId id="381" r:id="rId123"/>
    <p:sldId id="382" r:id="rId124"/>
    <p:sldId id="383" r:id="rId125"/>
    <p:sldId id="384" r:id="rId126"/>
    <p:sldId id="385" r:id="rId127"/>
    <p:sldId id="386" r:id="rId128"/>
    <p:sldId id="404" r:id="rId129"/>
    <p:sldId id="405" r:id="rId130"/>
    <p:sldId id="406" r:id="rId131"/>
    <p:sldId id="407" r:id="rId1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99" autoAdjust="0"/>
  </p:normalViewPr>
  <p:slideViewPr>
    <p:cSldViewPr snapToGrid="0">
      <p:cViewPr varScale="1">
        <p:scale>
          <a:sx n="64" d="100"/>
          <a:sy n="64" d="100"/>
        </p:scale>
        <p:origin x="7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944D02-D9C0-4E2E-848E-59C1DD97A430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07D32C-4F27-4EC3-9DA0-FD31975C2F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29334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6132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746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389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766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6094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5336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42409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02531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4194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781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6344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25011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9881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2062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38744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0274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8750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722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xmlns="" id="{83C32EC1-15D6-4CCA-A754-BC02C555D8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anose="020B0604020202020204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anose="020B0604020202020204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anose="020B0604020202020204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anose="020B0604020202020204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anose="020B0604020202020204" pitchFamily="34" charset="0"/>
              </a:defRPr>
            </a:lvl9pPr>
          </a:lstStyle>
          <a:p>
            <a:fld id="{1041D66B-AB66-47F1-B651-34AD67912EEA}" type="slidenum">
              <a:rPr kumimoji="0" lang="en-US" altLang="en-US" b="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52</a:t>
            </a:fld>
            <a:endParaRPr kumimoji="0" lang="en-US" altLang="en-US" b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xmlns="" id="{DB9044A3-561D-47D1-A21A-0B97D6979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xmlns="" id="{A9D1EF0B-C90F-4E38-BC13-3FF8F9A5DE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5942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xmlns="" id="{B8301404-D876-4FA9-9859-EB43354FAF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xmlns="" id="{EB83674B-F150-4C3E-831A-26B553169A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5524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xmlns="" id="{34F8BBD9-185E-425D-9763-2A1219F950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xmlns="" id="{C11B4F24-2CE2-4D89-BDF4-88019FD32B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004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xmlns="" id="{8254272E-8B5C-40B4-A4EA-B3AC215586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xmlns="" id="{9D1E1BBA-BF49-429D-819D-3CEAF021F7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0722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xmlns="" id="{8239251B-FC33-4D40-B148-0129E1B72A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xmlns="" id="{17AC1CC3-87E4-46BB-A172-67B5A6F5F1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807957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xmlns="" id="{9012D2EB-E5CC-432C-AA35-77EFC9F894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xmlns="" id="{03456285-A128-4E7C-BB44-15A078AAE0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12260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xmlns="" id="{0D856385-0064-4BB9-8988-5686214725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xmlns="" id="{889C8C6F-0009-4DC3-B43A-17955C7C8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6783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xmlns="" id="{B49629EB-AB81-479E-8FE7-E7DEFE8390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xmlns="" id="{F6953B83-564C-41A0-B89B-0BB8D611BF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45222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>
            <a:extLst>
              <a:ext uri="{FF2B5EF4-FFF2-40B4-BE49-F238E27FC236}">
                <a16:creationId xmlns:a16="http://schemas.microsoft.com/office/drawing/2014/main" xmlns="" id="{99320A21-45B3-4D4F-B9F5-FC693444B4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2284F21-9F1A-4F22-8037-297481AD2DC1}" type="slidenum">
              <a:rPr lang="en-US" altLang="en-US" smtClean="0">
                <a:latin typeface="Times New Roman" panose="02020603050405020304" pitchFamily="18" charset="0"/>
              </a:rPr>
              <a:pPr/>
              <a:t>127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0" name="Rectangle 2">
            <a:extLst>
              <a:ext uri="{FF2B5EF4-FFF2-40B4-BE49-F238E27FC236}">
                <a16:creationId xmlns:a16="http://schemas.microsoft.com/office/drawing/2014/main" xmlns="" id="{2803AA6F-012E-4DAD-92CC-4E73922564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xmlns="" id="{E5ACDDC3-7FDA-4C42-9ED7-C40439660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358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12216-B5A6-4BE3-8E49-6CB45AF6289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521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12216-B5A6-4BE3-8E49-6CB45AF6289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544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12216-B5A6-4BE3-8E49-6CB45AF6289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301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12216-B5A6-4BE3-8E49-6CB45AF6289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78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12216-B5A6-4BE3-8E49-6CB45AF6289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8595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12216-B5A6-4BE3-8E49-6CB45AF6289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6082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12216-B5A6-4BE3-8E49-6CB45AF6289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60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12216-B5A6-4BE3-8E49-6CB45AF6289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254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12216-B5A6-4BE3-8E49-6CB45AF6289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4068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12216-B5A6-4BE3-8E49-6CB45AF6289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020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12216-B5A6-4BE3-8E49-6CB45AF6289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102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12216-B5A6-4BE3-8E49-6CB45AF62893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0C6161-3EAA-4954-8C8E-6FCEFBCB1C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465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21.png"/><Relationship Id="rId16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8.jp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9" Type="http://schemas.openxmlformats.org/officeDocument/2006/relationships/image" Target="../media/image80.png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FF0000"/>
                </a:solidFill>
              </a:rPr>
              <a:t>Unit-2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FF0000"/>
                </a:solidFill>
              </a:rPr>
              <a:t>Process management: </a:t>
            </a:r>
            <a:r>
              <a:rPr lang="en-IN" dirty="0" smtClean="0"/>
              <a:t>Program vs. process, process states, Process Control Block (PCB), OS services and system calls (fork, wait, exec, </a:t>
            </a:r>
            <a:r>
              <a:rPr lang="en-IN" dirty="0" err="1" smtClean="0"/>
              <a:t>getpid</a:t>
            </a:r>
            <a:r>
              <a:rPr lang="en-IN" dirty="0" smtClean="0"/>
              <a:t>, </a:t>
            </a:r>
            <a:r>
              <a:rPr lang="en-IN" dirty="0" err="1" smtClean="0"/>
              <a:t>getppid</a:t>
            </a:r>
            <a:r>
              <a:rPr lang="en-IN" dirty="0" smtClean="0"/>
              <a:t> etc.), system calls vs. System programs, Process scheduling- Process context switching, scheduling algorithms, scheduling criteria.</a:t>
            </a:r>
          </a:p>
          <a:p>
            <a:r>
              <a:rPr lang="en-IN" dirty="0" smtClean="0">
                <a:solidFill>
                  <a:srgbClr val="FF0000"/>
                </a:solidFill>
              </a:rPr>
              <a:t>Inter Process Communication: </a:t>
            </a:r>
            <a:r>
              <a:rPr lang="en-IN" dirty="0" smtClean="0"/>
              <a:t>Linux IPC Mechanisms, RPC, RPC exception handling and Security issues.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5877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FF0000"/>
                </a:solidFill>
              </a:rPr>
              <a:t>Process Concept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 smtClean="0"/>
              <a:t>An operating system executes a variety of programs:</a:t>
            </a:r>
          </a:p>
          <a:p>
            <a:pPr lvl="1"/>
            <a:r>
              <a:rPr lang="en-US" altLang="en-US" dirty="0" smtClean="0"/>
              <a:t>Batch system – </a:t>
            </a:r>
            <a:r>
              <a:rPr lang="en-US" altLang="en-US" b="1" dirty="0" smtClean="0">
                <a:solidFill>
                  <a:srgbClr val="3366FF"/>
                </a:solidFill>
              </a:rPr>
              <a:t>jobs</a:t>
            </a:r>
          </a:p>
          <a:p>
            <a:pPr lvl="1"/>
            <a:r>
              <a:rPr lang="en-US" altLang="en-US" dirty="0" smtClean="0"/>
              <a:t>Time-shared systems – </a:t>
            </a:r>
            <a:r>
              <a:rPr lang="en-US" altLang="en-US" b="1" dirty="0" smtClean="0">
                <a:solidFill>
                  <a:srgbClr val="3366FF"/>
                </a:solidFill>
              </a:rPr>
              <a:t>user programs </a:t>
            </a:r>
            <a:r>
              <a:rPr lang="en-US" altLang="en-US" dirty="0" smtClean="0"/>
              <a:t>or </a:t>
            </a:r>
            <a:r>
              <a:rPr lang="en-US" altLang="en-US" b="1" dirty="0" smtClean="0">
                <a:solidFill>
                  <a:srgbClr val="3366FF"/>
                </a:solidFill>
              </a:rPr>
              <a:t>tasks</a:t>
            </a:r>
            <a:endParaRPr lang="en-US" altLang="en-US" dirty="0" smtClean="0"/>
          </a:p>
          <a:p>
            <a:r>
              <a:rPr lang="en-US" altLang="en-US" b="1" dirty="0" smtClean="0">
                <a:solidFill>
                  <a:srgbClr val="3366FF"/>
                </a:solidFill>
              </a:rPr>
              <a:t>Process</a:t>
            </a:r>
            <a:r>
              <a:rPr lang="en-US" altLang="en-US" dirty="0" smtClean="0"/>
              <a:t> – a program in execution; process execution must progress in sequential fashion</a:t>
            </a:r>
          </a:p>
          <a:p>
            <a:r>
              <a:rPr lang="en-US" altLang="en-US" dirty="0" smtClean="0"/>
              <a:t>Multiple parts</a:t>
            </a:r>
          </a:p>
          <a:p>
            <a:pPr lvl="1"/>
            <a:r>
              <a:rPr lang="en-US" altLang="en-US" dirty="0" smtClean="0"/>
              <a:t>The program code, also called </a:t>
            </a:r>
            <a:r>
              <a:rPr lang="en-US" altLang="en-US" b="1" dirty="0" smtClean="0">
                <a:solidFill>
                  <a:srgbClr val="3366FF"/>
                </a:solidFill>
              </a:rPr>
              <a:t>text section</a:t>
            </a:r>
          </a:p>
          <a:p>
            <a:pPr lvl="1"/>
            <a:r>
              <a:rPr lang="en-US" altLang="en-US" dirty="0" smtClean="0"/>
              <a:t>Current activity including</a:t>
            </a:r>
            <a:r>
              <a:rPr lang="en-US" altLang="en-US" b="1" dirty="0" smtClean="0">
                <a:solidFill>
                  <a:srgbClr val="3366FF"/>
                </a:solidFill>
              </a:rPr>
              <a:t> program</a:t>
            </a:r>
            <a:r>
              <a:rPr lang="en-US" altLang="en-US" b="1" dirty="0" smtClean="0"/>
              <a:t> </a:t>
            </a:r>
            <a:r>
              <a:rPr lang="en-US" altLang="en-US" b="1" dirty="0" smtClean="0">
                <a:solidFill>
                  <a:srgbClr val="3366FF"/>
                </a:solidFill>
              </a:rPr>
              <a:t>counter</a:t>
            </a:r>
            <a:r>
              <a:rPr lang="en-US" altLang="en-US" dirty="0" smtClean="0"/>
              <a:t>, processor registers</a:t>
            </a:r>
          </a:p>
          <a:p>
            <a:pPr lvl="1"/>
            <a:r>
              <a:rPr lang="en-US" altLang="en-US" b="1" dirty="0" smtClean="0">
                <a:solidFill>
                  <a:srgbClr val="3366FF"/>
                </a:solidFill>
              </a:rPr>
              <a:t>Stack</a:t>
            </a:r>
            <a:r>
              <a:rPr lang="en-US" altLang="en-US" b="1" dirty="0" smtClean="0"/>
              <a:t> </a:t>
            </a:r>
            <a:r>
              <a:rPr lang="en-US" altLang="en-US" dirty="0" smtClean="0"/>
              <a:t>containing temporary data</a:t>
            </a:r>
          </a:p>
          <a:p>
            <a:pPr lvl="2"/>
            <a:r>
              <a:rPr lang="en-US" altLang="en-US" dirty="0" smtClean="0"/>
              <a:t>Function parameters, return addresses, local variables</a:t>
            </a:r>
          </a:p>
          <a:p>
            <a:pPr lvl="1"/>
            <a:r>
              <a:rPr lang="en-US" altLang="en-US" b="1" dirty="0" smtClean="0">
                <a:solidFill>
                  <a:srgbClr val="3366FF"/>
                </a:solidFill>
              </a:rPr>
              <a:t>Data section</a:t>
            </a:r>
            <a:r>
              <a:rPr lang="en-US" altLang="en-US" b="1" dirty="0" smtClean="0"/>
              <a:t> </a:t>
            </a:r>
            <a:r>
              <a:rPr lang="en-US" altLang="en-US" dirty="0" smtClean="0"/>
              <a:t>containing global variables</a:t>
            </a:r>
          </a:p>
          <a:p>
            <a:pPr lvl="1"/>
            <a:r>
              <a:rPr lang="en-US" altLang="en-US" b="1" dirty="0" smtClean="0">
                <a:solidFill>
                  <a:srgbClr val="3366FF"/>
                </a:solidFill>
              </a:rPr>
              <a:t>Heap</a:t>
            </a:r>
            <a:r>
              <a:rPr lang="en-US" altLang="en-US" b="1" dirty="0" smtClean="0"/>
              <a:t> </a:t>
            </a:r>
            <a:r>
              <a:rPr lang="en-US" altLang="en-US" dirty="0" smtClean="0"/>
              <a:t>containing memory dynamically allocated during run time</a:t>
            </a:r>
          </a:p>
        </p:txBody>
      </p:sp>
    </p:spTree>
    <p:extLst>
      <p:ext uri="{BB962C8B-B14F-4D97-AF65-F5344CB8AC3E}">
        <p14:creationId xmlns:p14="http://schemas.microsoft.com/office/powerpoint/2010/main" val="505883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100388" y="155576"/>
            <a:ext cx="6107112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Process Concept (Cont.)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1406013" y="1041401"/>
            <a:ext cx="9930581" cy="4786313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Program is </a:t>
            </a:r>
            <a:r>
              <a:rPr lang="en-US" altLang="en-US" b="1" i="1" dirty="0" smtClean="0"/>
              <a:t>passive</a:t>
            </a:r>
            <a:r>
              <a:rPr lang="en-US" altLang="en-US" dirty="0" smtClean="0"/>
              <a:t> entity stored on disk (</a:t>
            </a:r>
            <a:r>
              <a:rPr lang="en-US" altLang="en-US" b="1" dirty="0" smtClean="0">
                <a:solidFill>
                  <a:srgbClr val="3366FF"/>
                </a:solidFill>
              </a:rPr>
              <a:t>executable file</a:t>
            </a:r>
            <a:r>
              <a:rPr lang="en-US" altLang="en-US" dirty="0" smtClean="0"/>
              <a:t>), process is </a:t>
            </a:r>
            <a:r>
              <a:rPr lang="en-US" altLang="en-US" b="1" i="1" dirty="0" smtClean="0"/>
              <a:t>active </a:t>
            </a:r>
          </a:p>
          <a:p>
            <a:pPr lvl="1" eaLnBrk="1" hangingPunct="1"/>
            <a:r>
              <a:rPr lang="en-US" altLang="en-US" dirty="0" smtClean="0"/>
              <a:t>Program becomes process when executable file loaded into memory</a:t>
            </a:r>
          </a:p>
          <a:p>
            <a:pPr eaLnBrk="1" hangingPunct="1"/>
            <a:r>
              <a:rPr lang="en-US" altLang="en-US" dirty="0" smtClean="0"/>
              <a:t>Execution of program started via GUI mouse clicks, command line entry of its name, </a:t>
            </a:r>
            <a:r>
              <a:rPr lang="en-US" altLang="en-US" dirty="0" err="1" smtClean="0"/>
              <a:t>etc</a:t>
            </a:r>
            <a:endParaRPr lang="en-US" altLang="en-US" dirty="0" smtClean="0"/>
          </a:p>
          <a:p>
            <a:pPr eaLnBrk="1" hangingPunct="1">
              <a:buFont typeface="Monotype Sorts" pitchFamily="-84" charset="2"/>
              <a:buNone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61075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6668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Process in Memory</a:t>
            </a:r>
          </a:p>
        </p:txBody>
      </p:sp>
      <p:pic>
        <p:nvPicPr>
          <p:cNvPr id="1126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4026" y="1254125"/>
            <a:ext cx="2911475" cy="459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6715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884489" y="182563"/>
            <a:ext cx="625157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Process State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629266" y="1246189"/>
            <a:ext cx="10481186" cy="480065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200000"/>
              </a:lnSpc>
            </a:pPr>
            <a:r>
              <a:rPr lang="en-US" altLang="en-US" dirty="0" smtClean="0"/>
              <a:t>As a process executes, it changes </a:t>
            </a:r>
            <a:r>
              <a:rPr lang="en-US" altLang="en-US" b="1" dirty="0" smtClean="0">
                <a:solidFill>
                  <a:srgbClr val="3366FF"/>
                </a:solidFill>
              </a:rPr>
              <a:t>state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 b="1" dirty="0" smtClean="0">
                <a:solidFill>
                  <a:srgbClr val="FF0000"/>
                </a:solidFill>
              </a:rPr>
              <a:t>new</a:t>
            </a:r>
            <a:r>
              <a:rPr lang="en-US" altLang="en-US" dirty="0" smtClean="0">
                <a:solidFill>
                  <a:srgbClr val="FF0000"/>
                </a:solidFill>
              </a:rPr>
              <a:t>:  </a:t>
            </a:r>
            <a:r>
              <a:rPr lang="en-US" altLang="en-US" dirty="0" smtClean="0"/>
              <a:t>The process is being created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 b="1" dirty="0" smtClean="0">
                <a:solidFill>
                  <a:srgbClr val="FF0000"/>
                </a:solidFill>
              </a:rPr>
              <a:t>running</a:t>
            </a:r>
            <a:r>
              <a:rPr lang="en-US" altLang="en-US" dirty="0" smtClean="0">
                <a:solidFill>
                  <a:srgbClr val="FF0000"/>
                </a:solidFill>
              </a:rPr>
              <a:t>:  </a:t>
            </a:r>
            <a:r>
              <a:rPr lang="en-US" altLang="en-US" dirty="0" smtClean="0"/>
              <a:t>Instructions are being executed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 b="1" dirty="0" smtClean="0">
                <a:solidFill>
                  <a:srgbClr val="FF0000"/>
                </a:solidFill>
              </a:rPr>
              <a:t>waiting</a:t>
            </a:r>
            <a:r>
              <a:rPr lang="en-US" altLang="en-US" dirty="0" smtClean="0">
                <a:solidFill>
                  <a:srgbClr val="FF0000"/>
                </a:solidFill>
              </a:rPr>
              <a:t>:</a:t>
            </a:r>
            <a:r>
              <a:rPr lang="en-US" altLang="en-US" dirty="0" smtClean="0"/>
              <a:t>  The process is waiting for some event to occur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 b="1" dirty="0" smtClean="0">
                <a:solidFill>
                  <a:srgbClr val="FF0000"/>
                </a:solidFill>
              </a:rPr>
              <a:t>ready</a:t>
            </a:r>
            <a:r>
              <a:rPr lang="en-US" altLang="en-US" dirty="0" smtClean="0">
                <a:solidFill>
                  <a:srgbClr val="FF0000"/>
                </a:solidFill>
              </a:rPr>
              <a:t>:</a:t>
            </a:r>
            <a:r>
              <a:rPr lang="en-US" altLang="en-US" dirty="0" smtClean="0"/>
              <a:t>  The process is waiting to be assigned to a processor</a:t>
            </a:r>
          </a:p>
          <a:p>
            <a:pPr lvl="1" eaLnBrk="1" hangingPunct="1">
              <a:lnSpc>
                <a:spcPct val="200000"/>
              </a:lnSpc>
            </a:pPr>
            <a:r>
              <a:rPr lang="en-US" altLang="en-US" b="1" dirty="0" smtClean="0">
                <a:solidFill>
                  <a:srgbClr val="FF0000"/>
                </a:solidFill>
              </a:rPr>
              <a:t>terminated</a:t>
            </a:r>
            <a:r>
              <a:rPr lang="en-US" altLang="en-US" dirty="0" smtClean="0">
                <a:solidFill>
                  <a:srgbClr val="FF0000"/>
                </a:solidFill>
              </a:rPr>
              <a:t>:</a:t>
            </a:r>
            <a:r>
              <a:rPr lang="en-US" altLang="en-US" dirty="0" smtClean="0"/>
              <a:t>  The process has finished execution</a:t>
            </a:r>
          </a:p>
        </p:txBody>
      </p:sp>
    </p:spTree>
    <p:extLst>
      <p:ext uri="{BB962C8B-B14F-4D97-AF65-F5344CB8AC3E}">
        <p14:creationId xmlns:p14="http://schemas.microsoft.com/office/powerpoint/2010/main" val="2349848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63776" y="182563"/>
            <a:ext cx="79470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Diagram of Process State</a:t>
            </a:r>
          </a:p>
        </p:txBody>
      </p:sp>
      <p:pic>
        <p:nvPicPr>
          <p:cNvPr id="15363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4171" y="1671894"/>
            <a:ext cx="8184220" cy="3263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530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690814" y="136526"/>
            <a:ext cx="7519987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Process Control Block (PCB)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93291" y="1041401"/>
            <a:ext cx="8475406" cy="5172586"/>
          </a:xfrm>
        </p:spPr>
        <p:txBody>
          <a:bodyPr rtlCol="0">
            <a:normAutofit fontScale="92500" lnSpcReduction="10000"/>
          </a:bodyPr>
          <a:lstStyle/>
          <a:p>
            <a:pPr>
              <a:buNone/>
              <a:defRPr/>
            </a:pPr>
            <a:r>
              <a:rPr lang="en-US" altLang="en-US" dirty="0"/>
              <a:t>Information associated with each process </a:t>
            </a:r>
          </a:p>
          <a:p>
            <a:pPr>
              <a:buNone/>
              <a:defRPr/>
            </a:pPr>
            <a:r>
              <a:rPr lang="en-US" altLang="en-US" dirty="0"/>
              <a:t>(also called </a:t>
            </a:r>
            <a:r>
              <a:rPr lang="en-US" altLang="en-US" b="1" dirty="0">
                <a:solidFill>
                  <a:srgbClr val="3366FF"/>
                </a:solidFill>
              </a:rPr>
              <a:t>task control block</a:t>
            </a:r>
            <a:r>
              <a:rPr lang="en-US" altLang="en-US" dirty="0"/>
              <a:t>)</a:t>
            </a:r>
          </a:p>
          <a:p>
            <a:pPr>
              <a:defRPr/>
            </a:pPr>
            <a:r>
              <a:rPr lang="en-US" altLang="en-US" dirty="0">
                <a:solidFill>
                  <a:srgbClr val="FF0000"/>
                </a:solidFill>
              </a:rPr>
              <a:t>Process state </a:t>
            </a:r>
            <a:r>
              <a:rPr lang="en-US" altLang="en-US" dirty="0"/>
              <a:t>– running, waiting,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>
              <a:defRPr/>
            </a:pPr>
            <a:r>
              <a:rPr lang="en-US" altLang="en-US" dirty="0">
                <a:solidFill>
                  <a:srgbClr val="FF0000"/>
                </a:solidFill>
              </a:rPr>
              <a:t>Program counter </a:t>
            </a:r>
            <a:r>
              <a:rPr lang="en-US" altLang="en-US" dirty="0"/>
              <a:t>– location of instruction to next execute</a:t>
            </a:r>
          </a:p>
          <a:p>
            <a:pPr>
              <a:defRPr/>
            </a:pPr>
            <a:r>
              <a:rPr lang="en-US" altLang="en-US" dirty="0">
                <a:solidFill>
                  <a:srgbClr val="FF0000"/>
                </a:solidFill>
              </a:rPr>
              <a:t>CPU registers – </a:t>
            </a:r>
            <a:r>
              <a:rPr lang="en-US" altLang="en-US" dirty="0"/>
              <a:t>contents of all process-centric registers</a:t>
            </a:r>
          </a:p>
          <a:p>
            <a:pPr>
              <a:defRPr/>
            </a:pPr>
            <a:r>
              <a:rPr lang="en-US" altLang="en-US" dirty="0">
                <a:solidFill>
                  <a:srgbClr val="FF0000"/>
                </a:solidFill>
              </a:rPr>
              <a:t>CPU scheduling information- </a:t>
            </a:r>
            <a:r>
              <a:rPr lang="en-US" altLang="en-US" dirty="0"/>
              <a:t>priorities, scheduling queue pointers</a:t>
            </a:r>
          </a:p>
          <a:p>
            <a:pPr>
              <a:defRPr/>
            </a:pPr>
            <a:r>
              <a:rPr lang="en-US" altLang="en-US" dirty="0">
                <a:solidFill>
                  <a:srgbClr val="FF0000"/>
                </a:solidFill>
              </a:rPr>
              <a:t>Memory-management information </a:t>
            </a:r>
            <a:r>
              <a:rPr lang="en-US" altLang="en-US" dirty="0"/>
              <a:t>– memory allocated to the process</a:t>
            </a:r>
          </a:p>
          <a:p>
            <a:pPr>
              <a:defRPr/>
            </a:pPr>
            <a:r>
              <a:rPr lang="en-US" altLang="en-US" dirty="0">
                <a:solidFill>
                  <a:srgbClr val="FF0000"/>
                </a:solidFill>
              </a:rPr>
              <a:t>Accounting information </a:t>
            </a:r>
            <a:r>
              <a:rPr lang="en-US" altLang="en-US" dirty="0"/>
              <a:t>– CPU used, </a:t>
            </a:r>
          </a:p>
          <a:p>
            <a:pPr>
              <a:defRPr/>
            </a:pPr>
            <a:r>
              <a:rPr lang="en-US" altLang="en-US" dirty="0">
                <a:solidFill>
                  <a:srgbClr val="FF0000"/>
                </a:solidFill>
              </a:rPr>
              <a:t>I/O status information </a:t>
            </a:r>
            <a:r>
              <a:rPr lang="en-US" altLang="en-US" dirty="0"/>
              <a:t>– I/O devices allocated to process, list of open files</a:t>
            </a:r>
          </a:p>
          <a:p>
            <a:pPr>
              <a:defRPr/>
            </a:pPr>
            <a:endParaRPr lang="en-US" altLang="en-US" dirty="0"/>
          </a:p>
        </p:txBody>
      </p:sp>
      <p:pic>
        <p:nvPicPr>
          <p:cNvPr id="17412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3871" y="1197180"/>
            <a:ext cx="2795588" cy="448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39350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 noChangeArrowheads="1"/>
          </p:cNvSpPr>
          <p:nvPr>
            <p:ph type="title"/>
          </p:nvPr>
        </p:nvSpPr>
        <p:spPr>
          <a:xfrm>
            <a:off x="2484438" y="14446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Process Representation in Linux</a:t>
            </a:r>
          </a:p>
        </p:txBody>
      </p:sp>
      <p:sp>
        <p:nvSpPr>
          <p:cNvPr id="19459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-84" charset="2"/>
              <a:buNone/>
            </a:pPr>
            <a:r>
              <a:rPr lang="en-US" altLang="en-US" dirty="0" smtClean="0">
                <a:solidFill>
                  <a:srgbClr val="FF0000"/>
                </a:solidFill>
              </a:rPr>
              <a:t>Represented by the C structure </a:t>
            </a:r>
            <a:r>
              <a:rPr lang="en-US" alt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endParaRPr lang="en-US" alt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buFont typeface="Monotype Sorts" pitchFamily="-84" charset="2"/>
              <a:buNone/>
            </a:pPr>
            <a: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/>
            </a:r>
            <a:br>
              <a:rPr lang="en-US" alt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t_pid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 /* process identifier */ </a:t>
            </a:r>
            <a:b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long state; /* state of the process */ </a:t>
            </a:r>
            <a:b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unsigned 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time_slice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/* scheduling information */ </a:t>
            </a:r>
            <a:b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task_struct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*parent; /* this process</a:t>
            </a:r>
            <a:r>
              <a:rPr lang="ja-JP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altLang="ja-JP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 parent */ </a:t>
            </a:r>
            <a:br>
              <a:rPr lang="en-US" altLang="ja-JP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ja-JP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ja-JP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ja-JP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list_head</a:t>
            </a:r>
            <a:r>
              <a:rPr lang="en-US" altLang="ja-JP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children; /* this process</a:t>
            </a:r>
            <a:r>
              <a:rPr lang="ja-JP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US" altLang="ja-JP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 children */ </a:t>
            </a:r>
            <a:br>
              <a:rPr lang="en-US" altLang="ja-JP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ja-JP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ja-JP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ja-JP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files_struct</a:t>
            </a:r>
            <a:r>
              <a:rPr lang="en-US" altLang="ja-JP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*files; /* list of open files */ </a:t>
            </a:r>
            <a:br>
              <a:rPr lang="en-US" altLang="ja-JP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ja-JP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ja-JP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ja-JP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mm_struct</a:t>
            </a:r>
            <a:r>
              <a:rPr lang="en-US" altLang="ja-JP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*mm; /* address space of this process */</a:t>
            </a:r>
            <a:endParaRPr lang="en-US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9460" name="Picture 3" descr="C:\Users\as668\Desktop\in-3_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1188" y="4111625"/>
            <a:ext cx="5865812" cy="201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840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9843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Operations on Processes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835742" y="1233489"/>
            <a:ext cx="8975008" cy="5236137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System must provide mechanisms for:</a:t>
            </a:r>
          </a:p>
          <a:p>
            <a:pPr lvl="1" eaLnBrk="1" hangingPunct="1"/>
            <a:r>
              <a:rPr lang="en-US" altLang="en-US" dirty="0" smtClean="0"/>
              <a:t> process creation,</a:t>
            </a:r>
          </a:p>
          <a:p>
            <a:pPr lvl="1" eaLnBrk="1" hangingPunct="1"/>
            <a:r>
              <a:rPr lang="en-US" altLang="en-US" dirty="0" smtClean="0"/>
              <a:t> process termination, </a:t>
            </a:r>
          </a:p>
        </p:txBody>
      </p:sp>
    </p:spTree>
    <p:extLst>
      <p:ext uri="{BB962C8B-B14F-4D97-AF65-F5344CB8AC3E}">
        <p14:creationId xmlns:p14="http://schemas.microsoft.com/office/powerpoint/2010/main" val="4247040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9843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Process Creation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589936" y="1169989"/>
            <a:ext cx="10638504" cy="5220979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b="1" dirty="0" smtClean="0">
                <a:solidFill>
                  <a:srgbClr val="3366FF"/>
                </a:solidFill>
              </a:rPr>
              <a:t>Parent</a:t>
            </a:r>
            <a:r>
              <a:rPr lang="en-US" altLang="en-US" b="1" dirty="0" smtClean="0"/>
              <a:t> </a:t>
            </a:r>
            <a:r>
              <a:rPr lang="en-US" altLang="en-US" dirty="0" smtClean="0"/>
              <a:t>process create </a:t>
            </a:r>
            <a:r>
              <a:rPr lang="en-US" altLang="en-US" b="1" dirty="0" smtClean="0">
                <a:solidFill>
                  <a:srgbClr val="3366FF"/>
                </a:solidFill>
              </a:rPr>
              <a:t>children</a:t>
            </a:r>
            <a:r>
              <a:rPr lang="en-US" altLang="en-US" b="1" dirty="0" smtClean="0"/>
              <a:t> </a:t>
            </a:r>
            <a:r>
              <a:rPr lang="en-US" altLang="en-US" dirty="0" smtClean="0"/>
              <a:t>processes, which, in turn create other processes, forming a </a:t>
            </a:r>
            <a:r>
              <a:rPr lang="en-US" altLang="en-US" b="1" dirty="0" smtClean="0">
                <a:solidFill>
                  <a:srgbClr val="3366FF"/>
                </a:solidFill>
              </a:rPr>
              <a:t>tree</a:t>
            </a:r>
            <a:r>
              <a:rPr lang="en-US" altLang="en-US" dirty="0" smtClean="0"/>
              <a:t> of processes</a:t>
            </a:r>
            <a:endParaRPr lang="en-US" altLang="en-US" sz="800" dirty="0"/>
          </a:p>
          <a:p>
            <a:pPr eaLnBrk="1" hangingPunct="1"/>
            <a:r>
              <a:rPr lang="en-US" altLang="en-US" dirty="0" smtClean="0"/>
              <a:t>Generally, process identified and managed via a</a:t>
            </a:r>
            <a:r>
              <a:rPr lang="en-US" altLang="en-US" b="1" dirty="0" smtClean="0"/>
              <a:t> </a:t>
            </a:r>
            <a:r>
              <a:rPr lang="en-US" altLang="en-US" b="1" dirty="0" smtClean="0">
                <a:solidFill>
                  <a:srgbClr val="3366FF"/>
                </a:solidFill>
              </a:rPr>
              <a:t>process identifier </a:t>
            </a:r>
            <a:r>
              <a:rPr lang="en-US" altLang="en-US" dirty="0" smtClean="0"/>
              <a:t>(</a:t>
            </a:r>
            <a:r>
              <a:rPr lang="en-US" altLang="en-US" b="1" dirty="0" err="1" smtClean="0">
                <a:solidFill>
                  <a:srgbClr val="3366FF"/>
                </a:solidFill>
              </a:rPr>
              <a:t>pid</a:t>
            </a:r>
            <a:r>
              <a:rPr lang="en-US" altLang="en-US" dirty="0" smtClean="0"/>
              <a:t>)</a:t>
            </a:r>
            <a:endParaRPr lang="en-US" altLang="en-US" sz="800" dirty="0"/>
          </a:p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Resource sharing options</a:t>
            </a:r>
          </a:p>
          <a:p>
            <a:pPr lvl="1" eaLnBrk="1" hangingPunct="1"/>
            <a:r>
              <a:rPr lang="en-US" altLang="en-US" dirty="0" smtClean="0"/>
              <a:t>Parent and children share all resources</a:t>
            </a:r>
          </a:p>
          <a:p>
            <a:pPr lvl="1" eaLnBrk="1" hangingPunct="1"/>
            <a:r>
              <a:rPr lang="en-US" altLang="en-US" dirty="0" smtClean="0"/>
              <a:t>Children share subset of parent</a:t>
            </a:r>
            <a:r>
              <a:rPr lang="ja-JP" altLang="en-US" dirty="0" smtClean="0"/>
              <a:t>’</a:t>
            </a:r>
            <a:r>
              <a:rPr lang="en-US" altLang="ja-JP" dirty="0" smtClean="0"/>
              <a:t>s resources</a:t>
            </a:r>
          </a:p>
          <a:p>
            <a:pPr lvl="1" eaLnBrk="1" hangingPunct="1"/>
            <a:r>
              <a:rPr lang="en-US" altLang="en-US" dirty="0" smtClean="0"/>
              <a:t>Parent and child share no resources</a:t>
            </a:r>
            <a:endParaRPr lang="en-US" altLang="en-US" sz="800" dirty="0"/>
          </a:p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Execution options</a:t>
            </a:r>
          </a:p>
          <a:p>
            <a:pPr lvl="1" eaLnBrk="1" hangingPunct="1"/>
            <a:r>
              <a:rPr lang="en-US" altLang="en-US" dirty="0" smtClean="0"/>
              <a:t>Parent and children execute concurrently</a:t>
            </a:r>
          </a:p>
          <a:p>
            <a:pPr lvl="1" eaLnBrk="1" hangingPunct="1"/>
            <a:r>
              <a:rPr lang="en-US" altLang="en-US" dirty="0" smtClean="0"/>
              <a:t>Parent waits until children terminate</a:t>
            </a:r>
          </a:p>
          <a:p>
            <a:pPr eaLnBrk="1" hangingPunct="1">
              <a:buFont typeface="Monotype Sorts" pitchFamily="-84" charset="2"/>
              <a:buNone/>
            </a:pP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961328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2566988" y="2778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A Tree of Processes in Linux</a:t>
            </a:r>
          </a:p>
        </p:txBody>
      </p:sp>
      <p:pic>
        <p:nvPicPr>
          <p:cNvPr id="38915" name="Picture 1" descr="3_08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3176" y="1323053"/>
            <a:ext cx="9359783" cy="4959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0822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2593976" y="152401"/>
            <a:ext cx="7616825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Process Creation (Cont.)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>
          <a:xfrm>
            <a:off x="698091" y="1060451"/>
            <a:ext cx="9881420" cy="5369846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Address space</a:t>
            </a:r>
          </a:p>
          <a:p>
            <a:pPr lvl="1" eaLnBrk="1" hangingPunct="1"/>
            <a:r>
              <a:rPr lang="en-US" altLang="en-US" dirty="0" smtClean="0"/>
              <a:t>Child duplicate of parent</a:t>
            </a:r>
          </a:p>
          <a:p>
            <a:pPr lvl="1" eaLnBrk="1" hangingPunct="1"/>
            <a:r>
              <a:rPr lang="en-US" altLang="en-US" dirty="0" smtClean="0"/>
              <a:t>Child has a program loaded into it</a:t>
            </a:r>
          </a:p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UNIX examples</a:t>
            </a:r>
          </a:p>
          <a:p>
            <a:pPr lvl="1" eaLnBrk="1" hangingPunct="1"/>
            <a:r>
              <a:rPr lang="en-US" altLang="en-US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lang="en-US" altLang="en-US" dirty="0" smtClean="0">
                <a:solidFill>
                  <a:srgbClr val="000000"/>
                </a:solidFill>
              </a:rPr>
              <a:t> </a:t>
            </a:r>
            <a:r>
              <a:rPr lang="en-US" altLang="en-US" dirty="0" smtClean="0"/>
              <a:t>system call creates new process</a:t>
            </a:r>
          </a:p>
          <a:p>
            <a:pPr lvl="1" eaLnBrk="1" hangingPunct="1"/>
            <a:r>
              <a:rPr lang="en-US" altLang="en-US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exec()</a:t>
            </a:r>
            <a:r>
              <a:rPr lang="en-US" altLang="en-US" dirty="0" smtClean="0"/>
              <a:t> system call used after a </a:t>
            </a:r>
            <a:r>
              <a:rPr lang="en-US" altLang="en-US" b="1" dirty="0" smtClean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lang="en-US" altLang="en-US" dirty="0" smtClean="0"/>
              <a:t> to replace the process</a:t>
            </a:r>
            <a:r>
              <a:rPr lang="ja-JP" altLang="en-US" dirty="0" smtClean="0"/>
              <a:t>’</a:t>
            </a:r>
            <a:r>
              <a:rPr lang="en-US" altLang="ja-JP" dirty="0" smtClean="0"/>
              <a:t> memory space with a new program</a:t>
            </a:r>
            <a:endParaRPr lang="en-US" altLang="en-US" dirty="0" smtClean="0"/>
          </a:p>
        </p:txBody>
      </p:sp>
      <p:pic>
        <p:nvPicPr>
          <p:cNvPr id="40964" name="Picture 4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503" y="4143018"/>
            <a:ext cx="6419850" cy="161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9128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 noChangeArrowheads="1"/>
          </p:cNvSpPr>
          <p:nvPr>
            <p:ph type="title"/>
          </p:nvPr>
        </p:nvSpPr>
        <p:spPr>
          <a:xfrm>
            <a:off x="838200" y="365126"/>
            <a:ext cx="10515600" cy="906464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solidFill>
                  <a:srgbClr val="FF0000"/>
                </a:solidFill>
                <a:latin typeface="Roboto" pitchFamily="2" charset="0"/>
              </a:rPr>
              <a:t>fork()</a:t>
            </a:r>
            <a:r>
              <a:rPr lang="en-US" altLang="en-US" dirty="0" smtClean="0">
                <a:latin typeface="Roboto" pitchFamily="2" charset="0"/>
              </a:rPr>
              <a:t/>
            </a:r>
            <a:br>
              <a:rPr lang="en-US" altLang="en-US" dirty="0" smtClean="0">
                <a:latin typeface="Roboto" pitchFamily="2" charset="0"/>
              </a:rPr>
            </a:br>
            <a:endParaRPr lang="en-US" altLang="en-US" dirty="0" smtClean="0"/>
          </a:p>
        </p:txBody>
      </p:sp>
      <p:sp>
        <p:nvSpPr>
          <p:cNvPr id="4301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1376516" y="1271589"/>
            <a:ext cx="8662834" cy="4905375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IN" altLang="en-US" dirty="0" smtClean="0">
                <a:latin typeface="Roboto" pitchFamily="2" charset="0"/>
              </a:rPr>
              <a:t>Fork system call is used for creating a new process, which is called </a:t>
            </a:r>
            <a:r>
              <a:rPr lang="en-IN" altLang="en-US" b="1" i="1" dirty="0" smtClean="0">
                <a:solidFill>
                  <a:srgbClr val="FF0000"/>
                </a:solidFill>
                <a:latin typeface="Roboto" pitchFamily="2" charset="0"/>
              </a:rPr>
              <a:t>child process</a:t>
            </a:r>
            <a:r>
              <a:rPr lang="en-IN" altLang="en-US" dirty="0" smtClean="0">
                <a:solidFill>
                  <a:srgbClr val="FF0000"/>
                </a:solidFill>
                <a:latin typeface="Roboto" pitchFamily="2" charset="0"/>
              </a:rPr>
              <a:t>, </a:t>
            </a:r>
            <a:r>
              <a:rPr lang="en-IN" altLang="en-US" dirty="0" smtClean="0">
                <a:latin typeface="Roboto" pitchFamily="2" charset="0"/>
              </a:rPr>
              <a:t>which runs concurrently with the process that makes the fork() call (parent process). </a:t>
            </a:r>
          </a:p>
          <a:p>
            <a:pPr algn="just"/>
            <a:r>
              <a:rPr lang="en-IN" altLang="en-US" dirty="0" smtClean="0">
                <a:latin typeface="Roboto" pitchFamily="2" charset="0"/>
              </a:rPr>
              <a:t>After a new child process is created, both processes will execute the next instruction following the fork() system call. </a:t>
            </a:r>
          </a:p>
          <a:p>
            <a:pPr algn="just"/>
            <a:r>
              <a:rPr lang="en-IN" altLang="en-US" dirty="0" smtClean="0">
                <a:latin typeface="Roboto" pitchFamily="2" charset="0"/>
              </a:rPr>
              <a:t>It takes no parameters and returns an integer value. </a:t>
            </a:r>
          </a:p>
          <a:p>
            <a:pPr algn="just"/>
            <a:r>
              <a:rPr lang="en-IN" altLang="en-US" dirty="0" smtClean="0">
                <a:latin typeface="Roboto" pitchFamily="2" charset="0"/>
              </a:rPr>
              <a:t>Here the parent and Child have Separate Address space</a:t>
            </a:r>
          </a:p>
          <a:p>
            <a:pPr algn="just"/>
            <a:r>
              <a:rPr lang="en-IN" altLang="en-US" dirty="0" smtClean="0">
                <a:latin typeface="Roboto" pitchFamily="2" charset="0"/>
              </a:rPr>
              <a:t>Below are different values returned by fork().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altLang="en-US" b="1" i="1" dirty="0" smtClean="0">
                <a:solidFill>
                  <a:srgbClr val="FF0000"/>
                </a:solidFill>
                <a:latin typeface="Roboto" pitchFamily="2" charset="0"/>
              </a:rPr>
              <a:t>Negative Value</a:t>
            </a:r>
            <a:r>
              <a:rPr lang="en-IN" altLang="en-US" dirty="0" smtClean="0">
                <a:solidFill>
                  <a:srgbClr val="FF0000"/>
                </a:solidFill>
                <a:latin typeface="Roboto" pitchFamily="2" charset="0"/>
              </a:rPr>
              <a:t>: </a:t>
            </a:r>
            <a:r>
              <a:rPr lang="en-IN" altLang="en-US" dirty="0" smtClean="0">
                <a:latin typeface="Roboto" pitchFamily="2" charset="0"/>
              </a:rPr>
              <a:t>creation of a child process was unsuccessful.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altLang="en-US" b="1" i="1" dirty="0" smtClean="0">
                <a:solidFill>
                  <a:srgbClr val="FF0000"/>
                </a:solidFill>
                <a:latin typeface="Roboto" pitchFamily="2" charset="0"/>
              </a:rPr>
              <a:t>Zero</a:t>
            </a:r>
            <a:r>
              <a:rPr lang="en-IN" altLang="en-US" dirty="0" smtClean="0">
                <a:solidFill>
                  <a:srgbClr val="FF0000"/>
                </a:solidFill>
                <a:latin typeface="Roboto" pitchFamily="2" charset="0"/>
              </a:rPr>
              <a:t>: </a:t>
            </a:r>
            <a:r>
              <a:rPr lang="en-IN" altLang="en-US" dirty="0" smtClean="0">
                <a:latin typeface="Roboto" pitchFamily="2" charset="0"/>
              </a:rPr>
              <a:t>Returned to the newly created child process.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altLang="en-US" b="1" i="1" dirty="0" smtClean="0">
                <a:solidFill>
                  <a:srgbClr val="FF0000"/>
                </a:solidFill>
                <a:latin typeface="Roboto" pitchFamily="2" charset="0"/>
              </a:rPr>
              <a:t>Positive value</a:t>
            </a:r>
            <a:r>
              <a:rPr lang="en-IN" altLang="en-US" dirty="0" smtClean="0">
                <a:solidFill>
                  <a:srgbClr val="FF0000"/>
                </a:solidFill>
                <a:latin typeface="Roboto" pitchFamily="2" charset="0"/>
              </a:rPr>
              <a:t>: </a:t>
            </a:r>
            <a:r>
              <a:rPr lang="en-IN" altLang="en-US" dirty="0" smtClean="0">
                <a:latin typeface="Roboto" pitchFamily="2" charset="0"/>
              </a:rPr>
              <a:t>Returned to parent or caller. The value contains process ID of newly created child process.</a:t>
            </a:r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847767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84671" y="461964"/>
            <a:ext cx="3201629" cy="3803770"/>
          </a:xfrm>
        </p:spPr>
      </p:pic>
      <p:pic>
        <p:nvPicPr>
          <p:cNvPr id="4403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0294" y="2650152"/>
            <a:ext cx="6779085" cy="28461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4899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Content Placeholder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38865" y="964893"/>
            <a:ext cx="6387485" cy="4550740"/>
          </a:xfrm>
        </p:spPr>
      </p:pic>
      <p:pic>
        <p:nvPicPr>
          <p:cNvPr id="4505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1702" y="4265255"/>
            <a:ext cx="1857375" cy="1019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28086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1932" y="111688"/>
            <a:ext cx="10288352" cy="6540939"/>
          </a:xfrm>
        </p:spPr>
      </p:pic>
    </p:spTree>
    <p:extLst>
      <p:ext uri="{BB962C8B-B14F-4D97-AF65-F5344CB8AC3E}">
        <p14:creationId xmlns:p14="http://schemas.microsoft.com/office/powerpoint/2010/main" val="3626541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Content Placeholder 1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00809" y="109828"/>
            <a:ext cx="10130752" cy="2519362"/>
          </a:xfrm>
        </p:spPr>
      </p:pic>
      <p:pic>
        <p:nvPicPr>
          <p:cNvPr id="4710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344" y="2668946"/>
            <a:ext cx="9413618" cy="38183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094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5"/>
          <p:cNvSpPr>
            <a:spLocks noGrp="1" noChangeArrowheads="1"/>
          </p:cNvSpPr>
          <p:nvPr>
            <p:ph type="ctrTitle"/>
          </p:nvPr>
        </p:nvSpPr>
        <p:spPr>
          <a:xfrm>
            <a:off x="7123113" y="3230564"/>
            <a:ext cx="2584450" cy="1298575"/>
          </a:xfrm>
        </p:spPr>
        <p:txBody>
          <a:bodyPr/>
          <a:lstStyle/>
          <a:p>
            <a:r>
              <a:rPr lang="en-US" altLang="en-US" smtClean="0"/>
              <a:t>Ans:B</a:t>
            </a:r>
          </a:p>
        </p:txBody>
      </p:sp>
      <p:pic>
        <p:nvPicPr>
          <p:cNvPr id="49155" name="Content Placeholder 3"/>
          <p:cNvPicPr>
            <a:picLocks noGrp="1" noChangeAspect="1" noChangeArrowheads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42220" y="425859"/>
            <a:ext cx="3705225" cy="2428875"/>
          </a:xfrm>
        </p:spPr>
      </p:pic>
      <p:pic>
        <p:nvPicPr>
          <p:cNvPr id="4915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388" y="2943226"/>
            <a:ext cx="4525962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561" y="592492"/>
            <a:ext cx="5982007" cy="209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64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>
          <a:xfrm>
            <a:off x="2448232" y="161926"/>
            <a:ext cx="8302318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C Program Forking Separate Process</a:t>
            </a:r>
          </a:p>
        </p:txBody>
      </p:sp>
      <p:pic>
        <p:nvPicPr>
          <p:cNvPr id="50179" name="Picture 5" descr="Screen Shot 2012-12-04 at 11.21.10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948" y="920803"/>
            <a:ext cx="10278602" cy="560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3797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9843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Process Termination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>
          <a:xfrm>
            <a:off x="639096" y="1250950"/>
            <a:ext cx="11159613" cy="544481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 smtClean="0"/>
              <a:t>Process executes last statement and then asks the operating system to delete it using the </a:t>
            </a:r>
            <a:r>
              <a:rPr lang="en-US" altLang="en-US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exit()</a:t>
            </a:r>
            <a:r>
              <a:rPr lang="en-US" altLang="en-US" dirty="0" smtClean="0">
                <a:solidFill>
                  <a:srgbClr val="FF0000"/>
                </a:solidFill>
                <a:cs typeface="Courier New" panose="02070309020205020404" pitchFamily="49" charset="0"/>
              </a:rPr>
              <a:t> </a:t>
            </a:r>
            <a:r>
              <a:rPr lang="en-US" altLang="en-US" dirty="0" smtClean="0">
                <a:cs typeface="Courier New" panose="02070309020205020404" pitchFamily="49" charset="0"/>
              </a:rPr>
              <a:t>system call.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Returns  status data from child to parent </a:t>
            </a:r>
            <a:r>
              <a:rPr lang="en-US" altLang="en-US" dirty="0" smtClean="0">
                <a:solidFill>
                  <a:srgbClr val="FF0000"/>
                </a:solidFill>
              </a:rPr>
              <a:t>(via </a:t>
            </a:r>
            <a:r>
              <a:rPr lang="en-US" altLang="en-US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altLang="en-US" dirty="0" smtClean="0">
                <a:solidFill>
                  <a:srgbClr val="FF0000"/>
                </a:solidFill>
              </a:rPr>
              <a:t>)</a:t>
            </a:r>
          </a:p>
          <a:p>
            <a:pPr lvl="1" eaLnBrk="1" hangingPunct="1"/>
            <a:r>
              <a:rPr lang="en-US" altLang="en-US" dirty="0" smtClean="0"/>
              <a:t>Process</a:t>
            </a:r>
            <a:r>
              <a:rPr lang="ja-JP" altLang="en-US" dirty="0" smtClean="0"/>
              <a:t>’</a:t>
            </a:r>
            <a:r>
              <a:rPr lang="en-US" altLang="ja-JP" dirty="0" smtClean="0"/>
              <a:t> resources are deallocated by operating system</a:t>
            </a:r>
            <a:endParaRPr lang="en-US" altLang="en-US" dirty="0" smtClean="0"/>
          </a:p>
          <a:p>
            <a:pPr eaLnBrk="1" hangingPunct="1"/>
            <a:r>
              <a:rPr lang="en-US" altLang="en-US" dirty="0" smtClean="0"/>
              <a:t>Parent may terminate the execution of children processes  using the </a:t>
            </a:r>
            <a:r>
              <a:rPr lang="en-US" altLang="en-US" b="1" dirty="0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abort()</a:t>
            </a:r>
            <a:r>
              <a:rPr lang="en-US" altLang="en-US" dirty="0" smtClean="0">
                <a:solidFill>
                  <a:srgbClr val="FF0000"/>
                </a:solidFill>
                <a:cs typeface="Courier New" panose="02070309020205020404" pitchFamily="49" charset="0"/>
              </a:rPr>
              <a:t> </a:t>
            </a:r>
            <a:r>
              <a:rPr lang="en-US" altLang="en-US" dirty="0" smtClean="0">
                <a:cs typeface="Courier New" panose="02070309020205020404" pitchFamily="49" charset="0"/>
              </a:rPr>
              <a:t>system call.  Some reasons for doing so:</a:t>
            </a:r>
            <a:endParaRPr lang="en-US" altLang="en-US" dirty="0" smtClean="0"/>
          </a:p>
          <a:p>
            <a:pPr lvl="1" eaLnBrk="1" hangingPunct="1"/>
            <a:r>
              <a:rPr lang="en-US" altLang="en-US" dirty="0" smtClean="0"/>
              <a:t>Child has exceeded allocated resources</a:t>
            </a:r>
          </a:p>
          <a:p>
            <a:pPr lvl="1" eaLnBrk="1" hangingPunct="1"/>
            <a:r>
              <a:rPr lang="en-US" altLang="en-US" dirty="0" smtClean="0"/>
              <a:t>Task assigned to child is no longer required</a:t>
            </a:r>
          </a:p>
          <a:p>
            <a:pPr lvl="1" eaLnBrk="1" hangingPunct="1"/>
            <a:r>
              <a:rPr lang="en-US" altLang="en-US" dirty="0" smtClean="0"/>
              <a:t>The parent is exiting and the operating systems does not allow  a child to continue if its parent terminates</a:t>
            </a:r>
          </a:p>
        </p:txBody>
      </p:sp>
    </p:spTree>
    <p:extLst>
      <p:ext uri="{BB962C8B-B14F-4D97-AF65-F5344CB8AC3E}">
        <p14:creationId xmlns:p14="http://schemas.microsoft.com/office/powerpoint/2010/main" val="2338675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8256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Process Termination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993059" y="925002"/>
            <a:ext cx="10913806" cy="5633114"/>
          </a:xfrm>
        </p:spPr>
        <p:txBody>
          <a:bodyPr rtlCol="0">
            <a:normAutofit/>
          </a:bodyPr>
          <a:lstStyle/>
          <a:p>
            <a:pPr lvl="1">
              <a:defRPr/>
            </a:pPr>
            <a:endParaRPr lang="en-US" altLang="en-US" sz="800" dirty="0"/>
          </a:p>
          <a:p>
            <a:pPr>
              <a:defRPr/>
            </a:pPr>
            <a:r>
              <a:rPr lang="en-US" altLang="en-US" dirty="0"/>
              <a:t>Some operating systems do not allow child to exists if its parent has terminated.  If a process terminates, then all its children must also be terminated.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FF0000"/>
                </a:solidFill>
              </a:rPr>
              <a:t>cascading termination.</a:t>
            </a:r>
            <a:r>
              <a:rPr lang="en-US" altLang="en-US" b="1" dirty="0"/>
              <a:t>  </a:t>
            </a:r>
            <a:r>
              <a:rPr lang="en-US" altLang="en-US" dirty="0"/>
              <a:t>All children, grandchildren, etc.  are  terminated.</a:t>
            </a:r>
            <a:endParaRPr lang="en-US" altLang="en-US" b="1" dirty="0"/>
          </a:p>
          <a:p>
            <a:pPr lvl="1">
              <a:defRPr/>
            </a:pPr>
            <a:r>
              <a:rPr lang="en-US" altLang="en-US" dirty="0"/>
              <a:t>The termination is initiated by the operating system.</a:t>
            </a:r>
            <a:endParaRPr lang="en-US" altLang="en-US" b="1" dirty="0"/>
          </a:p>
          <a:p>
            <a:pPr>
              <a:defRPr/>
            </a:pPr>
            <a:r>
              <a:rPr lang="en-US" altLang="en-US" dirty="0"/>
              <a:t>The parent process may wait for termination of a child process by using the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altLang="en-US" dirty="0"/>
              <a:t>system call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US" altLang="en-US" dirty="0"/>
              <a:t>The call returns status information and the </a:t>
            </a:r>
            <a:r>
              <a:rPr lang="en-US" altLang="en-US" dirty="0" err="1"/>
              <a:t>pid</a:t>
            </a:r>
            <a:r>
              <a:rPr lang="en-US" altLang="en-US" dirty="0"/>
              <a:t> of the terminated process</a:t>
            </a:r>
            <a:endParaRPr lang="en-US" alt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None/>
              <a:defRPr/>
            </a:pP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pid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wait(&amp;status); </a:t>
            </a:r>
          </a:p>
          <a:p>
            <a:pPr>
              <a:defRPr/>
            </a:pPr>
            <a:r>
              <a:rPr lang="en-US" altLang="en-US" dirty="0"/>
              <a:t>If no parent waiting (did not invoke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altLang="en-US" dirty="0">
                <a:cs typeface="Courier New" panose="02070309020205020404" pitchFamily="49" charset="0"/>
              </a:rPr>
              <a:t>) </a:t>
            </a:r>
            <a:r>
              <a:rPr lang="en-US" altLang="en-US" dirty="0"/>
              <a:t>process is a </a:t>
            </a:r>
            <a:r>
              <a:rPr lang="en-US" altLang="en-US" b="1" dirty="0">
                <a:solidFill>
                  <a:srgbClr val="FF0000"/>
                </a:solidFill>
              </a:rPr>
              <a:t>zombie</a:t>
            </a:r>
          </a:p>
          <a:p>
            <a:pPr>
              <a:defRPr/>
            </a:pPr>
            <a:r>
              <a:rPr lang="en-US" altLang="en-US" dirty="0"/>
              <a:t>If parent terminated without invoking</a:t>
            </a:r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</a:t>
            </a:r>
            <a:r>
              <a:rPr lang="en-US" altLang="en-US" dirty="0"/>
              <a:t> , process is an </a:t>
            </a:r>
            <a:r>
              <a:rPr lang="en-US" altLang="en-US" b="1" dirty="0">
                <a:solidFill>
                  <a:srgbClr val="FF0000"/>
                </a:solidFill>
              </a:rPr>
              <a:t>orphan</a:t>
            </a:r>
          </a:p>
        </p:txBody>
      </p:sp>
    </p:spTree>
    <p:extLst>
      <p:ext uri="{BB962C8B-B14F-4D97-AF65-F5344CB8AC3E}">
        <p14:creationId xmlns:p14="http://schemas.microsoft.com/office/powerpoint/2010/main" val="424080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26165" y="715617"/>
            <a:ext cx="10727635" cy="5461346"/>
          </a:xfrm>
        </p:spPr>
        <p:txBody>
          <a:bodyPr/>
          <a:lstStyle/>
          <a:p>
            <a:r>
              <a:rPr lang="en-IN" altLang="en-US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orphan process </a:t>
            </a:r>
            <a:r>
              <a:rPr lang="en-IN" altLang="en-US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is</a:t>
            </a:r>
            <a:r>
              <a:rPr lang="en-IN" altLang="en-US" dirty="0" smtClean="0">
                <a:solidFill>
                  <a:srgbClr val="222222"/>
                </a:solidFill>
                <a:latin typeface="Arial" panose="020B0604020202020204" pitchFamily="34" charset="0"/>
              </a:rPr>
              <a:t> a computer </a:t>
            </a:r>
            <a:r>
              <a:rPr lang="en-IN" altLang="en-US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process</a:t>
            </a:r>
            <a:r>
              <a:rPr lang="en-IN" altLang="en-US" dirty="0" smtClean="0">
                <a:solidFill>
                  <a:srgbClr val="222222"/>
                </a:solidFill>
                <a:latin typeface="Arial" panose="020B0604020202020204" pitchFamily="34" charset="0"/>
              </a:rPr>
              <a:t> whose parent </a:t>
            </a:r>
            <a:r>
              <a:rPr lang="en-IN" altLang="en-US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process</a:t>
            </a:r>
            <a:r>
              <a:rPr lang="en-IN" altLang="en-US" dirty="0" smtClean="0">
                <a:solidFill>
                  <a:srgbClr val="222222"/>
                </a:solidFill>
                <a:latin typeface="Arial" panose="020B0604020202020204" pitchFamily="34" charset="0"/>
              </a:rPr>
              <a:t> has finished or terminated, though it (child </a:t>
            </a:r>
            <a:r>
              <a:rPr lang="en-IN" altLang="en-US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process</a:t>
            </a:r>
            <a:r>
              <a:rPr lang="en-IN" altLang="en-US" dirty="0" smtClean="0">
                <a:solidFill>
                  <a:srgbClr val="222222"/>
                </a:solidFill>
                <a:latin typeface="Arial" panose="020B0604020202020204" pitchFamily="34" charset="0"/>
              </a:rPr>
              <a:t>) remains running itself.</a:t>
            </a:r>
          </a:p>
          <a:p>
            <a:r>
              <a:rPr lang="en-IN" altLang="en-US" dirty="0" smtClean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IN" altLang="en-US" dirty="0" smtClean="0">
                <a:solidFill>
                  <a:srgbClr val="FF0000"/>
                </a:solidFill>
                <a:latin typeface="Arial" panose="020B0604020202020204" pitchFamily="34" charset="0"/>
              </a:rPr>
              <a:t>A </a:t>
            </a:r>
            <a:r>
              <a:rPr lang="en-IN" altLang="en-US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zombie process</a:t>
            </a:r>
            <a:r>
              <a:rPr lang="en-IN" altLang="en-US" dirty="0" smtClean="0">
                <a:solidFill>
                  <a:srgbClr val="FF0000"/>
                </a:solidFill>
                <a:latin typeface="Arial" panose="020B0604020202020204" pitchFamily="34" charset="0"/>
              </a:rPr>
              <a:t> or </a:t>
            </a:r>
            <a:r>
              <a:rPr lang="en-IN" altLang="en-US" b="1" dirty="0" smtClean="0">
                <a:solidFill>
                  <a:srgbClr val="FF0000"/>
                </a:solidFill>
                <a:latin typeface="Arial" panose="020B0604020202020204" pitchFamily="34" charset="0"/>
              </a:rPr>
              <a:t>defunct process </a:t>
            </a:r>
            <a:r>
              <a:rPr lang="en-IN" altLang="en-US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is</a:t>
            </a:r>
            <a:r>
              <a:rPr lang="en-IN" altLang="en-US" dirty="0" smtClean="0">
                <a:solidFill>
                  <a:srgbClr val="222222"/>
                </a:solidFill>
                <a:latin typeface="Arial" panose="020B0604020202020204" pitchFamily="34" charset="0"/>
              </a:rPr>
              <a:t> a </a:t>
            </a:r>
            <a:r>
              <a:rPr lang="en-IN" altLang="en-US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process</a:t>
            </a:r>
            <a:r>
              <a:rPr lang="en-IN" altLang="en-US" dirty="0" smtClean="0">
                <a:solidFill>
                  <a:srgbClr val="222222"/>
                </a:solidFill>
                <a:latin typeface="Arial" panose="020B0604020202020204" pitchFamily="34" charset="0"/>
              </a:rPr>
              <a:t> that has completed execution but still has an entry </a:t>
            </a:r>
            <a:r>
              <a:rPr lang="en-IN" altLang="en-US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in the process</a:t>
            </a:r>
            <a:r>
              <a:rPr lang="en-IN" altLang="en-US" dirty="0" smtClean="0">
                <a:solidFill>
                  <a:srgbClr val="222222"/>
                </a:solidFill>
                <a:latin typeface="Arial" panose="020B0604020202020204" pitchFamily="34" charset="0"/>
              </a:rPr>
              <a:t> table as its parent </a:t>
            </a:r>
            <a:r>
              <a:rPr lang="en-IN" altLang="en-US" b="1" dirty="0" smtClean="0">
                <a:solidFill>
                  <a:srgbClr val="222222"/>
                </a:solidFill>
                <a:latin typeface="Arial" panose="020B0604020202020204" pitchFamily="34" charset="0"/>
              </a:rPr>
              <a:t>process</a:t>
            </a:r>
            <a:r>
              <a:rPr lang="en-IN" altLang="en-US" dirty="0" smtClean="0">
                <a:solidFill>
                  <a:srgbClr val="222222"/>
                </a:solidFill>
                <a:latin typeface="Arial" panose="020B0604020202020204" pitchFamily="34" charset="0"/>
              </a:rPr>
              <a:t> didn't invoke an wait() system call.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021768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FF0000"/>
                </a:solidFill>
              </a:rPr>
              <a:t>System Program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System </a:t>
            </a:r>
            <a:r>
              <a:rPr lang="en-IN" dirty="0" smtClean="0">
                <a:solidFill>
                  <a:srgbClr val="FF0000"/>
                </a:solidFill>
              </a:rPr>
              <a:t>Program: </a:t>
            </a:r>
            <a:r>
              <a:rPr lang="en-IN" dirty="0" smtClean="0"/>
              <a:t>provides environment  to develop and execute</a:t>
            </a:r>
          </a:p>
          <a:p>
            <a:endParaRPr lang="en-IN" dirty="0" smtClean="0"/>
          </a:p>
          <a:p>
            <a:r>
              <a:rPr lang="en-IN" dirty="0" smtClean="0"/>
              <a:t>Application S/w</a:t>
            </a:r>
          </a:p>
          <a:p>
            <a:pPr lvl="1"/>
            <a:r>
              <a:rPr lang="en-IN" dirty="0" smtClean="0"/>
              <a:t>Provides service to user</a:t>
            </a:r>
          </a:p>
          <a:p>
            <a:r>
              <a:rPr lang="en-IN" dirty="0" smtClean="0"/>
              <a:t>System S/w</a:t>
            </a:r>
          </a:p>
          <a:p>
            <a:pPr lvl="1"/>
            <a:r>
              <a:rPr lang="en-IN" dirty="0" smtClean="0"/>
              <a:t>Provides service to different application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7331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solidFill>
                  <a:srgbClr val="FF0000"/>
                </a:solidFill>
              </a:rPr>
              <a:t>Types of System Programs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Status Information</a:t>
            </a:r>
          </a:p>
          <a:p>
            <a:r>
              <a:rPr lang="en-IN" dirty="0" smtClean="0"/>
              <a:t>Communication</a:t>
            </a:r>
          </a:p>
          <a:p>
            <a:r>
              <a:rPr lang="en-IN" dirty="0" smtClean="0"/>
              <a:t>File  Management</a:t>
            </a:r>
          </a:p>
          <a:p>
            <a:r>
              <a:rPr lang="en-IN" dirty="0" smtClean="0"/>
              <a:t>File Modification</a:t>
            </a:r>
          </a:p>
          <a:p>
            <a:r>
              <a:rPr lang="en-IN" dirty="0" smtClean="0"/>
              <a:t>Program Loading and executing</a:t>
            </a:r>
          </a:p>
          <a:p>
            <a:r>
              <a:rPr lang="en-IN" dirty="0" smtClean="0"/>
              <a:t>Programming Language Support</a:t>
            </a:r>
          </a:p>
          <a:p>
            <a:r>
              <a:rPr lang="en-IN" dirty="0" smtClean="0"/>
              <a:t>Application Programs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5516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014794" y="126694"/>
            <a:ext cx="76454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Process Scheduling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619431" y="1178232"/>
            <a:ext cx="11297265" cy="546837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 smtClean="0"/>
              <a:t>Maximize CPU use, quickly switch processes onto CPU for time sharing</a:t>
            </a:r>
          </a:p>
          <a:p>
            <a:pPr eaLnBrk="1" hangingPunct="1"/>
            <a:r>
              <a:rPr lang="en-US" altLang="en-US" b="1" dirty="0" smtClean="0">
                <a:solidFill>
                  <a:srgbClr val="3366FF"/>
                </a:solidFill>
              </a:rPr>
              <a:t>Process scheduler </a:t>
            </a:r>
            <a:r>
              <a:rPr lang="en-US" altLang="en-US" dirty="0" smtClean="0"/>
              <a:t>selects among available processes for next execution on CPU</a:t>
            </a:r>
          </a:p>
          <a:p>
            <a:pPr eaLnBrk="1" hangingPunct="1"/>
            <a:r>
              <a:rPr lang="en-US" altLang="en-US" dirty="0" smtClean="0"/>
              <a:t>Maintains </a:t>
            </a:r>
            <a:r>
              <a:rPr lang="en-US" altLang="en-US" b="1" dirty="0" smtClean="0">
                <a:solidFill>
                  <a:srgbClr val="3366FF"/>
                </a:solidFill>
              </a:rPr>
              <a:t>scheduling queues </a:t>
            </a:r>
            <a:r>
              <a:rPr lang="en-US" altLang="en-US" dirty="0" smtClean="0"/>
              <a:t>of processes</a:t>
            </a:r>
          </a:p>
          <a:p>
            <a:pPr lvl="1" eaLnBrk="1" hangingPunct="1"/>
            <a:r>
              <a:rPr lang="en-US" altLang="en-US" b="1" dirty="0" smtClean="0">
                <a:solidFill>
                  <a:srgbClr val="3366FF"/>
                </a:solidFill>
              </a:rPr>
              <a:t>Job queue </a:t>
            </a:r>
            <a:r>
              <a:rPr lang="en-US" altLang="en-US" dirty="0" smtClean="0"/>
              <a:t>– set of all processes in the system</a:t>
            </a:r>
          </a:p>
          <a:p>
            <a:pPr lvl="1" eaLnBrk="1" hangingPunct="1"/>
            <a:r>
              <a:rPr lang="en-US" altLang="en-US" b="1" dirty="0" smtClean="0">
                <a:solidFill>
                  <a:srgbClr val="3366FF"/>
                </a:solidFill>
              </a:rPr>
              <a:t>Ready queue </a:t>
            </a:r>
            <a:r>
              <a:rPr lang="en-US" altLang="en-US" dirty="0" smtClean="0"/>
              <a:t>– set of all processes residing in main memory, ready and waiting to execute</a:t>
            </a:r>
          </a:p>
          <a:p>
            <a:pPr lvl="1" eaLnBrk="1" hangingPunct="1"/>
            <a:r>
              <a:rPr lang="en-US" altLang="en-US" b="1" dirty="0" smtClean="0">
                <a:solidFill>
                  <a:srgbClr val="3366FF"/>
                </a:solidFill>
              </a:rPr>
              <a:t>Device queues </a:t>
            </a:r>
            <a:r>
              <a:rPr lang="en-US" altLang="en-US" dirty="0" smtClean="0"/>
              <a:t>– set of processes waiting for an I/O device</a:t>
            </a:r>
          </a:p>
          <a:p>
            <a:pPr lvl="1" eaLnBrk="1" hangingPunct="1"/>
            <a:r>
              <a:rPr lang="en-US" altLang="en-US" dirty="0" smtClean="0"/>
              <a:t>Processes migrate among the various queues</a:t>
            </a:r>
          </a:p>
        </p:txBody>
      </p:sp>
    </p:spTree>
    <p:extLst>
      <p:ext uri="{BB962C8B-B14F-4D97-AF65-F5344CB8AC3E}">
        <p14:creationId xmlns:p14="http://schemas.microsoft.com/office/powerpoint/2010/main" val="1809441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495550" y="152401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 dirty="0">
                <a:solidFill>
                  <a:srgbClr val="FF0000"/>
                </a:solidFill>
              </a:rPr>
              <a:t>Representation of Process Scheduling</a:t>
            </a:r>
          </a:p>
        </p:txBody>
      </p:sp>
      <p:pic>
        <p:nvPicPr>
          <p:cNvPr id="22531" name="Picture 4" descr="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664" y="2379869"/>
            <a:ext cx="8300625" cy="378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Rectangle 3"/>
          <p:cNvSpPr txBox="1">
            <a:spLocks noChangeArrowheads="1"/>
          </p:cNvSpPr>
          <p:nvPr/>
        </p:nvSpPr>
        <p:spPr bwMode="auto">
          <a:xfrm>
            <a:off x="619433" y="1303337"/>
            <a:ext cx="8688082" cy="5736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b="1">
                <a:solidFill>
                  <a:srgbClr val="3366FF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t>Queueing diagram </a:t>
            </a:r>
            <a:r>
              <a:rPr kumimoji="1" lang="en-US" altLang="en-US">
                <a:latin typeface="Helvetica" panose="020B0604020202020204" pitchFamily="34" charset="0"/>
                <a:ea typeface="MS PGothic" panose="020B0600070205080204" pitchFamily="34" charset="-128"/>
              </a:rPr>
              <a:t>represents queues, resources, flows</a:t>
            </a:r>
          </a:p>
        </p:txBody>
      </p:sp>
    </p:spTree>
    <p:extLst>
      <p:ext uri="{BB962C8B-B14F-4D97-AF65-F5344CB8AC3E}">
        <p14:creationId xmlns:p14="http://schemas.microsoft.com/office/powerpoint/2010/main" val="2852220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8256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Schedulers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530942" y="1108075"/>
            <a:ext cx="10805651" cy="5341886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400" b="1" dirty="0">
                <a:solidFill>
                  <a:srgbClr val="3366FF"/>
                </a:solidFill>
              </a:rPr>
              <a:t>Short-term scheduler  </a:t>
            </a:r>
            <a:r>
              <a:rPr lang="en-US" altLang="en-US" sz="2400" dirty="0"/>
              <a:t>(or </a:t>
            </a:r>
            <a:r>
              <a:rPr lang="en-US" altLang="en-US" sz="2400" b="1" dirty="0">
                <a:solidFill>
                  <a:srgbClr val="3366FF"/>
                </a:solidFill>
              </a:rPr>
              <a:t>CPU scheduler</a:t>
            </a:r>
            <a:r>
              <a:rPr lang="en-US" altLang="en-US" sz="2400" dirty="0"/>
              <a:t>) – selects which process should be executed next and allocates CPU</a:t>
            </a:r>
          </a:p>
          <a:p>
            <a:pPr lvl="1" eaLnBrk="1" hangingPunct="1"/>
            <a:r>
              <a:rPr lang="en-US" altLang="en-US" dirty="0"/>
              <a:t>Short-term scheduler is invoked frequently (milliseconds) </a:t>
            </a:r>
            <a:r>
              <a:rPr lang="en-US" altLang="en-US" dirty="0">
                <a:sym typeface="Symbol" panose="05050102010706020507" pitchFamily="18" charset="2"/>
              </a:rPr>
              <a:t> (must be fast)</a:t>
            </a:r>
            <a:endParaRPr lang="en-US" altLang="en-US" sz="1050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en-US" sz="2400" b="1" dirty="0">
                <a:solidFill>
                  <a:srgbClr val="3366FF"/>
                </a:solidFill>
              </a:rPr>
              <a:t>Long-term scheduler  </a:t>
            </a:r>
            <a:r>
              <a:rPr lang="en-US" altLang="en-US" sz="2400" dirty="0"/>
              <a:t>(or </a:t>
            </a:r>
            <a:r>
              <a:rPr lang="en-US" altLang="en-US" sz="2400" b="1" dirty="0">
                <a:solidFill>
                  <a:srgbClr val="3366FF"/>
                </a:solidFill>
              </a:rPr>
              <a:t>job scheduler</a:t>
            </a:r>
            <a:r>
              <a:rPr lang="en-US" altLang="en-US" sz="2400" dirty="0"/>
              <a:t>) – selects which processes should be brought into the ready queue</a:t>
            </a:r>
          </a:p>
          <a:p>
            <a:pPr lvl="1" eaLnBrk="1" hangingPunct="1"/>
            <a:r>
              <a:rPr lang="en-US" altLang="en-US" dirty="0">
                <a:sym typeface="Symbol" panose="05050102010706020507" pitchFamily="18" charset="2"/>
              </a:rPr>
              <a:t>Long-term scheduler is invoked  infrequently (seconds, minutes)  (may be slow)</a:t>
            </a:r>
            <a:endParaRPr lang="en-US" altLang="en-US" sz="1050" dirty="0">
              <a:sym typeface="Symbol" panose="05050102010706020507" pitchFamily="18" charset="2"/>
            </a:endParaRPr>
          </a:p>
          <a:p>
            <a:pPr lvl="1" eaLnBrk="1" hangingPunct="1"/>
            <a:r>
              <a:rPr lang="en-US" altLang="en-US" dirty="0">
                <a:sym typeface="Symbol" panose="05050102010706020507" pitchFamily="18" charset="2"/>
              </a:rPr>
              <a:t>The long-term scheduler controls the </a:t>
            </a:r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degree of multiprogramming</a:t>
            </a:r>
            <a:endParaRPr lang="en-US" altLang="en-US" sz="1050" i="1" dirty="0">
              <a:sym typeface="Symbol" panose="05050102010706020507" pitchFamily="18" charset="2"/>
            </a:endParaRPr>
          </a:p>
          <a:p>
            <a:pPr eaLnBrk="1" hangingPunct="1"/>
            <a:r>
              <a:rPr lang="en-US" altLang="en-US" sz="2400" dirty="0">
                <a:sym typeface="Symbol" panose="05050102010706020507" pitchFamily="18" charset="2"/>
              </a:rPr>
              <a:t>Processes can be described as either:</a:t>
            </a:r>
          </a:p>
          <a:p>
            <a:pPr lvl="1" eaLnBrk="1" hangingPunct="1"/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I/O-bound process</a:t>
            </a:r>
            <a:r>
              <a:rPr lang="en-US" altLang="en-US" dirty="0">
                <a:solidFill>
                  <a:srgbClr val="000000"/>
                </a:solidFill>
                <a:sym typeface="Symbol" panose="05050102010706020507" pitchFamily="18" charset="2"/>
              </a:rPr>
              <a:t> </a:t>
            </a:r>
            <a:r>
              <a:rPr lang="en-US" altLang="en-US" dirty="0">
                <a:sym typeface="Symbol" panose="05050102010706020507" pitchFamily="18" charset="2"/>
              </a:rPr>
              <a:t>– spends more time doing I/O than computations, many short CPU bursts</a:t>
            </a:r>
          </a:p>
          <a:p>
            <a:pPr lvl="1" eaLnBrk="1" hangingPunct="1"/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CPU-bound process </a:t>
            </a:r>
            <a:r>
              <a:rPr lang="en-US" altLang="en-US" dirty="0">
                <a:sym typeface="Symbol" panose="05050102010706020507" pitchFamily="18" charset="2"/>
              </a:rPr>
              <a:t>– spends more time doing computations; few very long CPU bursts</a:t>
            </a:r>
          </a:p>
          <a:p>
            <a:pPr eaLnBrk="1" hangingPunct="1"/>
            <a:r>
              <a:rPr lang="en-US" altLang="en-US" sz="2400" dirty="0">
                <a:sym typeface="Symbol" panose="05050102010706020507" pitchFamily="18" charset="2"/>
              </a:rPr>
              <a:t>Long-term scheduler strives for good </a:t>
            </a:r>
            <a:r>
              <a:rPr lang="en-US" altLang="en-US" sz="2400" b="1" i="1" dirty="0">
                <a:sym typeface="Symbol" panose="05050102010706020507" pitchFamily="18" charset="2"/>
              </a:rPr>
              <a:t>process mix</a:t>
            </a:r>
            <a:endParaRPr lang="en-US" altLang="en-US" sz="2400" dirty="0">
              <a:sym typeface="Symbol" panose="05050102010706020507" pitchFamily="18" charset="2"/>
            </a:endParaRPr>
          </a:p>
          <a:p>
            <a:pPr eaLnBrk="1" hangingPunct="1"/>
            <a:endParaRPr lang="en-US" altLang="en-US" dirty="0" smtClean="0"/>
          </a:p>
          <a:p>
            <a:pPr eaLnBrk="1" hangingPunct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822430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609850" y="18256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Addition of Medium Term Scheduling</a:t>
            </a:r>
          </a:p>
        </p:txBody>
      </p:sp>
      <p:pic>
        <p:nvPicPr>
          <p:cNvPr id="26627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748" y="2827337"/>
            <a:ext cx="9581080" cy="34849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8" name="Rectangle 3"/>
          <p:cNvSpPr txBox="1">
            <a:spLocks noChangeArrowheads="1"/>
          </p:cNvSpPr>
          <p:nvPr/>
        </p:nvSpPr>
        <p:spPr bwMode="auto">
          <a:xfrm>
            <a:off x="563533" y="1069975"/>
            <a:ext cx="11215511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1060450" indent="-407988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t>Medium-term scheduler  </a:t>
            </a:r>
            <a:r>
              <a:rPr kumimoji="1" lang="en-US" altLang="en-US" dirty="0">
                <a:latin typeface="Helvetica" panose="020B0604020202020204" pitchFamily="34" charset="0"/>
                <a:ea typeface="MS PGothic" panose="020B0600070205080204" pitchFamily="34" charset="-128"/>
              </a:rPr>
              <a:t>can be added if degree of multiple programming needs to decrease</a:t>
            </a:r>
          </a:p>
          <a:p>
            <a:pPr lvl="1" eaLnBrk="1" hangingPunct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</a:pPr>
            <a:r>
              <a:rPr kumimoji="1" lang="en-US" altLang="en-US" dirty="0">
                <a:latin typeface="Helvetica" panose="020B0604020202020204" pitchFamily="34" charset="0"/>
                <a:ea typeface="MS PGothic" panose="020B0600070205080204" pitchFamily="34" charset="-128"/>
              </a:rPr>
              <a:t>Remove process from memory, store on disk, bring back in from disk to continue execution: </a:t>
            </a:r>
            <a:r>
              <a:rPr kumimoji="1" lang="en-US" altLang="en-US" b="1" dirty="0">
                <a:solidFill>
                  <a:srgbClr val="3366FF"/>
                </a:solidFill>
                <a:latin typeface="Helvetica" panose="020B0604020202020204" pitchFamily="34" charset="0"/>
                <a:ea typeface="MS PGothic" panose="020B0600070205080204" pitchFamily="34" charset="-128"/>
              </a:rPr>
              <a:t>swapping</a:t>
            </a:r>
          </a:p>
          <a:p>
            <a:pPr eaLnBrk="1" hangingPunct="1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dirty="0">
              <a:latin typeface="Helvetica" panose="020B0604020202020204" pitchFamily="34" charset="0"/>
              <a:ea typeface="MS PGothic" panose="020B0600070205080204" pitchFamily="34" charset="-128"/>
            </a:endParaRPr>
          </a:p>
          <a:p>
            <a:pPr eaLnBrk="1" hangingPunct="1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</a:pPr>
            <a:endParaRPr kumimoji="1" lang="en-US" altLang="en-US" dirty="0">
              <a:latin typeface="Helvetica" panose="020B0604020202020204" pitchFamily="34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71106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377687" y="182563"/>
            <a:ext cx="10358576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CPU Switch From Process to Process</a:t>
            </a:r>
          </a:p>
        </p:txBody>
      </p:sp>
      <p:pic>
        <p:nvPicPr>
          <p:cNvPr id="28675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34718"/>
            <a:ext cx="12191999" cy="56518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3650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66688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smtClean="0">
                <a:solidFill>
                  <a:srgbClr val="FF0000"/>
                </a:solidFill>
              </a:rPr>
              <a:t>Context Switch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745434" y="1118015"/>
            <a:ext cx="11261035" cy="4537350"/>
          </a:xfrm>
        </p:spPr>
        <p:txBody>
          <a:bodyPr/>
          <a:lstStyle/>
          <a:p>
            <a:pPr eaLnBrk="1" hangingPunct="1"/>
            <a:r>
              <a:rPr lang="en-US" altLang="en-US" dirty="0" smtClean="0"/>
              <a:t>When CPU switches to another process, the system must </a:t>
            </a:r>
            <a:r>
              <a:rPr lang="en-US" altLang="en-US" b="1" dirty="0" smtClean="0">
                <a:solidFill>
                  <a:srgbClr val="3366FF"/>
                </a:solidFill>
              </a:rPr>
              <a:t>save the state </a:t>
            </a:r>
            <a:r>
              <a:rPr lang="en-US" altLang="en-US" dirty="0" smtClean="0"/>
              <a:t>of the old process and load the </a:t>
            </a:r>
            <a:r>
              <a:rPr lang="en-US" altLang="en-US" b="1" dirty="0" smtClean="0">
                <a:solidFill>
                  <a:srgbClr val="3366FF"/>
                </a:solidFill>
              </a:rPr>
              <a:t>saved state </a:t>
            </a:r>
            <a:r>
              <a:rPr lang="en-US" altLang="en-US" dirty="0" smtClean="0"/>
              <a:t>for the new process via a </a:t>
            </a:r>
            <a:r>
              <a:rPr lang="en-US" altLang="en-US" b="1" dirty="0" smtClean="0">
                <a:solidFill>
                  <a:srgbClr val="3366FF"/>
                </a:solidFill>
              </a:rPr>
              <a:t>context switch</a:t>
            </a:r>
            <a:endParaRPr lang="en-US" altLang="en-US" dirty="0" smtClean="0"/>
          </a:p>
          <a:p>
            <a:pPr eaLnBrk="1" hangingPunct="1"/>
            <a:r>
              <a:rPr lang="en-US" altLang="en-US" b="1" dirty="0" smtClean="0">
                <a:solidFill>
                  <a:srgbClr val="3366FF"/>
                </a:solidFill>
              </a:rPr>
              <a:t>Context </a:t>
            </a:r>
            <a:r>
              <a:rPr lang="en-US" altLang="en-US" dirty="0" smtClean="0"/>
              <a:t>of a process represented in the PCB</a:t>
            </a:r>
          </a:p>
          <a:p>
            <a:pPr eaLnBrk="1" hangingPunct="1"/>
            <a:r>
              <a:rPr lang="en-US" altLang="en-US" dirty="0" smtClean="0"/>
              <a:t>Context-switch time is overhead; the system does no useful work while switching</a:t>
            </a:r>
          </a:p>
          <a:p>
            <a:pPr lvl="1" eaLnBrk="1" hangingPunct="1"/>
            <a:r>
              <a:rPr lang="en-US" altLang="en-US" dirty="0" smtClean="0"/>
              <a:t>The more complex the OS and the PCB </a:t>
            </a:r>
            <a:r>
              <a:rPr lang="en-US" altLang="en-US" dirty="0" smtClean="0">
                <a:sym typeface="Wingdings" panose="05000000000000000000" pitchFamily="2" charset="2"/>
              </a:rPr>
              <a:t> the </a:t>
            </a:r>
            <a:r>
              <a:rPr lang="en-US" altLang="en-US" dirty="0" smtClean="0"/>
              <a:t>longer the context switch</a:t>
            </a:r>
          </a:p>
        </p:txBody>
      </p:sp>
    </p:spTree>
    <p:extLst>
      <p:ext uri="{BB962C8B-B14F-4D97-AF65-F5344CB8AC3E}">
        <p14:creationId xmlns:p14="http://schemas.microsoft.com/office/powerpoint/2010/main" val="1282404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3125850" y="1635709"/>
            <a:ext cx="5940298" cy="8446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 algn="ctr">
              <a:lnSpc>
                <a:spcPts val="7125"/>
              </a:lnSpc>
              <a:spcBef>
                <a:spcPts val="100"/>
              </a:spcBef>
            </a:pPr>
            <a:r>
              <a:rPr lang="en-US" sz="4400" dirty="0">
                <a:solidFill>
                  <a:srgbClr val="FF0000"/>
                </a:solidFill>
                <a:latin typeface="MathJax_SansSerif"/>
                <a:cs typeface="MathJax_SansSerif"/>
              </a:rPr>
              <a:t>CPU Scheduling</a:t>
            </a:r>
            <a:endParaRPr sz="4400" dirty="0">
              <a:solidFill>
                <a:srgbClr val="FF0000"/>
              </a:solidFill>
              <a:latin typeface="MathJax_SansSerif"/>
              <a:cs typeface="MathJax_SansSerif"/>
            </a:endParaRPr>
          </a:p>
        </p:txBody>
      </p:sp>
    </p:spTree>
    <p:extLst>
      <p:ext uri="{BB962C8B-B14F-4D97-AF65-F5344CB8AC3E}">
        <p14:creationId xmlns:p14="http://schemas.microsoft.com/office/powerpoint/2010/main" val="1020697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6939" y="1808733"/>
            <a:ext cx="6493510" cy="262123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325755" indent="-228600">
              <a:lnSpc>
                <a:spcPts val="3020"/>
              </a:lnSpc>
              <a:spcBef>
                <a:spcPts val="48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50" dirty="0">
                <a:latin typeface="Verdana"/>
                <a:cs typeface="Verdana"/>
              </a:rPr>
              <a:t>Maximum </a:t>
            </a:r>
            <a:r>
              <a:rPr sz="2800" spc="20" dirty="0">
                <a:latin typeface="Verdana"/>
                <a:cs typeface="Verdana"/>
              </a:rPr>
              <a:t>CPU </a:t>
            </a:r>
            <a:r>
              <a:rPr sz="2800" spc="-110" dirty="0">
                <a:latin typeface="Verdana"/>
                <a:cs typeface="Verdana"/>
              </a:rPr>
              <a:t>utilization</a:t>
            </a:r>
            <a:r>
              <a:rPr sz="2800" spc="-600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obtained  </a:t>
            </a:r>
            <a:r>
              <a:rPr sz="2800" spc="-100" dirty="0">
                <a:latin typeface="Verdana"/>
                <a:cs typeface="Verdana"/>
              </a:rPr>
              <a:t>with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70" dirty="0">
                <a:latin typeface="Verdana"/>
                <a:cs typeface="Verdana"/>
              </a:rPr>
              <a:t>multiprogramming</a:t>
            </a:r>
            <a:endParaRPr sz="2800" dirty="0">
              <a:latin typeface="Verdana"/>
              <a:cs typeface="Verdana"/>
            </a:endParaRPr>
          </a:p>
          <a:p>
            <a:pPr marL="241300" marR="5080" indent="-228600">
              <a:lnSpc>
                <a:spcPts val="3020"/>
              </a:lnSpc>
              <a:spcBef>
                <a:spcPts val="101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100" dirty="0">
                <a:latin typeface="Verdana"/>
                <a:cs typeface="Verdana"/>
              </a:rPr>
              <a:t>CPU–I/O </a:t>
            </a:r>
            <a:r>
              <a:rPr sz="2800" spc="-260" dirty="0">
                <a:latin typeface="Verdana"/>
                <a:cs typeface="Verdana"/>
              </a:rPr>
              <a:t>Burst </a:t>
            </a:r>
            <a:r>
              <a:rPr sz="2800" spc="90" dirty="0">
                <a:latin typeface="Verdana"/>
                <a:cs typeface="Verdana"/>
              </a:rPr>
              <a:t>Cycle </a:t>
            </a:r>
            <a:r>
              <a:rPr sz="2800" spc="-385" dirty="0">
                <a:latin typeface="Verdana"/>
                <a:cs typeface="Verdana"/>
              </a:rPr>
              <a:t>– </a:t>
            </a:r>
            <a:r>
              <a:rPr sz="2800" spc="-75" dirty="0">
                <a:latin typeface="Verdana"/>
                <a:cs typeface="Verdana"/>
              </a:rPr>
              <a:t>Process  </a:t>
            </a:r>
            <a:r>
              <a:rPr sz="2800" spc="-5" dirty="0">
                <a:latin typeface="Verdana"/>
                <a:cs typeface="Verdana"/>
              </a:rPr>
              <a:t>execution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consists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of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225" dirty="0">
                <a:latin typeface="Verdana"/>
                <a:cs typeface="Verdana"/>
              </a:rPr>
              <a:t>a</a:t>
            </a:r>
            <a:r>
              <a:rPr sz="2800" spc="-235" dirty="0">
                <a:latin typeface="Verdana"/>
                <a:cs typeface="Verdana"/>
              </a:rPr>
              <a:t> </a:t>
            </a:r>
            <a:r>
              <a:rPr sz="2800" b="1" spc="-10" dirty="0">
                <a:solidFill>
                  <a:srgbClr val="3366FF"/>
                </a:solidFill>
                <a:latin typeface="Gothic Uralic"/>
                <a:cs typeface="Gothic Uralic"/>
              </a:rPr>
              <a:t>cycle</a:t>
            </a:r>
            <a:r>
              <a:rPr sz="2800" b="1" spc="-15" dirty="0">
                <a:solidFill>
                  <a:srgbClr val="3366FF"/>
                </a:solidFill>
                <a:latin typeface="Gothic Uralic"/>
                <a:cs typeface="Gothic Uralic"/>
              </a:rPr>
              <a:t> </a:t>
            </a:r>
            <a:r>
              <a:rPr sz="2800" spc="10" dirty="0">
                <a:latin typeface="Verdana"/>
                <a:cs typeface="Verdana"/>
              </a:rPr>
              <a:t>of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20" dirty="0">
                <a:latin typeface="Verdana"/>
                <a:cs typeface="Verdana"/>
              </a:rPr>
              <a:t>CPU  </a:t>
            </a:r>
            <a:r>
              <a:rPr sz="2800" spc="-5" dirty="0">
                <a:latin typeface="Verdana"/>
                <a:cs typeface="Verdana"/>
              </a:rPr>
              <a:t>execution </a:t>
            </a:r>
            <a:r>
              <a:rPr sz="2800" spc="105" dirty="0">
                <a:latin typeface="Verdana"/>
                <a:cs typeface="Verdana"/>
              </a:rPr>
              <a:t>and </a:t>
            </a:r>
            <a:r>
              <a:rPr sz="2800" spc="-130" dirty="0">
                <a:latin typeface="Verdana"/>
                <a:cs typeface="Verdana"/>
              </a:rPr>
              <a:t>I/O</a:t>
            </a:r>
            <a:r>
              <a:rPr sz="2800" spc="-68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wait</a:t>
            </a:r>
            <a:endParaRPr sz="2800" dirty="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64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b="1" spc="-5" dirty="0">
                <a:solidFill>
                  <a:srgbClr val="3366FF"/>
                </a:solidFill>
                <a:latin typeface="Gothic Uralic"/>
                <a:cs typeface="Gothic Uralic"/>
              </a:rPr>
              <a:t>CPU </a:t>
            </a:r>
            <a:r>
              <a:rPr sz="2800" b="1" dirty="0">
                <a:solidFill>
                  <a:srgbClr val="3366FF"/>
                </a:solidFill>
                <a:latin typeface="Gothic Uralic"/>
                <a:cs typeface="Gothic Uralic"/>
              </a:rPr>
              <a:t>burst </a:t>
            </a:r>
            <a:r>
              <a:rPr sz="2800" spc="10" dirty="0">
                <a:latin typeface="Verdana"/>
                <a:cs typeface="Verdana"/>
              </a:rPr>
              <a:t>followed </a:t>
            </a:r>
            <a:r>
              <a:rPr sz="2800" spc="-5" dirty="0">
                <a:latin typeface="Verdana"/>
                <a:cs typeface="Verdana"/>
              </a:rPr>
              <a:t>by </a:t>
            </a:r>
            <a:r>
              <a:rPr sz="2800" b="1" spc="-5" dirty="0">
                <a:solidFill>
                  <a:srgbClr val="3366FF"/>
                </a:solidFill>
                <a:latin typeface="Gothic Uralic"/>
                <a:cs typeface="Gothic Uralic"/>
              </a:rPr>
              <a:t>I/O</a:t>
            </a:r>
            <a:r>
              <a:rPr sz="2800" b="1" spc="-425" dirty="0">
                <a:solidFill>
                  <a:srgbClr val="3366FF"/>
                </a:solidFill>
                <a:latin typeface="Gothic Uralic"/>
                <a:cs typeface="Gothic Uralic"/>
              </a:rPr>
              <a:t> </a:t>
            </a:r>
            <a:r>
              <a:rPr sz="2800" b="1" spc="-5" dirty="0">
                <a:solidFill>
                  <a:srgbClr val="3366FF"/>
                </a:solidFill>
                <a:latin typeface="Gothic Uralic"/>
                <a:cs typeface="Gothic Uralic"/>
              </a:rPr>
              <a:t>burst</a:t>
            </a:r>
            <a:endParaRPr sz="2800" dirty="0">
              <a:latin typeface="Gothic Uralic"/>
              <a:cs typeface="Gothic Ural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42424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</a:rPr>
              <a:t>Basic</a:t>
            </a:r>
            <a:r>
              <a:rPr sz="4400" spc="-75" dirty="0">
                <a:solidFill>
                  <a:srgbClr val="FF0000"/>
                </a:solidFill>
              </a:rPr>
              <a:t> </a:t>
            </a:r>
            <a:r>
              <a:rPr sz="4400" dirty="0">
                <a:solidFill>
                  <a:srgbClr val="FF0000"/>
                </a:solidFill>
              </a:rPr>
              <a:t>Concepts</a:t>
            </a:r>
            <a:endParaRPr sz="4400"/>
          </a:p>
        </p:txBody>
      </p:sp>
      <p:grpSp>
        <p:nvGrpSpPr>
          <p:cNvPr id="5" name="object 5"/>
          <p:cNvGrpSpPr/>
          <p:nvPr/>
        </p:nvGrpSpPr>
        <p:grpSpPr>
          <a:xfrm>
            <a:off x="8524861" y="1429035"/>
            <a:ext cx="2552065" cy="5230495"/>
            <a:chOff x="8524861" y="1429035"/>
            <a:chExt cx="2552065" cy="5230495"/>
          </a:xfrm>
        </p:grpSpPr>
        <p:sp>
          <p:nvSpPr>
            <p:cNvPr id="6" name="object 6"/>
            <p:cNvSpPr/>
            <p:nvPr/>
          </p:nvSpPr>
          <p:spPr>
            <a:xfrm>
              <a:off x="8528801" y="2906070"/>
              <a:ext cx="1182370" cy="442595"/>
            </a:xfrm>
            <a:custGeom>
              <a:avLst/>
              <a:gdLst/>
              <a:ahLst/>
              <a:cxnLst/>
              <a:rect l="l" t="t" r="r" b="b"/>
              <a:pathLst>
                <a:path w="1182370" h="442595">
                  <a:moveTo>
                    <a:pt x="1181850" y="0"/>
                  </a:moveTo>
                  <a:lnTo>
                    <a:pt x="0" y="0"/>
                  </a:lnTo>
                  <a:lnTo>
                    <a:pt x="0" y="441978"/>
                  </a:lnTo>
                  <a:lnTo>
                    <a:pt x="1181850" y="441978"/>
                  </a:lnTo>
                  <a:lnTo>
                    <a:pt x="1181850" y="0"/>
                  </a:lnTo>
                  <a:close/>
                </a:path>
              </a:pathLst>
            </a:custGeom>
            <a:solidFill>
              <a:srgbClr val="C6E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28801" y="2906070"/>
              <a:ext cx="1182370" cy="1628775"/>
            </a:xfrm>
            <a:custGeom>
              <a:avLst/>
              <a:gdLst/>
              <a:ahLst/>
              <a:cxnLst/>
              <a:rect l="l" t="t" r="r" b="b"/>
              <a:pathLst>
                <a:path w="1182370" h="1628775">
                  <a:moveTo>
                    <a:pt x="0" y="0"/>
                  </a:moveTo>
                  <a:lnTo>
                    <a:pt x="1181850" y="0"/>
                  </a:lnTo>
                  <a:lnTo>
                    <a:pt x="1181850" y="441978"/>
                  </a:lnTo>
                  <a:lnTo>
                    <a:pt x="0" y="441978"/>
                  </a:lnTo>
                  <a:lnTo>
                    <a:pt x="0" y="0"/>
                  </a:lnTo>
                  <a:close/>
                </a:path>
                <a:path w="1182370" h="1628775">
                  <a:moveTo>
                    <a:pt x="0" y="1185273"/>
                  </a:moveTo>
                  <a:lnTo>
                    <a:pt x="1181850" y="1185273"/>
                  </a:lnTo>
                  <a:lnTo>
                    <a:pt x="1181850" y="1628490"/>
                  </a:lnTo>
                  <a:lnTo>
                    <a:pt x="0" y="1628490"/>
                  </a:lnTo>
                  <a:lnTo>
                    <a:pt x="0" y="1185273"/>
                  </a:lnTo>
                  <a:close/>
                </a:path>
              </a:pathLst>
            </a:custGeom>
            <a:ln w="7528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528801" y="5702530"/>
              <a:ext cx="1182370" cy="441959"/>
            </a:xfrm>
            <a:custGeom>
              <a:avLst/>
              <a:gdLst/>
              <a:ahLst/>
              <a:cxnLst/>
              <a:rect l="l" t="t" r="r" b="b"/>
              <a:pathLst>
                <a:path w="1182370" h="441960">
                  <a:moveTo>
                    <a:pt x="1181850" y="0"/>
                  </a:moveTo>
                  <a:lnTo>
                    <a:pt x="0" y="0"/>
                  </a:lnTo>
                  <a:lnTo>
                    <a:pt x="0" y="441960"/>
                  </a:lnTo>
                  <a:lnTo>
                    <a:pt x="1181850" y="441960"/>
                  </a:lnTo>
                  <a:lnTo>
                    <a:pt x="1181850" y="0"/>
                  </a:lnTo>
                  <a:close/>
                </a:path>
              </a:pathLst>
            </a:custGeom>
            <a:solidFill>
              <a:srgbClr val="D1D2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528801" y="5702530"/>
              <a:ext cx="1182370" cy="441959"/>
            </a:xfrm>
            <a:custGeom>
              <a:avLst/>
              <a:gdLst/>
              <a:ahLst/>
              <a:cxnLst/>
              <a:rect l="l" t="t" r="r" b="b"/>
              <a:pathLst>
                <a:path w="1182370" h="441960">
                  <a:moveTo>
                    <a:pt x="0" y="0"/>
                  </a:moveTo>
                  <a:lnTo>
                    <a:pt x="1181850" y="0"/>
                  </a:lnTo>
                  <a:lnTo>
                    <a:pt x="1181850" y="441960"/>
                  </a:lnTo>
                  <a:lnTo>
                    <a:pt x="0" y="441960"/>
                  </a:lnTo>
                  <a:lnTo>
                    <a:pt x="0" y="0"/>
                  </a:lnTo>
                  <a:close/>
                </a:path>
              </a:pathLst>
            </a:custGeom>
            <a:ln w="7858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591438" y="2105803"/>
              <a:ext cx="694921" cy="469933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98178" y="2460205"/>
              <a:ext cx="127000" cy="115570"/>
            </a:xfrm>
            <a:custGeom>
              <a:avLst/>
              <a:gdLst/>
              <a:ahLst/>
              <a:cxnLst/>
              <a:rect l="l" t="t" r="r" b="b"/>
              <a:pathLst>
                <a:path w="127000" h="115569">
                  <a:moveTo>
                    <a:pt x="12992" y="30607"/>
                  </a:moveTo>
                  <a:lnTo>
                    <a:pt x="0" y="30607"/>
                  </a:lnTo>
                  <a:lnTo>
                    <a:pt x="0" y="112877"/>
                  </a:lnTo>
                  <a:lnTo>
                    <a:pt x="12992" y="112877"/>
                  </a:lnTo>
                  <a:lnTo>
                    <a:pt x="12992" y="30607"/>
                  </a:lnTo>
                  <a:close/>
                </a:path>
                <a:path w="127000" h="115569">
                  <a:moveTo>
                    <a:pt x="12992" y="0"/>
                  </a:moveTo>
                  <a:lnTo>
                    <a:pt x="0" y="0"/>
                  </a:lnTo>
                  <a:lnTo>
                    <a:pt x="0" y="15925"/>
                  </a:lnTo>
                  <a:lnTo>
                    <a:pt x="12992" y="15925"/>
                  </a:lnTo>
                  <a:lnTo>
                    <a:pt x="12992" y="0"/>
                  </a:lnTo>
                  <a:close/>
                </a:path>
                <a:path w="127000" h="115569">
                  <a:moveTo>
                    <a:pt x="43726" y="0"/>
                  </a:moveTo>
                  <a:lnTo>
                    <a:pt x="31915" y="0"/>
                  </a:lnTo>
                  <a:lnTo>
                    <a:pt x="31915" y="112877"/>
                  </a:lnTo>
                  <a:lnTo>
                    <a:pt x="43726" y="112877"/>
                  </a:lnTo>
                  <a:lnTo>
                    <a:pt x="43726" y="0"/>
                  </a:lnTo>
                  <a:close/>
                </a:path>
                <a:path w="127000" h="115569">
                  <a:moveTo>
                    <a:pt x="126453" y="75730"/>
                  </a:moveTo>
                  <a:lnTo>
                    <a:pt x="125374" y="65112"/>
                  </a:lnTo>
                  <a:lnTo>
                    <a:pt x="124460" y="55943"/>
                  </a:lnTo>
                  <a:lnTo>
                    <a:pt x="118605" y="41224"/>
                  </a:lnTo>
                  <a:lnTo>
                    <a:pt x="118478" y="40894"/>
                  </a:lnTo>
                  <a:lnTo>
                    <a:pt x="113461" y="36080"/>
                  </a:lnTo>
                  <a:lnTo>
                    <a:pt x="113461" y="65112"/>
                  </a:lnTo>
                  <a:lnTo>
                    <a:pt x="72097" y="65112"/>
                  </a:lnTo>
                  <a:lnTo>
                    <a:pt x="73761" y="56299"/>
                  </a:lnTo>
                  <a:lnTo>
                    <a:pt x="78295" y="48653"/>
                  </a:lnTo>
                  <a:lnTo>
                    <a:pt x="85051" y="43268"/>
                  </a:lnTo>
                  <a:lnTo>
                    <a:pt x="93357" y="41224"/>
                  </a:lnTo>
                  <a:lnTo>
                    <a:pt x="102323" y="43268"/>
                  </a:lnTo>
                  <a:lnTo>
                    <a:pt x="108280" y="48653"/>
                  </a:lnTo>
                  <a:lnTo>
                    <a:pt x="111810" y="56299"/>
                  </a:lnTo>
                  <a:lnTo>
                    <a:pt x="113461" y="65112"/>
                  </a:lnTo>
                  <a:lnTo>
                    <a:pt x="113461" y="36080"/>
                  </a:lnTo>
                  <a:lnTo>
                    <a:pt x="108508" y="31318"/>
                  </a:lnTo>
                  <a:lnTo>
                    <a:pt x="94538" y="27952"/>
                  </a:lnTo>
                  <a:lnTo>
                    <a:pt x="79032" y="31661"/>
                  </a:lnTo>
                  <a:lnTo>
                    <a:pt x="67957" y="41706"/>
                  </a:lnTo>
                  <a:lnTo>
                    <a:pt x="61302" y="56464"/>
                  </a:lnTo>
                  <a:lnTo>
                    <a:pt x="59080" y="74307"/>
                  </a:lnTo>
                  <a:lnTo>
                    <a:pt x="61429" y="90830"/>
                  </a:lnTo>
                  <a:lnTo>
                    <a:pt x="68097" y="103886"/>
                  </a:lnTo>
                  <a:lnTo>
                    <a:pt x="78536" y="112458"/>
                  </a:lnTo>
                  <a:lnTo>
                    <a:pt x="92176" y="115531"/>
                  </a:lnTo>
                  <a:lnTo>
                    <a:pt x="104000" y="115531"/>
                  </a:lnTo>
                  <a:lnTo>
                    <a:pt x="125272" y="87579"/>
                  </a:lnTo>
                  <a:lnTo>
                    <a:pt x="113461" y="87579"/>
                  </a:lnTo>
                  <a:lnTo>
                    <a:pt x="112280" y="92887"/>
                  </a:lnTo>
                  <a:lnTo>
                    <a:pt x="105181" y="103505"/>
                  </a:lnTo>
                  <a:lnTo>
                    <a:pt x="94538" y="103505"/>
                  </a:lnTo>
                  <a:lnTo>
                    <a:pt x="85051" y="101574"/>
                  </a:lnTo>
                  <a:lnTo>
                    <a:pt x="78003" y="96050"/>
                  </a:lnTo>
                  <a:lnTo>
                    <a:pt x="73609" y="87312"/>
                  </a:lnTo>
                  <a:lnTo>
                    <a:pt x="72097" y="75730"/>
                  </a:lnTo>
                  <a:lnTo>
                    <a:pt x="126453" y="7573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91438" y="3495434"/>
              <a:ext cx="338011" cy="10881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983805" y="3517904"/>
              <a:ext cx="19050" cy="83820"/>
            </a:xfrm>
            <a:custGeom>
              <a:avLst/>
              <a:gdLst/>
              <a:ahLst/>
              <a:cxnLst/>
              <a:rect l="l" t="t" r="r" b="b"/>
              <a:pathLst>
                <a:path w="19050" h="83820">
                  <a:moveTo>
                    <a:pt x="18916" y="0"/>
                  </a:moveTo>
                  <a:lnTo>
                    <a:pt x="0" y="0"/>
                  </a:lnTo>
                  <a:lnTo>
                    <a:pt x="0" y="83689"/>
                  </a:lnTo>
                  <a:lnTo>
                    <a:pt x="18916" y="83689"/>
                  </a:lnTo>
                  <a:lnTo>
                    <a:pt x="18916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257882" y="1897891"/>
              <a:ext cx="818510" cy="433908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983802" y="3487483"/>
              <a:ext cx="664210" cy="116839"/>
            </a:xfrm>
            <a:custGeom>
              <a:avLst/>
              <a:gdLst/>
              <a:ahLst/>
              <a:cxnLst/>
              <a:rect l="l" t="t" r="r" b="b"/>
              <a:pathLst>
                <a:path w="664209" h="116839">
                  <a:moveTo>
                    <a:pt x="18910" y="0"/>
                  </a:moveTo>
                  <a:lnTo>
                    <a:pt x="0" y="0"/>
                  </a:lnTo>
                  <a:lnTo>
                    <a:pt x="0" y="19812"/>
                  </a:lnTo>
                  <a:lnTo>
                    <a:pt x="18910" y="19812"/>
                  </a:lnTo>
                  <a:lnTo>
                    <a:pt x="18910" y="0"/>
                  </a:lnTo>
                  <a:close/>
                </a:path>
                <a:path w="664209" h="116839">
                  <a:moveTo>
                    <a:pt x="106375" y="55727"/>
                  </a:moveTo>
                  <a:lnTo>
                    <a:pt x="104787" y="46355"/>
                  </a:lnTo>
                  <a:lnTo>
                    <a:pt x="104305" y="43522"/>
                  </a:lnTo>
                  <a:lnTo>
                    <a:pt x="103619" y="42456"/>
                  </a:lnTo>
                  <a:lnTo>
                    <a:pt x="98691" y="34785"/>
                  </a:lnTo>
                  <a:lnTo>
                    <a:pt x="90411" y="29527"/>
                  </a:lnTo>
                  <a:lnTo>
                    <a:pt x="80378" y="27774"/>
                  </a:lnTo>
                  <a:lnTo>
                    <a:pt x="71208" y="29324"/>
                  </a:lnTo>
                  <a:lnTo>
                    <a:pt x="64706" y="33121"/>
                  </a:lnTo>
                  <a:lnTo>
                    <a:pt x="60426" y="37922"/>
                  </a:lnTo>
                  <a:lnTo>
                    <a:pt x="57912" y="42456"/>
                  </a:lnTo>
                  <a:lnTo>
                    <a:pt x="57912" y="30429"/>
                  </a:lnTo>
                  <a:lnTo>
                    <a:pt x="39014" y="30429"/>
                  </a:lnTo>
                  <a:lnTo>
                    <a:pt x="39014" y="114122"/>
                  </a:lnTo>
                  <a:lnTo>
                    <a:pt x="57912" y="114122"/>
                  </a:lnTo>
                  <a:lnTo>
                    <a:pt x="57912" y="53073"/>
                  </a:lnTo>
                  <a:lnTo>
                    <a:pt x="64998" y="46355"/>
                  </a:lnTo>
                  <a:lnTo>
                    <a:pt x="86283" y="46355"/>
                  </a:lnTo>
                  <a:lnTo>
                    <a:pt x="86283" y="114122"/>
                  </a:lnTo>
                  <a:lnTo>
                    <a:pt x="106375" y="114122"/>
                  </a:lnTo>
                  <a:lnTo>
                    <a:pt x="106375" y="55727"/>
                  </a:lnTo>
                  <a:close/>
                </a:path>
                <a:path w="664209" h="116839">
                  <a:moveTo>
                    <a:pt x="190284" y="59626"/>
                  </a:moveTo>
                  <a:lnTo>
                    <a:pt x="185775" y="44043"/>
                  </a:lnTo>
                  <a:lnTo>
                    <a:pt x="177279" y="34277"/>
                  </a:lnTo>
                  <a:lnTo>
                    <a:pt x="167005" y="29222"/>
                  </a:lnTo>
                  <a:lnTo>
                    <a:pt x="157187" y="27774"/>
                  </a:lnTo>
                  <a:lnTo>
                    <a:pt x="140487" y="31318"/>
                  </a:lnTo>
                  <a:lnTo>
                    <a:pt x="129120" y="41084"/>
                  </a:lnTo>
                  <a:lnTo>
                    <a:pt x="122618" y="55841"/>
                  </a:lnTo>
                  <a:lnTo>
                    <a:pt x="120548" y="74307"/>
                  </a:lnTo>
                  <a:lnTo>
                    <a:pt x="122085" y="88176"/>
                  </a:lnTo>
                  <a:lnTo>
                    <a:pt x="127495" y="101981"/>
                  </a:lnTo>
                  <a:lnTo>
                    <a:pt x="137998" y="112547"/>
                  </a:lnTo>
                  <a:lnTo>
                    <a:pt x="154825" y="116776"/>
                  </a:lnTo>
                  <a:lnTo>
                    <a:pt x="172148" y="112687"/>
                  </a:lnTo>
                  <a:lnTo>
                    <a:pt x="168998" y="87579"/>
                  </a:lnTo>
                  <a:lnTo>
                    <a:pt x="166636" y="98196"/>
                  </a:lnTo>
                  <a:lnTo>
                    <a:pt x="156006" y="98196"/>
                  </a:lnTo>
                  <a:lnTo>
                    <a:pt x="147624" y="95148"/>
                  </a:lnTo>
                  <a:lnTo>
                    <a:pt x="143014" y="87731"/>
                  </a:lnTo>
                  <a:lnTo>
                    <a:pt x="141058" y="78562"/>
                  </a:lnTo>
                  <a:lnTo>
                    <a:pt x="140652" y="70243"/>
                  </a:lnTo>
                  <a:lnTo>
                    <a:pt x="141401" y="62623"/>
                  </a:lnTo>
                  <a:lnTo>
                    <a:pt x="144043" y="54838"/>
                  </a:lnTo>
                  <a:lnTo>
                    <a:pt x="149123" y="48793"/>
                  </a:lnTo>
                  <a:lnTo>
                    <a:pt x="157187" y="46355"/>
                  </a:lnTo>
                  <a:lnTo>
                    <a:pt x="165455" y="46355"/>
                  </a:lnTo>
                  <a:lnTo>
                    <a:pt x="168998" y="54317"/>
                  </a:lnTo>
                  <a:lnTo>
                    <a:pt x="170180" y="59626"/>
                  </a:lnTo>
                  <a:lnTo>
                    <a:pt x="190284" y="59626"/>
                  </a:lnTo>
                  <a:close/>
                </a:path>
                <a:path w="664209" h="116839">
                  <a:moveTo>
                    <a:pt x="247015" y="27774"/>
                  </a:moveTo>
                  <a:lnTo>
                    <a:pt x="243471" y="27774"/>
                  </a:lnTo>
                  <a:lnTo>
                    <a:pt x="235839" y="29159"/>
                  </a:lnTo>
                  <a:lnTo>
                    <a:pt x="230314" y="32931"/>
                  </a:lnTo>
                  <a:lnTo>
                    <a:pt x="226339" y="38442"/>
                  </a:lnTo>
                  <a:lnTo>
                    <a:pt x="223367" y="45110"/>
                  </a:lnTo>
                  <a:lnTo>
                    <a:pt x="222186" y="45110"/>
                  </a:lnTo>
                  <a:lnTo>
                    <a:pt x="222186" y="30429"/>
                  </a:lnTo>
                  <a:lnTo>
                    <a:pt x="203276" y="30429"/>
                  </a:lnTo>
                  <a:lnTo>
                    <a:pt x="203276" y="114122"/>
                  </a:lnTo>
                  <a:lnTo>
                    <a:pt x="223367" y="114122"/>
                  </a:lnTo>
                  <a:lnTo>
                    <a:pt x="223367" y="70243"/>
                  </a:lnTo>
                  <a:lnTo>
                    <a:pt x="224142" y="63258"/>
                  </a:lnTo>
                  <a:lnTo>
                    <a:pt x="226923" y="56883"/>
                  </a:lnTo>
                  <a:lnTo>
                    <a:pt x="232346" y="52222"/>
                  </a:lnTo>
                  <a:lnTo>
                    <a:pt x="241109" y="50419"/>
                  </a:lnTo>
                  <a:lnTo>
                    <a:pt x="247015" y="50419"/>
                  </a:lnTo>
                  <a:lnTo>
                    <a:pt x="247015" y="27774"/>
                  </a:lnTo>
                  <a:close/>
                </a:path>
                <a:path w="664209" h="116839">
                  <a:moveTo>
                    <a:pt x="323824" y="74307"/>
                  </a:moveTo>
                  <a:lnTo>
                    <a:pt x="322313" y="63690"/>
                  </a:lnTo>
                  <a:lnTo>
                    <a:pt x="320471" y="50761"/>
                  </a:lnTo>
                  <a:lnTo>
                    <a:pt x="317842" y="46355"/>
                  </a:lnTo>
                  <a:lnTo>
                    <a:pt x="312013" y="36576"/>
                  </a:lnTo>
                  <a:lnTo>
                    <a:pt x="303733" y="31407"/>
                  </a:lnTo>
                  <a:lnTo>
                    <a:pt x="303733" y="63690"/>
                  </a:lnTo>
                  <a:lnTo>
                    <a:pt x="272999" y="63690"/>
                  </a:lnTo>
                  <a:lnTo>
                    <a:pt x="274205" y="53073"/>
                  </a:lnTo>
                  <a:lnTo>
                    <a:pt x="280111" y="46355"/>
                  </a:lnTo>
                  <a:lnTo>
                    <a:pt x="295465" y="46355"/>
                  </a:lnTo>
                  <a:lnTo>
                    <a:pt x="302552" y="50419"/>
                  </a:lnTo>
                  <a:lnTo>
                    <a:pt x="303733" y="63690"/>
                  </a:lnTo>
                  <a:lnTo>
                    <a:pt x="303733" y="31407"/>
                  </a:lnTo>
                  <a:lnTo>
                    <a:pt x="300888" y="29616"/>
                  </a:lnTo>
                  <a:lnTo>
                    <a:pt x="289560" y="27774"/>
                  </a:lnTo>
                  <a:lnTo>
                    <a:pt x="269875" y="32918"/>
                  </a:lnTo>
                  <a:lnTo>
                    <a:pt x="258826" y="45021"/>
                  </a:lnTo>
                  <a:lnTo>
                    <a:pt x="253987" y="59118"/>
                  </a:lnTo>
                  <a:lnTo>
                    <a:pt x="252920" y="70243"/>
                  </a:lnTo>
                  <a:lnTo>
                    <a:pt x="255841" y="92062"/>
                  </a:lnTo>
                  <a:lnTo>
                    <a:pt x="263855" y="106438"/>
                  </a:lnTo>
                  <a:lnTo>
                    <a:pt x="275856" y="114350"/>
                  </a:lnTo>
                  <a:lnTo>
                    <a:pt x="290741" y="116776"/>
                  </a:lnTo>
                  <a:lnTo>
                    <a:pt x="300558" y="115392"/>
                  </a:lnTo>
                  <a:lnTo>
                    <a:pt x="309943" y="110756"/>
                  </a:lnTo>
                  <a:lnTo>
                    <a:pt x="317995" y="102146"/>
                  </a:lnTo>
                  <a:lnTo>
                    <a:pt x="319722" y="98196"/>
                  </a:lnTo>
                  <a:lnTo>
                    <a:pt x="323824" y="88811"/>
                  </a:lnTo>
                  <a:lnTo>
                    <a:pt x="303733" y="88811"/>
                  </a:lnTo>
                  <a:lnTo>
                    <a:pt x="301371" y="95542"/>
                  </a:lnTo>
                  <a:lnTo>
                    <a:pt x="295465" y="98196"/>
                  </a:lnTo>
                  <a:lnTo>
                    <a:pt x="290741" y="98196"/>
                  </a:lnTo>
                  <a:lnTo>
                    <a:pt x="280987" y="96012"/>
                  </a:lnTo>
                  <a:lnTo>
                    <a:pt x="275666" y="90716"/>
                  </a:lnTo>
                  <a:lnTo>
                    <a:pt x="273443" y="84162"/>
                  </a:lnTo>
                  <a:lnTo>
                    <a:pt x="272999" y="78193"/>
                  </a:lnTo>
                  <a:lnTo>
                    <a:pt x="323824" y="78193"/>
                  </a:lnTo>
                  <a:lnTo>
                    <a:pt x="323824" y="74307"/>
                  </a:lnTo>
                  <a:close/>
                </a:path>
                <a:path w="664209" h="116839">
                  <a:moveTo>
                    <a:pt x="445566" y="55727"/>
                  </a:moveTo>
                  <a:lnTo>
                    <a:pt x="443979" y="46355"/>
                  </a:lnTo>
                  <a:lnTo>
                    <a:pt x="443496" y="43522"/>
                  </a:lnTo>
                  <a:lnTo>
                    <a:pt x="442810" y="42456"/>
                  </a:lnTo>
                  <a:lnTo>
                    <a:pt x="441909" y="41046"/>
                  </a:lnTo>
                  <a:lnTo>
                    <a:pt x="437883" y="34785"/>
                  </a:lnTo>
                  <a:lnTo>
                    <a:pt x="429602" y="29527"/>
                  </a:lnTo>
                  <a:lnTo>
                    <a:pt x="419557" y="27774"/>
                  </a:lnTo>
                  <a:lnTo>
                    <a:pt x="406552" y="27774"/>
                  </a:lnTo>
                  <a:lnTo>
                    <a:pt x="401828" y="37147"/>
                  </a:lnTo>
                  <a:lnTo>
                    <a:pt x="399465" y="41046"/>
                  </a:lnTo>
                  <a:lnTo>
                    <a:pt x="393560" y="31838"/>
                  </a:lnTo>
                  <a:lnTo>
                    <a:pt x="388835" y="27774"/>
                  </a:lnTo>
                  <a:lnTo>
                    <a:pt x="378206" y="27774"/>
                  </a:lnTo>
                  <a:lnTo>
                    <a:pt x="369722" y="29324"/>
                  </a:lnTo>
                  <a:lnTo>
                    <a:pt x="363575" y="33121"/>
                  </a:lnTo>
                  <a:lnTo>
                    <a:pt x="359410" y="37922"/>
                  </a:lnTo>
                  <a:lnTo>
                    <a:pt x="356920" y="42456"/>
                  </a:lnTo>
                  <a:lnTo>
                    <a:pt x="356920" y="30429"/>
                  </a:lnTo>
                  <a:lnTo>
                    <a:pt x="338010" y="30429"/>
                  </a:lnTo>
                  <a:lnTo>
                    <a:pt x="338010" y="114122"/>
                  </a:lnTo>
                  <a:lnTo>
                    <a:pt x="358101" y="114122"/>
                  </a:lnTo>
                  <a:lnTo>
                    <a:pt x="358101" y="54317"/>
                  </a:lnTo>
                  <a:lnTo>
                    <a:pt x="360464" y="46355"/>
                  </a:lnTo>
                  <a:lnTo>
                    <a:pt x="381749" y="46355"/>
                  </a:lnTo>
                  <a:lnTo>
                    <a:pt x="381749" y="114122"/>
                  </a:lnTo>
                  <a:lnTo>
                    <a:pt x="401828" y="114122"/>
                  </a:lnTo>
                  <a:lnTo>
                    <a:pt x="401828" y="54317"/>
                  </a:lnTo>
                  <a:lnTo>
                    <a:pt x="405371" y="46355"/>
                  </a:lnTo>
                  <a:lnTo>
                    <a:pt x="420738" y="46355"/>
                  </a:lnTo>
                  <a:lnTo>
                    <a:pt x="425475" y="50419"/>
                  </a:lnTo>
                  <a:lnTo>
                    <a:pt x="425475" y="114122"/>
                  </a:lnTo>
                  <a:lnTo>
                    <a:pt x="445566" y="114122"/>
                  </a:lnTo>
                  <a:lnTo>
                    <a:pt x="445566" y="55727"/>
                  </a:lnTo>
                  <a:close/>
                </a:path>
                <a:path w="664209" h="116839">
                  <a:moveTo>
                    <a:pt x="529475" y="74307"/>
                  </a:moveTo>
                  <a:lnTo>
                    <a:pt x="517499" y="36576"/>
                  </a:lnTo>
                  <a:lnTo>
                    <a:pt x="509371" y="31648"/>
                  </a:lnTo>
                  <a:lnTo>
                    <a:pt x="509371" y="63690"/>
                  </a:lnTo>
                  <a:lnTo>
                    <a:pt x="478663" y="63690"/>
                  </a:lnTo>
                  <a:lnTo>
                    <a:pt x="479844" y="53073"/>
                  </a:lnTo>
                  <a:lnTo>
                    <a:pt x="484568" y="46355"/>
                  </a:lnTo>
                  <a:lnTo>
                    <a:pt x="499922" y="46355"/>
                  </a:lnTo>
                  <a:lnTo>
                    <a:pt x="508190" y="50419"/>
                  </a:lnTo>
                  <a:lnTo>
                    <a:pt x="509371" y="63690"/>
                  </a:lnTo>
                  <a:lnTo>
                    <a:pt x="509371" y="31648"/>
                  </a:lnTo>
                  <a:lnTo>
                    <a:pt x="506031" y="29616"/>
                  </a:lnTo>
                  <a:lnTo>
                    <a:pt x="494017" y="27774"/>
                  </a:lnTo>
                  <a:lnTo>
                    <a:pt x="474510" y="32918"/>
                  </a:lnTo>
                  <a:lnTo>
                    <a:pt x="463880" y="45021"/>
                  </a:lnTo>
                  <a:lnTo>
                    <a:pt x="459447" y="59118"/>
                  </a:lnTo>
                  <a:lnTo>
                    <a:pt x="458558" y="70243"/>
                  </a:lnTo>
                  <a:lnTo>
                    <a:pt x="461289" y="92062"/>
                  </a:lnTo>
                  <a:lnTo>
                    <a:pt x="468896" y="106438"/>
                  </a:lnTo>
                  <a:lnTo>
                    <a:pt x="480491" y="114350"/>
                  </a:lnTo>
                  <a:lnTo>
                    <a:pt x="495198" y="116776"/>
                  </a:lnTo>
                  <a:lnTo>
                    <a:pt x="505180" y="115392"/>
                  </a:lnTo>
                  <a:lnTo>
                    <a:pt x="514845" y="110756"/>
                  </a:lnTo>
                  <a:lnTo>
                    <a:pt x="522947" y="102146"/>
                  </a:lnTo>
                  <a:lnTo>
                    <a:pt x="524535" y="98196"/>
                  </a:lnTo>
                  <a:lnTo>
                    <a:pt x="528294" y="88811"/>
                  </a:lnTo>
                  <a:lnTo>
                    <a:pt x="508190" y="88811"/>
                  </a:lnTo>
                  <a:lnTo>
                    <a:pt x="507009" y="95542"/>
                  </a:lnTo>
                  <a:lnTo>
                    <a:pt x="501103" y="98196"/>
                  </a:lnTo>
                  <a:lnTo>
                    <a:pt x="495198" y="98196"/>
                  </a:lnTo>
                  <a:lnTo>
                    <a:pt x="486117" y="96012"/>
                  </a:lnTo>
                  <a:lnTo>
                    <a:pt x="481025" y="90716"/>
                  </a:lnTo>
                  <a:lnTo>
                    <a:pt x="478586" y="84162"/>
                  </a:lnTo>
                  <a:lnTo>
                    <a:pt x="477481" y="78193"/>
                  </a:lnTo>
                  <a:lnTo>
                    <a:pt x="529475" y="78193"/>
                  </a:lnTo>
                  <a:lnTo>
                    <a:pt x="529475" y="74307"/>
                  </a:lnTo>
                  <a:close/>
                </a:path>
                <a:path w="664209" h="116839">
                  <a:moveTo>
                    <a:pt x="611009" y="55727"/>
                  </a:moveTo>
                  <a:lnTo>
                    <a:pt x="608939" y="43522"/>
                  </a:lnTo>
                  <a:lnTo>
                    <a:pt x="603338" y="34785"/>
                  </a:lnTo>
                  <a:lnTo>
                    <a:pt x="595071" y="29527"/>
                  </a:lnTo>
                  <a:lnTo>
                    <a:pt x="585025" y="27774"/>
                  </a:lnTo>
                  <a:lnTo>
                    <a:pt x="575856" y="29324"/>
                  </a:lnTo>
                  <a:lnTo>
                    <a:pt x="569353" y="33121"/>
                  </a:lnTo>
                  <a:lnTo>
                    <a:pt x="565073" y="37922"/>
                  </a:lnTo>
                  <a:lnTo>
                    <a:pt x="562559" y="42456"/>
                  </a:lnTo>
                  <a:lnTo>
                    <a:pt x="561378" y="42456"/>
                  </a:lnTo>
                  <a:lnTo>
                    <a:pt x="561378" y="30429"/>
                  </a:lnTo>
                  <a:lnTo>
                    <a:pt x="542467" y="30429"/>
                  </a:lnTo>
                  <a:lnTo>
                    <a:pt x="542467" y="114122"/>
                  </a:lnTo>
                  <a:lnTo>
                    <a:pt x="562559" y="114122"/>
                  </a:lnTo>
                  <a:lnTo>
                    <a:pt x="562559" y="53073"/>
                  </a:lnTo>
                  <a:lnTo>
                    <a:pt x="569645" y="46355"/>
                  </a:lnTo>
                  <a:lnTo>
                    <a:pt x="590931" y="46355"/>
                  </a:lnTo>
                  <a:lnTo>
                    <a:pt x="590931" y="114122"/>
                  </a:lnTo>
                  <a:lnTo>
                    <a:pt x="611009" y="114122"/>
                  </a:lnTo>
                  <a:lnTo>
                    <a:pt x="611009" y="55727"/>
                  </a:lnTo>
                  <a:close/>
                </a:path>
                <a:path w="664209" h="116839">
                  <a:moveTo>
                    <a:pt x="664197" y="30429"/>
                  </a:moveTo>
                  <a:lnTo>
                    <a:pt x="651205" y="30429"/>
                  </a:lnTo>
                  <a:lnTo>
                    <a:pt x="651205" y="7962"/>
                  </a:lnTo>
                  <a:lnTo>
                    <a:pt x="632294" y="7962"/>
                  </a:lnTo>
                  <a:lnTo>
                    <a:pt x="632294" y="30429"/>
                  </a:lnTo>
                  <a:lnTo>
                    <a:pt x="621665" y="30429"/>
                  </a:lnTo>
                  <a:lnTo>
                    <a:pt x="621665" y="46355"/>
                  </a:lnTo>
                  <a:lnTo>
                    <a:pt x="632294" y="46355"/>
                  </a:lnTo>
                  <a:lnTo>
                    <a:pt x="632294" y="96774"/>
                  </a:lnTo>
                  <a:lnTo>
                    <a:pt x="632942" y="104152"/>
                  </a:lnTo>
                  <a:lnTo>
                    <a:pt x="635685" y="110045"/>
                  </a:lnTo>
                  <a:lnTo>
                    <a:pt x="641769" y="113944"/>
                  </a:lnTo>
                  <a:lnTo>
                    <a:pt x="652386" y="115354"/>
                  </a:lnTo>
                  <a:lnTo>
                    <a:pt x="660654" y="115354"/>
                  </a:lnTo>
                  <a:lnTo>
                    <a:pt x="664197" y="114122"/>
                  </a:lnTo>
                  <a:lnTo>
                    <a:pt x="664197" y="98196"/>
                  </a:lnTo>
                  <a:lnTo>
                    <a:pt x="652386" y="98196"/>
                  </a:lnTo>
                  <a:lnTo>
                    <a:pt x="651205" y="96774"/>
                  </a:lnTo>
                  <a:lnTo>
                    <a:pt x="651205" y="46355"/>
                  </a:lnTo>
                  <a:lnTo>
                    <a:pt x="664197" y="46355"/>
                  </a:lnTo>
                  <a:lnTo>
                    <a:pt x="664197" y="30429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597348" y="3664051"/>
              <a:ext cx="358105" cy="116775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589075" y="3840453"/>
              <a:ext cx="325001" cy="116775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960179" y="3849830"/>
              <a:ext cx="111089" cy="10739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117343" y="3840454"/>
              <a:ext cx="173990" cy="116839"/>
            </a:xfrm>
            <a:custGeom>
              <a:avLst/>
              <a:gdLst/>
              <a:ahLst/>
              <a:cxnLst/>
              <a:rect l="l" t="t" r="r" b="b"/>
              <a:pathLst>
                <a:path w="173990" h="116839">
                  <a:moveTo>
                    <a:pt x="35458" y="0"/>
                  </a:moveTo>
                  <a:lnTo>
                    <a:pt x="29552" y="0"/>
                  </a:lnTo>
                  <a:lnTo>
                    <a:pt x="21615" y="1041"/>
                  </a:lnTo>
                  <a:lnTo>
                    <a:pt x="15671" y="4318"/>
                  </a:lnTo>
                  <a:lnTo>
                    <a:pt x="11950" y="10083"/>
                  </a:lnTo>
                  <a:lnTo>
                    <a:pt x="10655" y="18580"/>
                  </a:lnTo>
                  <a:lnTo>
                    <a:pt x="10655" y="31851"/>
                  </a:lnTo>
                  <a:lnTo>
                    <a:pt x="0" y="31851"/>
                  </a:lnTo>
                  <a:lnTo>
                    <a:pt x="0" y="43878"/>
                  </a:lnTo>
                  <a:lnTo>
                    <a:pt x="10655" y="43878"/>
                  </a:lnTo>
                  <a:lnTo>
                    <a:pt x="10655" y="115544"/>
                  </a:lnTo>
                  <a:lnTo>
                    <a:pt x="22466" y="115544"/>
                  </a:lnTo>
                  <a:lnTo>
                    <a:pt x="22466" y="43878"/>
                  </a:lnTo>
                  <a:lnTo>
                    <a:pt x="35458" y="43878"/>
                  </a:lnTo>
                  <a:lnTo>
                    <a:pt x="35458" y="31851"/>
                  </a:lnTo>
                  <a:lnTo>
                    <a:pt x="22466" y="31851"/>
                  </a:lnTo>
                  <a:lnTo>
                    <a:pt x="22466" y="15925"/>
                  </a:lnTo>
                  <a:lnTo>
                    <a:pt x="24828" y="12039"/>
                  </a:lnTo>
                  <a:lnTo>
                    <a:pt x="31915" y="12039"/>
                  </a:lnTo>
                  <a:lnTo>
                    <a:pt x="33096" y="13271"/>
                  </a:lnTo>
                  <a:lnTo>
                    <a:pt x="35458" y="13271"/>
                  </a:lnTo>
                  <a:lnTo>
                    <a:pt x="35458" y="0"/>
                  </a:lnTo>
                  <a:close/>
                </a:path>
                <a:path w="173990" h="116839">
                  <a:moveTo>
                    <a:pt x="59105" y="31851"/>
                  </a:moveTo>
                  <a:lnTo>
                    <a:pt x="47294" y="31851"/>
                  </a:lnTo>
                  <a:lnTo>
                    <a:pt x="47294" y="115544"/>
                  </a:lnTo>
                  <a:lnTo>
                    <a:pt x="59105" y="115544"/>
                  </a:lnTo>
                  <a:lnTo>
                    <a:pt x="59105" y="31851"/>
                  </a:lnTo>
                  <a:close/>
                </a:path>
                <a:path w="173990" h="116839">
                  <a:moveTo>
                    <a:pt x="59105" y="1422"/>
                  </a:moveTo>
                  <a:lnTo>
                    <a:pt x="47294" y="1422"/>
                  </a:lnTo>
                  <a:lnTo>
                    <a:pt x="47294" y="17348"/>
                  </a:lnTo>
                  <a:lnTo>
                    <a:pt x="59105" y="17348"/>
                  </a:lnTo>
                  <a:lnTo>
                    <a:pt x="59105" y="1422"/>
                  </a:lnTo>
                  <a:close/>
                </a:path>
                <a:path w="173990" h="116839">
                  <a:moveTo>
                    <a:pt x="91008" y="1422"/>
                  </a:moveTo>
                  <a:lnTo>
                    <a:pt x="79197" y="1422"/>
                  </a:lnTo>
                  <a:lnTo>
                    <a:pt x="79197" y="115544"/>
                  </a:lnTo>
                  <a:lnTo>
                    <a:pt x="91008" y="115544"/>
                  </a:lnTo>
                  <a:lnTo>
                    <a:pt x="91008" y="1422"/>
                  </a:lnTo>
                  <a:close/>
                </a:path>
                <a:path w="173990" h="116839">
                  <a:moveTo>
                    <a:pt x="173748" y="78384"/>
                  </a:moveTo>
                  <a:lnTo>
                    <a:pt x="172681" y="67767"/>
                  </a:lnTo>
                  <a:lnTo>
                    <a:pt x="171754" y="58610"/>
                  </a:lnTo>
                  <a:lnTo>
                    <a:pt x="165773" y="43548"/>
                  </a:lnTo>
                  <a:lnTo>
                    <a:pt x="164642" y="42468"/>
                  </a:lnTo>
                  <a:lnTo>
                    <a:pt x="160743" y="38722"/>
                  </a:lnTo>
                  <a:lnTo>
                    <a:pt x="160743" y="67767"/>
                  </a:lnTo>
                  <a:lnTo>
                    <a:pt x="119380" y="67767"/>
                  </a:lnTo>
                  <a:lnTo>
                    <a:pt x="155422" y="50139"/>
                  </a:lnTo>
                  <a:lnTo>
                    <a:pt x="160743" y="67767"/>
                  </a:lnTo>
                  <a:lnTo>
                    <a:pt x="160743" y="38722"/>
                  </a:lnTo>
                  <a:lnTo>
                    <a:pt x="155803" y="33972"/>
                  </a:lnTo>
                  <a:lnTo>
                    <a:pt x="141846" y="30619"/>
                  </a:lnTo>
                  <a:lnTo>
                    <a:pt x="125831" y="34112"/>
                  </a:lnTo>
                  <a:lnTo>
                    <a:pt x="114808" y="43688"/>
                  </a:lnTo>
                  <a:lnTo>
                    <a:pt x="108432" y="58013"/>
                  </a:lnTo>
                  <a:lnTo>
                    <a:pt x="106387" y="75730"/>
                  </a:lnTo>
                  <a:lnTo>
                    <a:pt x="108559" y="92227"/>
                  </a:lnTo>
                  <a:lnTo>
                    <a:pt x="114947" y="105219"/>
                  </a:lnTo>
                  <a:lnTo>
                    <a:pt x="125323" y="113728"/>
                  </a:lnTo>
                  <a:lnTo>
                    <a:pt x="139458" y="116776"/>
                  </a:lnTo>
                  <a:lnTo>
                    <a:pt x="151295" y="116776"/>
                  </a:lnTo>
                  <a:lnTo>
                    <a:pt x="156019" y="114122"/>
                  </a:lnTo>
                  <a:lnTo>
                    <a:pt x="159562" y="111467"/>
                  </a:lnTo>
                  <a:lnTo>
                    <a:pt x="165417" y="105752"/>
                  </a:lnTo>
                  <a:lnTo>
                    <a:pt x="165887" y="104927"/>
                  </a:lnTo>
                  <a:lnTo>
                    <a:pt x="169164" y="99237"/>
                  </a:lnTo>
                  <a:lnTo>
                    <a:pt x="171361" y="93230"/>
                  </a:lnTo>
                  <a:lnTo>
                    <a:pt x="172554" y="89001"/>
                  </a:lnTo>
                  <a:lnTo>
                    <a:pt x="159562" y="89001"/>
                  </a:lnTo>
                  <a:lnTo>
                    <a:pt x="159562" y="95554"/>
                  </a:lnTo>
                  <a:lnTo>
                    <a:pt x="152476" y="104927"/>
                  </a:lnTo>
                  <a:lnTo>
                    <a:pt x="140665" y="104927"/>
                  </a:lnTo>
                  <a:lnTo>
                    <a:pt x="131343" y="103187"/>
                  </a:lnTo>
                  <a:lnTo>
                    <a:pt x="124701" y="98094"/>
                  </a:lnTo>
                  <a:lnTo>
                    <a:pt x="120713" y="89776"/>
                  </a:lnTo>
                  <a:lnTo>
                    <a:pt x="119380" y="78384"/>
                  </a:lnTo>
                  <a:lnTo>
                    <a:pt x="173748" y="78384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591438" y="4886303"/>
              <a:ext cx="694921" cy="469827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298178" y="5240667"/>
              <a:ext cx="127000" cy="115570"/>
            </a:xfrm>
            <a:custGeom>
              <a:avLst/>
              <a:gdLst/>
              <a:ahLst/>
              <a:cxnLst/>
              <a:rect l="l" t="t" r="r" b="b"/>
              <a:pathLst>
                <a:path w="127000" h="115570">
                  <a:moveTo>
                    <a:pt x="13004" y="30543"/>
                  </a:moveTo>
                  <a:lnTo>
                    <a:pt x="0" y="30543"/>
                  </a:lnTo>
                  <a:lnTo>
                    <a:pt x="0" y="112814"/>
                  </a:lnTo>
                  <a:lnTo>
                    <a:pt x="13004" y="112814"/>
                  </a:lnTo>
                  <a:lnTo>
                    <a:pt x="13004" y="30543"/>
                  </a:lnTo>
                  <a:close/>
                </a:path>
                <a:path w="127000" h="115570">
                  <a:moveTo>
                    <a:pt x="13004" y="0"/>
                  </a:moveTo>
                  <a:lnTo>
                    <a:pt x="0" y="0"/>
                  </a:lnTo>
                  <a:lnTo>
                    <a:pt x="0" y="14605"/>
                  </a:lnTo>
                  <a:lnTo>
                    <a:pt x="13004" y="14605"/>
                  </a:lnTo>
                  <a:lnTo>
                    <a:pt x="13004" y="0"/>
                  </a:lnTo>
                  <a:close/>
                </a:path>
                <a:path w="127000" h="115570">
                  <a:moveTo>
                    <a:pt x="43726" y="0"/>
                  </a:moveTo>
                  <a:lnTo>
                    <a:pt x="31915" y="0"/>
                  </a:lnTo>
                  <a:lnTo>
                    <a:pt x="31915" y="112814"/>
                  </a:lnTo>
                  <a:lnTo>
                    <a:pt x="43726" y="112814"/>
                  </a:lnTo>
                  <a:lnTo>
                    <a:pt x="43726" y="0"/>
                  </a:lnTo>
                  <a:close/>
                </a:path>
                <a:path w="127000" h="115570">
                  <a:moveTo>
                    <a:pt x="126453" y="75653"/>
                  </a:moveTo>
                  <a:lnTo>
                    <a:pt x="113461" y="36004"/>
                  </a:lnTo>
                  <a:lnTo>
                    <a:pt x="113461" y="65049"/>
                  </a:lnTo>
                  <a:lnTo>
                    <a:pt x="72097" y="65049"/>
                  </a:lnTo>
                  <a:lnTo>
                    <a:pt x="73761" y="55511"/>
                  </a:lnTo>
                  <a:lnTo>
                    <a:pt x="78295" y="47459"/>
                  </a:lnTo>
                  <a:lnTo>
                    <a:pt x="85051" y="41910"/>
                  </a:lnTo>
                  <a:lnTo>
                    <a:pt x="93357" y="39827"/>
                  </a:lnTo>
                  <a:lnTo>
                    <a:pt x="102323" y="41910"/>
                  </a:lnTo>
                  <a:lnTo>
                    <a:pt x="108280" y="47459"/>
                  </a:lnTo>
                  <a:lnTo>
                    <a:pt x="111810" y="55511"/>
                  </a:lnTo>
                  <a:lnTo>
                    <a:pt x="113461" y="65049"/>
                  </a:lnTo>
                  <a:lnTo>
                    <a:pt x="113461" y="36004"/>
                  </a:lnTo>
                  <a:lnTo>
                    <a:pt x="108508" y="31229"/>
                  </a:lnTo>
                  <a:lnTo>
                    <a:pt x="94538" y="27876"/>
                  </a:lnTo>
                  <a:lnTo>
                    <a:pt x="79032" y="31394"/>
                  </a:lnTo>
                  <a:lnTo>
                    <a:pt x="67957" y="41148"/>
                  </a:lnTo>
                  <a:lnTo>
                    <a:pt x="61302" y="55880"/>
                  </a:lnTo>
                  <a:lnTo>
                    <a:pt x="59080" y="74333"/>
                  </a:lnTo>
                  <a:lnTo>
                    <a:pt x="61429" y="90843"/>
                  </a:lnTo>
                  <a:lnTo>
                    <a:pt x="68097" y="103860"/>
                  </a:lnTo>
                  <a:lnTo>
                    <a:pt x="78536" y="112395"/>
                  </a:lnTo>
                  <a:lnTo>
                    <a:pt x="92176" y="115468"/>
                  </a:lnTo>
                  <a:lnTo>
                    <a:pt x="104000" y="115468"/>
                  </a:lnTo>
                  <a:lnTo>
                    <a:pt x="108737" y="111493"/>
                  </a:lnTo>
                  <a:lnTo>
                    <a:pt x="112280" y="108839"/>
                  </a:lnTo>
                  <a:lnTo>
                    <a:pt x="125272" y="86271"/>
                  </a:lnTo>
                  <a:lnTo>
                    <a:pt x="113461" y="86271"/>
                  </a:lnTo>
                  <a:lnTo>
                    <a:pt x="111506" y="91770"/>
                  </a:lnTo>
                  <a:lnTo>
                    <a:pt x="107543" y="97383"/>
                  </a:lnTo>
                  <a:lnTo>
                    <a:pt x="101815" y="101765"/>
                  </a:lnTo>
                  <a:lnTo>
                    <a:pt x="94538" y="103530"/>
                  </a:lnTo>
                  <a:lnTo>
                    <a:pt x="85051" y="101600"/>
                  </a:lnTo>
                  <a:lnTo>
                    <a:pt x="78003" y="96062"/>
                  </a:lnTo>
                  <a:lnTo>
                    <a:pt x="73609" y="87287"/>
                  </a:lnTo>
                  <a:lnTo>
                    <a:pt x="72097" y="75653"/>
                  </a:lnTo>
                  <a:lnTo>
                    <a:pt x="126453" y="75653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94718" y="3070795"/>
              <a:ext cx="247002" cy="115360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080718" y="3068141"/>
              <a:ext cx="169004" cy="11801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286359" y="3066725"/>
              <a:ext cx="181571" cy="11942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94718" y="4255891"/>
              <a:ext cx="247002" cy="115537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080719" y="4254476"/>
              <a:ext cx="169004" cy="11695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286359" y="4253237"/>
              <a:ext cx="181571" cy="119429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794718" y="5865768"/>
              <a:ext cx="247002" cy="115466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080719" y="5864441"/>
              <a:ext cx="169004" cy="116793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286360" y="5863114"/>
              <a:ext cx="181571" cy="119447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096083" y="1429041"/>
              <a:ext cx="46355" cy="5230495"/>
            </a:xfrm>
            <a:custGeom>
              <a:avLst/>
              <a:gdLst/>
              <a:ahLst/>
              <a:cxnLst/>
              <a:rect l="l" t="t" r="r" b="b"/>
              <a:pathLst>
                <a:path w="46354" h="5230495">
                  <a:moveTo>
                    <a:pt x="46088" y="5203863"/>
                  </a:moveTo>
                  <a:lnTo>
                    <a:pt x="44246" y="5193754"/>
                  </a:lnTo>
                  <a:lnTo>
                    <a:pt x="39293" y="5185778"/>
                  </a:lnTo>
                  <a:lnTo>
                    <a:pt x="32131" y="5180533"/>
                  </a:lnTo>
                  <a:lnTo>
                    <a:pt x="23634" y="5178641"/>
                  </a:lnTo>
                  <a:lnTo>
                    <a:pt x="14452" y="5180533"/>
                  </a:lnTo>
                  <a:lnTo>
                    <a:pt x="6946" y="5185778"/>
                  </a:lnTo>
                  <a:lnTo>
                    <a:pt x="1866" y="5193754"/>
                  </a:lnTo>
                  <a:lnTo>
                    <a:pt x="0" y="5203863"/>
                  </a:lnTo>
                  <a:lnTo>
                    <a:pt x="1866" y="5214163"/>
                  </a:lnTo>
                  <a:lnTo>
                    <a:pt x="6946" y="5222608"/>
                  </a:lnTo>
                  <a:lnTo>
                    <a:pt x="14452" y="5228310"/>
                  </a:lnTo>
                  <a:lnTo>
                    <a:pt x="23634" y="5230406"/>
                  </a:lnTo>
                  <a:lnTo>
                    <a:pt x="32131" y="5228310"/>
                  </a:lnTo>
                  <a:lnTo>
                    <a:pt x="39293" y="5222608"/>
                  </a:lnTo>
                  <a:lnTo>
                    <a:pt x="44246" y="5214163"/>
                  </a:lnTo>
                  <a:lnTo>
                    <a:pt x="46088" y="5203863"/>
                  </a:lnTo>
                  <a:close/>
                </a:path>
                <a:path w="46354" h="5230495">
                  <a:moveTo>
                    <a:pt x="46088" y="5044605"/>
                  </a:moveTo>
                  <a:lnTo>
                    <a:pt x="44246" y="5034496"/>
                  </a:lnTo>
                  <a:lnTo>
                    <a:pt x="39293" y="5026507"/>
                  </a:lnTo>
                  <a:lnTo>
                    <a:pt x="32131" y="5021262"/>
                  </a:lnTo>
                  <a:lnTo>
                    <a:pt x="23634" y="5019370"/>
                  </a:lnTo>
                  <a:lnTo>
                    <a:pt x="14452" y="5021262"/>
                  </a:lnTo>
                  <a:lnTo>
                    <a:pt x="6946" y="5026507"/>
                  </a:lnTo>
                  <a:lnTo>
                    <a:pt x="1866" y="5034496"/>
                  </a:lnTo>
                  <a:lnTo>
                    <a:pt x="0" y="5044605"/>
                  </a:lnTo>
                  <a:lnTo>
                    <a:pt x="1866" y="5054905"/>
                  </a:lnTo>
                  <a:lnTo>
                    <a:pt x="6946" y="5063350"/>
                  </a:lnTo>
                  <a:lnTo>
                    <a:pt x="14452" y="5069052"/>
                  </a:lnTo>
                  <a:lnTo>
                    <a:pt x="23634" y="5071148"/>
                  </a:lnTo>
                  <a:lnTo>
                    <a:pt x="32131" y="5069052"/>
                  </a:lnTo>
                  <a:lnTo>
                    <a:pt x="39293" y="5063350"/>
                  </a:lnTo>
                  <a:lnTo>
                    <a:pt x="44246" y="5054905"/>
                  </a:lnTo>
                  <a:lnTo>
                    <a:pt x="46088" y="5044605"/>
                  </a:lnTo>
                  <a:close/>
                </a:path>
                <a:path w="46354" h="5230495">
                  <a:moveTo>
                    <a:pt x="46088" y="4885334"/>
                  </a:moveTo>
                  <a:lnTo>
                    <a:pt x="44246" y="4875225"/>
                  </a:lnTo>
                  <a:lnTo>
                    <a:pt x="39293" y="4867249"/>
                  </a:lnTo>
                  <a:lnTo>
                    <a:pt x="32131" y="4862004"/>
                  </a:lnTo>
                  <a:lnTo>
                    <a:pt x="23634" y="4860112"/>
                  </a:lnTo>
                  <a:lnTo>
                    <a:pt x="14452" y="4862004"/>
                  </a:lnTo>
                  <a:lnTo>
                    <a:pt x="6946" y="4867249"/>
                  </a:lnTo>
                  <a:lnTo>
                    <a:pt x="1866" y="4875225"/>
                  </a:lnTo>
                  <a:lnTo>
                    <a:pt x="0" y="4885334"/>
                  </a:lnTo>
                  <a:lnTo>
                    <a:pt x="1866" y="4895634"/>
                  </a:lnTo>
                  <a:lnTo>
                    <a:pt x="6946" y="4904067"/>
                  </a:lnTo>
                  <a:lnTo>
                    <a:pt x="14452" y="4909769"/>
                  </a:lnTo>
                  <a:lnTo>
                    <a:pt x="23634" y="4911864"/>
                  </a:lnTo>
                  <a:lnTo>
                    <a:pt x="32131" y="4909769"/>
                  </a:lnTo>
                  <a:lnTo>
                    <a:pt x="39293" y="4904067"/>
                  </a:lnTo>
                  <a:lnTo>
                    <a:pt x="44246" y="4895634"/>
                  </a:lnTo>
                  <a:lnTo>
                    <a:pt x="46088" y="4885334"/>
                  </a:lnTo>
                  <a:close/>
                </a:path>
                <a:path w="46354" h="5230495">
                  <a:moveTo>
                    <a:pt x="46088" y="345020"/>
                  </a:moveTo>
                  <a:lnTo>
                    <a:pt x="44246" y="334670"/>
                  </a:lnTo>
                  <a:lnTo>
                    <a:pt x="39293" y="326237"/>
                  </a:lnTo>
                  <a:lnTo>
                    <a:pt x="32131" y="320560"/>
                  </a:lnTo>
                  <a:lnTo>
                    <a:pt x="23622" y="318477"/>
                  </a:lnTo>
                  <a:lnTo>
                    <a:pt x="14452" y="320560"/>
                  </a:lnTo>
                  <a:lnTo>
                    <a:pt x="6946" y="326237"/>
                  </a:lnTo>
                  <a:lnTo>
                    <a:pt x="1866" y="334670"/>
                  </a:lnTo>
                  <a:lnTo>
                    <a:pt x="0" y="345020"/>
                  </a:lnTo>
                  <a:lnTo>
                    <a:pt x="1866" y="355282"/>
                  </a:lnTo>
                  <a:lnTo>
                    <a:pt x="6946" y="363728"/>
                  </a:lnTo>
                  <a:lnTo>
                    <a:pt x="14452" y="369455"/>
                  </a:lnTo>
                  <a:lnTo>
                    <a:pt x="23622" y="371563"/>
                  </a:lnTo>
                  <a:lnTo>
                    <a:pt x="32131" y="369455"/>
                  </a:lnTo>
                  <a:lnTo>
                    <a:pt x="39293" y="363728"/>
                  </a:lnTo>
                  <a:lnTo>
                    <a:pt x="44246" y="355282"/>
                  </a:lnTo>
                  <a:lnTo>
                    <a:pt x="46088" y="345020"/>
                  </a:lnTo>
                  <a:close/>
                </a:path>
                <a:path w="46354" h="5230495">
                  <a:moveTo>
                    <a:pt x="46088" y="185775"/>
                  </a:moveTo>
                  <a:lnTo>
                    <a:pt x="44246" y="175437"/>
                  </a:lnTo>
                  <a:lnTo>
                    <a:pt x="39293" y="167005"/>
                  </a:lnTo>
                  <a:lnTo>
                    <a:pt x="32131" y="161315"/>
                  </a:lnTo>
                  <a:lnTo>
                    <a:pt x="23622" y="159245"/>
                  </a:lnTo>
                  <a:lnTo>
                    <a:pt x="14452" y="161315"/>
                  </a:lnTo>
                  <a:lnTo>
                    <a:pt x="6946" y="167005"/>
                  </a:lnTo>
                  <a:lnTo>
                    <a:pt x="1866" y="175437"/>
                  </a:lnTo>
                  <a:lnTo>
                    <a:pt x="0" y="185775"/>
                  </a:lnTo>
                  <a:lnTo>
                    <a:pt x="1866" y="196049"/>
                  </a:lnTo>
                  <a:lnTo>
                    <a:pt x="6946" y="204495"/>
                  </a:lnTo>
                  <a:lnTo>
                    <a:pt x="14452" y="210210"/>
                  </a:lnTo>
                  <a:lnTo>
                    <a:pt x="23622" y="212318"/>
                  </a:lnTo>
                  <a:lnTo>
                    <a:pt x="32131" y="210210"/>
                  </a:lnTo>
                  <a:lnTo>
                    <a:pt x="39293" y="204495"/>
                  </a:lnTo>
                  <a:lnTo>
                    <a:pt x="44246" y="196049"/>
                  </a:lnTo>
                  <a:lnTo>
                    <a:pt x="46088" y="185775"/>
                  </a:lnTo>
                  <a:close/>
                </a:path>
                <a:path w="46354" h="5230495">
                  <a:moveTo>
                    <a:pt x="46088" y="26543"/>
                  </a:moveTo>
                  <a:lnTo>
                    <a:pt x="44246" y="16192"/>
                  </a:lnTo>
                  <a:lnTo>
                    <a:pt x="39293" y="7759"/>
                  </a:lnTo>
                  <a:lnTo>
                    <a:pt x="32131" y="2082"/>
                  </a:lnTo>
                  <a:lnTo>
                    <a:pt x="23622" y="0"/>
                  </a:lnTo>
                  <a:lnTo>
                    <a:pt x="14452" y="2082"/>
                  </a:lnTo>
                  <a:lnTo>
                    <a:pt x="6946" y="7759"/>
                  </a:lnTo>
                  <a:lnTo>
                    <a:pt x="1866" y="16192"/>
                  </a:lnTo>
                  <a:lnTo>
                    <a:pt x="0" y="26543"/>
                  </a:lnTo>
                  <a:lnTo>
                    <a:pt x="1866" y="36804"/>
                  </a:lnTo>
                  <a:lnTo>
                    <a:pt x="6946" y="45250"/>
                  </a:lnTo>
                  <a:lnTo>
                    <a:pt x="14452" y="50977"/>
                  </a:lnTo>
                  <a:lnTo>
                    <a:pt x="23622" y="53073"/>
                  </a:lnTo>
                  <a:lnTo>
                    <a:pt x="32131" y="50977"/>
                  </a:lnTo>
                  <a:lnTo>
                    <a:pt x="39293" y="45250"/>
                  </a:lnTo>
                  <a:lnTo>
                    <a:pt x="44246" y="36804"/>
                  </a:lnTo>
                  <a:lnTo>
                    <a:pt x="46088" y="26543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49730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6939" y="1816353"/>
            <a:ext cx="10864215" cy="423291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5080" indent="-228600">
              <a:lnSpc>
                <a:spcPts val="2590"/>
              </a:lnSpc>
              <a:spcBef>
                <a:spcPts val="42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b="1" spc="-5" dirty="0">
                <a:solidFill>
                  <a:srgbClr val="3366FF"/>
                </a:solidFill>
                <a:latin typeface="Gothic Uralic"/>
                <a:cs typeface="Gothic Uralic"/>
              </a:rPr>
              <a:t>Short-term</a:t>
            </a:r>
            <a:r>
              <a:rPr sz="2400" b="1" spc="5" dirty="0">
                <a:solidFill>
                  <a:srgbClr val="3366FF"/>
                </a:solidFill>
                <a:latin typeface="Gothic Uralic"/>
                <a:cs typeface="Gothic Uralic"/>
              </a:rPr>
              <a:t> </a:t>
            </a:r>
            <a:r>
              <a:rPr sz="2400" b="1" dirty="0">
                <a:solidFill>
                  <a:srgbClr val="3366FF"/>
                </a:solidFill>
                <a:latin typeface="Gothic Uralic"/>
                <a:cs typeface="Gothic Uralic"/>
              </a:rPr>
              <a:t>scheduler </a:t>
            </a:r>
            <a:r>
              <a:rPr sz="2400" spc="-60" dirty="0">
                <a:latin typeface="Verdana"/>
                <a:cs typeface="Verdana"/>
              </a:rPr>
              <a:t>selects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95" dirty="0">
                <a:latin typeface="Verdana"/>
                <a:cs typeface="Verdana"/>
              </a:rPr>
              <a:t>from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55" dirty="0">
                <a:latin typeface="Verdana"/>
                <a:cs typeface="Verdana"/>
              </a:rPr>
              <a:t>among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the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55" dirty="0">
                <a:latin typeface="Verdana"/>
                <a:cs typeface="Verdana"/>
              </a:rPr>
              <a:t>processes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-110" dirty="0">
                <a:latin typeface="Verdana"/>
                <a:cs typeface="Verdana"/>
              </a:rPr>
              <a:t>in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ready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queue,  </a:t>
            </a:r>
            <a:r>
              <a:rPr sz="2400" spc="95" dirty="0">
                <a:latin typeface="Verdana"/>
                <a:cs typeface="Verdana"/>
              </a:rPr>
              <a:t>and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10" dirty="0">
                <a:latin typeface="Verdana"/>
                <a:cs typeface="Verdana"/>
              </a:rPr>
              <a:t>allocates</a:t>
            </a:r>
            <a:r>
              <a:rPr sz="2400" spc="-20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the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15" dirty="0">
                <a:latin typeface="Verdana"/>
                <a:cs typeface="Verdana"/>
              </a:rPr>
              <a:t>CPU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to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60" dirty="0">
                <a:latin typeface="Verdana"/>
                <a:cs typeface="Verdana"/>
              </a:rPr>
              <a:t>one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of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35" dirty="0">
                <a:latin typeface="Verdana"/>
                <a:cs typeface="Verdana"/>
              </a:rPr>
              <a:t>them</a:t>
            </a:r>
            <a:endParaRPr sz="2400">
              <a:latin typeface="Verdana"/>
              <a:cs typeface="Verdana"/>
            </a:endParaRPr>
          </a:p>
          <a:p>
            <a:pPr marL="812800" lvl="1" indent="-343535">
              <a:lnSpc>
                <a:spcPct val="100000"/>
              </a:lnSpc>
              <a:spcBef>
                <a:spcPts val="545"/>
              </a:spcBef>
              <a:buClr>
                <a:srgbClr val="EC7C30"/>
              </a:buClr>
              <a:buFont typeface="Wingdings"/>
              <a:buChar char=""/>
              <a:tabLst>
                <a:tab pos="812800" algn="l"/>
                <a:tab pos="813435" algn="l"/>
              </a:tabLst>
            </a:pPr>
            <a:r>
              <a:rPr sz="2400" spc="65" dirty="0">
                <a:latin typeface="Verdana"/>
                <a:cs typeface="Verdana"/>
              </a:rPr>
              <a:t>Queue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may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130" dirty="0">
                <a:latin typeface="Verdana"/>
                <a:cs typeface="Verdana"/>
              </a:rPr>
              <a:t>be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ordered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10" dirty="0">
                <a:latin typeface="Verdana"/>
                <a:cs typeface="Verdana"/>
              </a:rPr>
              <a:t>in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90" dirty="0">
                <a:latin typeface="Verdana"/>
                <a:cs typeface="Verdana"/>
              </a:rPr>
              <a:t>various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-65" dirty="0">
                <a:latin typeface="Verdana"/>
                <a:cs typeface="Verdana"/>
              </a:rPr>
              <a:t>ways</a:t>
            </a:r>
            <a:endParaRPr sz="24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spc="20" dirty="0">
                <a:latin typeface="Verdana"/>
                <a:cs typeface="Verdana"/>
              </a:rPr>
              <a:t>CPU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scheduling</a:t>
            </a:r>
            <a:r>
              <a:rPr sz="2400" spc="-220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decisions</a:t>
            </a:r>
            <a:r>
              <a:rPr sz="2400" spc="-200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may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5" dirty="0">
                <a:latin typeface="Verdana"/>
                <a:cs typeface="Verdana"/>
              </a:rPr>
              <a:t>take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110" dirty="0">
                <a:latin typeface="Verdana"/>
                <a:cs typeface="Verdana"/>
              </a:rPr>
              <a:t>place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when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195" dirty="0">
                <a:latin typeface="Verdana"/>
                <a:cs typeface="Verdana"/>
              </a:rPr>
              <a:t>a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-90" dirty="0">
                <a:latin typeface="Verdana"/>
                <a:cs typeface="Verdana"/>
              </a:rPr>
              <a:t>process:</a:t>
            </a:r>
            <a:endParaRPr sz="2400">
              <a:latin typeface="Verdana"/>
              <a:cs typeface="Verdana"/>
            </a:endParaRPr>
          </a:p>
          <a:p>
            <a:pPr marL="1384300" indent="-457834">
              <a:lnSpc>
                <a:spcPct val="100000"/>
              </a:lnSpc>
              <a:spcBef>
                <a:spcPts val="575"/>
              </a:spcBef>
              <a:buClr>
                <a:srgbClr val="EC7C30"/>
              </a:buClr>
              <a:buAutoNum type="arabicPeriod"/>
              <a:tabLst>
                <a:tab pos="1384300" algn="l"/>
                <a:tab pos="1384935" algn="l"/>
              </a:tabLst>
            </a:pPr>
            <a:r>
              <a:rPr sz="2400" spc="-85" dirty="0">
                <a:latin typeface="Verdana"/>
                <a:cs typeface="Verdana"/>
              </a:rPr>
              <a:t>Switches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95" dirty="0">
                <a:latin typeface="Verdana"/>
                <a:cs typeface="Verdana"/>
              </a:rPr>
              <a:t>from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running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to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waiting</a:t>
            </a:r>
            <a:r>
              <a:rPr sz="2400" spc="-229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state</a:t>
            </a:r>
            <a:endParaRPr sz="2400">
              <a:latin typeface="Verdana"/>
              <a:cs typeface="Verdana"/>
            </a:endParaRPr>
          </a:p>
          <a:p>
            <a:pPr marL="1384300" indent="-457834">
              <a:lnSpc>
                <a:spcPct val="100000"/>
              </a:lnSpc>
              <a:spcBef>
                <a:spcPts val="580"/>
              </a:spcBef>
              <a:buClr>
                <a:srgbClr val="EC7C30"/>
              </a:buClr>
              <a:buAutoNum type="arabicPeriod"/>
              <a:tabLst>
                <a:tab pos="1384300" algn="l"/>
                <a:tab pos="1384935" algn="l"/>
              </a:tabLst>
            </a:pPr>
            <a:r>
              <a:rPr sz="2400" spc="-85" dirty="0">
                <a:latin typeface="Verdana"/>
                <a:cs typeface="Verdana"/>
              </a:rPr>
              <a:t>Switches</a:t>
            </a:r>
            <a:r>
              <a:rPr sz="2400" spc="-200" dirty="0">
                <a:latin typeface="Verdana"/>
                <a:cs typeface="Verdana"/>
              </a:rPr>
              <a:t> </a:t>
            </a:r>
            <a:r>
              <a:rPr sz="2400" spc="-95" dirty="0">
                <a:latin typeface="Verdana"/>
                <a:cs typeface="Verdana"/>
              </a:rPr>
              <a:t>from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running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to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ready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state</a:t>
            </a:r>
            <a:endParaRPr sz="2400">
              <a:latin typeface="Verdana"/>
              <a:cs typeface="Verdana"/>
            </a:endParaRPr>
          </a:p>
          <a:p>
            <a:pPr marL="1384300" indent="-457834">
              <a:lnSpc>
                <a:spcPct val="100000"/>
              </a:lnSpc>
              <a:spcBef>
                <a:spcPts val="575"/>
              </a:spcBef>
              <a:buClr>
                <a:srgbClr val="EC7C30"/>
              </a:buClr>
              <a:buAutoNum type="arabicPeriod"/>
              <a:tabLst>
                <a:tab pos="1384300" algn="l"/>
                <a:tab pos="1384935" algn="l"/>
              </a:tabLst>
            </a:pPr>
            <a:r>
              <a:rPr sz="2400" spc="-85" dirty="0">
                <a:latin typeface="Verdana"/>
                <a:cs typeface="Verdana"/>
              </a:rPr>
              <a:t>Switches </a:t>
            </a:r>
            <a:r>
              <a:rPr sz="2400" spc="-95" dirty="0">
                <a:latin typeface="Verdana"/>
                <a:cs typeface="Verdana"/>
              </a:rPr>
              <a:t>from </a:t>
            </a:r>
            <a:r>
              <a:rPr sz="2400" spc="-30" dirty="0">
                <a:latin typeface="Verdana"/>
                <a:cs typeface="Verdana"/>
              </a:rPr>
              <a:t>waiting </a:t>
            </a:r>
            <a:r>
              <a:rPr sz="2400" spc="-10" dirty="0">
                <a:latin typeface="Verdana"/>
                <a:cs typeface="Verdana"/>
              </a:rPr>
              <a:t>to</a:t>
            </a:r>
            <a:r>
              <a:rPr sz="2400" spc="-58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ready</a:t>
            </a:r>
            <a:endParaRPr sz="2400">
              <a:latin typeface="Verdana"/>
              <a:cs typeface="Verdana"/>
            </a:endParaRPr>
          </a:p>
          <a:p>
            <a:pPr marL="1384300" indent="-457834">
              <a:lnSpc>
                <a:spcPct val="100000"/>
              </a:lnSpc>
              <a:spcBef>
                <a:spcPts val="575"/>
              </a:spcBef>
              <a:buClr>
                <a:srgbClr val="EC7C30"/>
              </a:buClr>
              <a:buAutoNum type="arabicPeriod"/>
              <a:tabLst>
                <a:tab pos="1384300" algn="l"/>
                <a:tab pos="1384935" algn="l"/>
              </a:tabLst>
            </a:pPr>
            <a:r>
              <a:rPr sz="2400" spc="-110" dirty="0">
                <a:latin typeface="Verdana"/>
                <a:cs typeface="Verdana"/>
              </a:rPr>
              <a:t>Terminates</a:t>
            </a:r>
            <a:endParaRPr sz="24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58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spc="-30" dirty="0">
                <a:latin typeface="Verdana"/>
                <a:cs typeface="Verdana"/>
              </a:rPr>
              <a:t>Scheduling under </a:t>
            </a:r>
            <a:r>
              <a:rPr sz="2400" spc="-195" dirty="0">
                <a:latin typeface="Verdana"/>
                <a:cs typeface="Verdana"/>
              </a:rPr>
              <a:t>1 </a:t>
            </a:r>
            <a:r>
              <a:rPr sz="2400" spc="95" dirty="0">
                <a:latin typeface="Verdana"/>
                <a:cs typeface="Verdana"/>
              </a:rPr>
              <a:t>and</a:t>
            </a:r>
            <a:r>
              <a:rPr sz="2400" spc="-475" dirty="0">
                <a:latin typeface="Verdana"/>
                <a:cs typeface="Verdana"/>
              </a:rPr>
              <a:t> </a:t>
            </a:r>
            <a:r>
              <a:rPr sz="2400" spc="-195" dirty="0">
                <a:latin typeface="Verdana"/>
                <a:cs typeface="Verdana"/>
              </a:rPr>
              <a:t>4 </a:t>
            </a:r>
            <a:r>
              <a:rPr sz="2400" spc="-245" dirty="0">
                <a:latin typeface="Verdana"/>
                <a:cs typeface="Verdana"/>
              </a:rPr>
              <a:t>is </a:t>
            </a:r>
            <a:r>
              <a:rPr sz="2400" b="1" spc="-5" dirty="0">
                <a:solidFill>
                  <a:srgbClr val="3366FF"/>
                </a:solidFill>
                <a:latin typeface="Gothic Uralic"/>
                <a:cs typeface="Gothic Uralic"/>
              </a:rPr>
              <a:t>non-preemptive</a:t>
            </a:r>
            <a:endParaRPr sz="2400">
              <a:latin typeface="Gothic Uralic"/>
              <a:cs typeface="Gothic Uralic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spc="-75" dirty="0">
                <a:latin typeface="Verdana"/>
                <a:cs typeface="Verdana"/>
              </a:rPr>
              <a:t>All </a:t>
            </a:r>
            <a:r>
              <a:rPr sz="2400" spc="-50" dirty="0">
                <a:latin typeface="Verdana"/>
                <a:cs typeface="Verdana"/>
              </a:rPr>
              <a:t>other </a:t>
            </a:r>
            <a:r>
              <a:rPr sz="2400" spc="-15" dirty="0">
                <a:latin typeface="Verdana"/>
                <a:cs typeface="Verdana"/>
              </a:rPr>
              <a:t>scheduling</a:t>
            </a:r>
            <a:r>
              <a:rPr sz="2400" spc="-440" dirty="0">
                <a:latin typeface="Verdana"/>
                <a:cs typeface="Verdana"/>
              </a:rPr>
              <a:t> </a:t>
            </a:r>
            <a:r>
              <a:rPr sz="2400" spc="-240" dirty="0">
                <a:latin typeface="Verdana"/>
                <a:cs typeface="Verdana"/>
              </a:rPr>
              <a:t>is </a:t>
            </a:r>
            <a:r>
              <a:rPr sz="2400" b="1" spc="-5" dirty="0">
                <a:solidFill>
                  <a:srgbClr val="3366FF"/>
                </a:solidFill>
                <a:latin typeface="Gothic Uralic"/>
                <a:cs typeface="Gothic Uralic"/>
              </a:rPr>
              <a:t>preemptive</a:t>
            </a:r>
            <a:endParaRPr sz="2400">
              <a:latin typeface="Gothic Uralic"/>
              <a:cs typeface="Gothic Ural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40074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0000"/>
                </a:solidFill>
              </a:rPr>
              <a:t>CPU</a:t>
            </a:r>
            <a:r>
              <a:rPr sz="4400" spc="-75" dirty="0">
                <a:solidFill>
                  <a:srgbClr val="FF0000"/>
                </a:solidFill>
              </a:rPr>
              <a:t> </a:t>
            </a:r>
            <a:r>
              <a:rPr sz="4400" spc="-5" dirty="0">
                <a:solidFill>
                  <a:srgbClr val="FF0000"/>
                </a:solidFill>
              </a:rPr>
              <a:t>Scheduler</a:t>
            </a:r>
            <a:endParaRPr sz="4400"/>
          </a:p>
        </p:txBody>
      </p:sp>
    </p:spTree>
    <p:extLst>
      <p:ext uri="{BB962C8B-B14F-4D97-AF65-F5344CB8AC3E}">
        <p14:creationId xmlns:p14="http://schemas.microsoft.com/office/powerpoint/2010/main" val="296109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6939" y="1808733"/>
            <a:ext cx="10325735" cy="33788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40" dirty="0">
                <a:latin typeface="Verdana"/>
                <a:cs typeface="Verdana"/>
              </a:rPr>
              <a:t>Dispatcher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module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gives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control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of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20" dirty="0">
                <a:latin typeface="Verdana"/>
                <a:cs typeface="Verdana"/>
              </a:rPr>
              <a:t>CPU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process  </a:t>
            </a:r>
            <a:r>
              <a:rPr sz="2800" spc="25" dirty="0">
                <a:latin typeface="Verdana"/>
                <a:cs typeface="Verdana"/>
              </a:rPr>
              <a:t>selected </a:t>
            </a:r>
            <a:r>
              <a:rPr sz="2800" dirty="0">
                <a:latin typeface="Verdana"/>
                <a:cs typeface="Verdana"/>
              </a:rPr>
              <a:t>by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740" dirty="0">
                <a:latin typeface="Verdana"/>
                <a:cs typeface="Verdana"/>
              </a:rPr>
              <a:t> </a:t>
            </a:r>
            <a:r>
              <a:rPr sz="2800" spc="-170" dirty="0">
                <a:latin typeface="Verdana"/>
                <a:cs typeface="Verdana"/>
              </a:rPr>
              <a:t>short-term </a:t>
            </a:r>
            <a:r>
              <a:rPr sz="2800" spc="-80" dirty="0">
                <a:latin typeface="Verdana"/>
                <a:cs typeface="Verdana"/>
              </a:rPr>
              <a:t>scheduler; </a:t>
            </a:r>
            <a:r>
              <a:rPr sz="2800" spc="-200" dirty="0">
                <a:latin typeface="Verdana"/>
                <a:cs typeface="Verdana"/>
              </a:rPr>
              <a:t>this </a:t>
            </a:r>
            <a:r>
              <a:rPr sz="2800" spc="-145" dirty="0">
                <a:latin typeface="Verdana"/>
                <a:cs typeface="Verdana"/>
              </a:rPr>
              <a:t>involves:</a:t>
            </a:r>
            <a:endParaRPr sz="28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55"/>
              </a:spcBef>
              <a:buClr>
                <a:srgbClr val="EC7C30"/>
              </a:buClr>
              <a:buFont typeface="Wingdings"/>
              <a:buChar char=""/>
              <a:tabLst>
                <a:tab pos="699135" algn="l"/>
              </a:tabLst>
            </a:pPr>
            <a:r>
              <a:rPr sz="2400" spc="-50" dirty="0">
                <a:latin typeface="Verdana"/>
                <a:cs typeface="Verdana"/>
              </a:rPr>
              <a:t>switching</a:t>
            </a:r>
            <a:r>
              <a:rPr sz="2400" spc="-23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context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75"/>
              </a:spcBef>
              <a:buClr>
                <a:srgbClr val="EC7C30"/>
              </a:buClr>
              <a:buFont typeface="Wingdings"/>
              <a:buChar char=""/>
              <a:tabLst>
                <a:tab pos="699135" algn="l"/>
              </a:tabLst>
            </a:pPr>
            <a:r>
              <a:rPr sz="2400" spc="-50" dirty="0">
                <a:latin typeface="Verdana"/>
                <a:cs typeface="Verdana"/>
              </a:rPr>
              <a:t>switching </a:t>
            </a:r>
            <a:r>
              <a:rPr sz="2400" spc="-10" dirty="0">
                <a:latin typeface="Verdana"/>
                <a:cs typeface="Verdana"/>
              </a:rPr>
              <a:t>to </a:t>
            </a:r>
            <a:r>
              <a:rPr sz="2400" spc="-140" dirty="0">
                <a:latin typeface="Verdana"/>
                <a:cs typeface="Verdana"/>
              </a:rPr>
              <a:t>user</a:t>
            </a:r>
            <a:r>
              <a:rPr sz="2400" spc="-535" dirty="0">
                <a:latin typeface="Verdana"/>
                <a:cs typeface="Verdana"/>
              </a:rPr>
              <a:t> </a:t>
            </a:r>
            <a:r>
              <a:rPr sz="2400" spc="75" dirty="0">
                <a:latin typeface="Verdana"/>
                <a:cs typeface="Verdana"/>
              </a:rPr>
              <a:t>mode</a:t>
            </a:r>
            <a:endParaRPr sz="2400">
              <a:latin typeface="Verdana"/>
              <a:cs typeface="Verdana"/>
            </a:endParaRPr>
          </a:p>
          <a:p>
            <a:pPr marL="698500" lvl="1" indent="-229235">
              <a:lnSpc>
                <a:spcPts val="2735"/>
              </a:lnSpc>
              <a:spcBef>
                <a:spcPts val="575"/>
              </a:spcBef>
              <a:buClr>
                <a:srgbClr val="EC7C30"/>
              </a:buClr>
              <a:buFont typeface="Wingdings"/>
              <a:buChar char=""/>
              <a:tabLst>
                <a:tab pos="699135" algn="l"/>
              </a:tabLst>
            </a:pPr>
            <a:r>
              <a:rPr sz="2400" spc="-65" dirty="0">
                <a:latin typeface="Verdana"/>
                <a:cs typeface="Verdana"/>
              </a:rPr>
              <a:t>jumping</a:t>
            </a:r>
            <a:r>
              <a:rPr sz="2400" spc="-22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to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the</a:t>
            </a:r>
            <a:r>
              <a:rPr sz="2400" spc="-18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proper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20" dirty="0">
                <a:latin typeface="Verdana"/>
                <a:cs typeface="Verdana"/>
              </a:rPr>
              <a:t>location</a:t>
            </a:r>
            <a:r>
              <a:rPr sz="2400" spc="-220" dirty="0">
                <a:latin typeface="Verdana"/>
                <a:cs typeface="Verdana"/>
              </a:rPr>
              <a:t> </a:t>
            </a:r>
            <a:r>
              <a:rPr sz="2400" spc="-110" dirty="0">
                <a:latin typeface="Verdana"/>
                <a:cs typeface="Verdana"/>
              </a:rPr>
              <a:t>in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the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40" dirty="0">
                <a:latin typeface="Verdana"/>
                <a:cs typeface="Verdana"/>
              </a:rPr>
              <a:t>user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program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to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125" dirty="0">
                <a:latin typeface="Verdana"/>
                <a:cs typeface="Verdana"/>
              </a:rPr>
              <a:t>restart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that</a:t>
            </a:r>
            <a:endParaRPr sz="2400">
              <a:latin typeface="Verdana"/>
              <a:cs typeface="Verdana"/>
            </a:endParaRPr>
          </a:p>
          <a:p>
            <a:pPr marL="698500">
              <a:lnSpc>
                <a:spcPts val="2735"/>
              </a:lnSpc>
            </a:pPr>
            <a:r>
              <a:rPr sz="2400" spc="-20" dirty="0">
                <a:latin typeface="Verdana"/>
                <a:cs typeface="Verdana"/>
              </a:rPr>
              <a:t>program</a:t>
            </a:r>
            <a:endParaRPr sz="2400">
              <a:latin typeface="Verdana"/>
              <a:cs typeface="Verdana"/>
            </a:endParaRPr>
          </a:p>
          <a:p>
            <a:pPr marL="241300" marR="290830" indent="-228600">
              <a:lnSpc>
                <a:spcPts val="3020"/>
              </a:lnSpc>
              <a:spcBef>
                <a:spcPts val="104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b="1" spc="-5" dirty="0">
                <a:solidFill>
                  <a:srgbClr val="3366FF"/>
                </a:solidFill>
                <a:latin typeface="Gothic Uralic"/>
                <a:cs typeface="Gothic Uralic"/>
              </a:rPr>
              <a:t>Dispatch latency </a:t>
            </a:r>
            <a:r>
              <a:rPr sz="2800" spc="-385" dirty="0">
                <a:latin typeface="Verdana"/>
                <a:cs typeface="Verdana"/>
              </a:rPr>
              <a:t>– </a:t>
            </a:r>
            <a:r>
              <a:rPr sz="2800" spc="-80" dirty="0">
                <a:latin typeface="Verdana"/>
                <a:cs typeface="Verdana"/>
              </a:rPr>
              <a:t>time </a:t>
            </a:r>
            <a:r>
              <a:rPr sz="2800" spc="-175" dirty="0">
                <a:latin typeface="Verdana"/>
                <a:cs typeface="Verdana"/>
              </a:rPr>
              <a:t>it </a:t>
            </a:r>
            <a:r>
              <a:rPr sz="2800" spc="-85" dirty="0">
                <a:latin typeface="Verdana"/>
                <a:cs typeface="Verdana"/>
              </a:rPr>
              <a:t>takes </a:t>
            </a:r>
            <a:r>
              <a:rPr sz="2800" spc="-110" dirty="0">
                <a:latin typeface="Verdana"/>
                <a:cs typeface="Verdana"/>
              </a:rPr>
              <a:t>for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spc="-15" dirty="0">
                <a:latin typeface="Verdana"/>
                <a:cs typeface="Verdana"/>
              </a:rPr>
              <a:t>dispatcher to</a:t>
            </a:r>
            <a:r>
              <a:rPr sz="2800" spc="-750" dirty="0">
                <a:latin typeface="Verdana"/>
                <a:cs typeface="Verdana"/>
              </a:rPr>
              <a:t> </a:t>
            </a:r>
            <a:r>
              <a:rPr sz="2800" spc="-65" dirty="0">
                <a:latin typeface="Verdana"/>
                <a:cs typeface="Verdana"/>
              </a:rPr>
              <a:t>stop  </a:t>
            </a:r>
            <a:r>
              <a:rPr sz="2800" spc="70" dirty="0">
                <a:latin typeface="Verdana"/>
                <a:cs typeface="Verdana"/>
              </a:rPr>
              <a:t>one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process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105" dirty="0">
                <a:latin typeface="Verdana"/>
                <a:cs typeface="Verdana"/>
              </a:rPr>
              <a:t>and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65" dirty="0">
                <a:latin typeface="Verdana"/>
                <a:cs typeface="Verdana"/>
              </a:rPr>
              <a:t>start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another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running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29349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</a:rPr>
              <a:t>Dispatcher</a:t>
            </a:r>
            <a:endParaRPr sz="4400"/>
          </a:p>
        </p:txBody>
      </p:sp>
    </p:spTree>
    <p:extLst>
      <p:ext uri="{BB962C8B-B14F-4D97-AF65-F5344CB8AC3E}">
        <p14:creationId xmlns:p14="http://schemas.microsoft.com/office/powerpoint/2010/main" val="4098652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6939" y="1723121"/>
            <a:ext cx="10290810" cy="40798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4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b="1" spc="-5" dirty="0">
                <a:solidFill>
                  <a:srgbClr val="FF0000"/>
                </a:solidFill>
                <a:latin typeface="Gothic Uralic"/>
                <a:cs typeface="Gothic Uralic"/>
              </a:rPr>
              <a:t>CPU utilization </a:t>
            </a:r>
            <a:r>
              <a:rPr sz="2800" spc="-385" dirty="0">
                <a:solidFill>
                  <a:srgbClr val="FF0000"/>
                </a:solidFill>
                <a:latin typeface="Verdana"/>
                <a:cs typeface="Verdana"/>
              </a:rPr>
              <a:t>– </a:t>
            </a:r>
            <a:r>
              <a:rPr sz="2800" spc="45" dirty="0">
                <a:latin typeface="Verdana"/>
                <a:cs typeface="Verdana"/>
              </a:rPr>
              <a:t>keep</a:t>
            </a:r>
            <a:r>
              <a:rPr sz="2800" spc="-74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spc="20" dirty="0">
                <a:latin typeface="Verdana"/>
                <a:cs typeface="Verdana"/>
              </a:rPr>
              <a:t>CPU </a:t>
            </a:r>
            <a:r>
              <a:rPr sz="2800" spc="-80" dirty="0">
                <a:latin typeface="Verdana"/>
                <a:cs typeface="Verdana"/>
              </a:rPr>
              <a:t>as </a:t>
            </a:r>
            <a:r>
              <a:rPr sz="2800" spc="-114" dirty="0">
                <a:latin typeface="Verdana"/>
                <a:cs typeface="Verdana"/>
              </a:rPr>
              <a:t>busy </a:t>
            </a:r>
            <a:r>
              <a:rPr sz="2800" spc="-80" dirty="0">
                <a:latin typeface="Verdana"/>
                <a:cs typeface="Verdana"/>
              </a:rPr>
              <a:t>as </a:t>
            </a:r>
            <a:r>
              <a:rPr sz="2800" spc="-75" dirty="0">
                <a:latin typeface="Verdana"/>
                <a:cs typeface="Verdana"/>
              </a:rPr>
              <a:t>possible</a:t>
            </a:r>
            <a:endParaRPr sz="2800" dirty="0">
              <a:latin typeface="Verdana"/>
              <a:cs typeface="Verdana"/>
            </a:endParaRPr>
          </a:p>
          <a:p>
            <a:pPr marL="241300" marR="5080" indent="-228600">
              <a:lnSpc>
                <a:spcPts val="2690"/>
              </a:lnSpc>
              <a:spcBef>
                <a:spcPts val="98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b="1" spc="-5" dirty="0">
                <a:solidFill>
                  <a:srgbClr val="FF0000"/>
                </a:solidFill>
                <a:latin typeface="Gothic Uralic"/>
                <a:cs typeface="Gothic Uralic"/>
              </a:rPr>
              <a:t>Throughput </a:t>
            </a:r>
            <a:r>
              <a:rPr sz="2800" spc="-385" dirty="0">
                <a:solidFill>
                  <a:srgbClr val="FF0000"/>
                </a:solidFill>
                <a:latin typeface="Verdana"/>
                <a:cs typeface="Verdana"/>
              </a:rPr>
              <a:t>– </a:t>
            </a:r>
            <a:r>
              <a:rPr sz="2800" spc="-280" dirty="0">
                <a:latin typeface="Verdana"/>
                <a:cs typeface="Verdana"/>
              </a:rPr>
              <a:t># </a:t>
            </a:r>
            <a:r>
              <a:rPr sz="2800" spc="10" dirty="0">
                <a:latin typeface="Verdana"/>
                <a:cs typeface="Verdana"/>
              </a:rPr>
              <a:t>of </a:t>
            </a:r>
            <a:r>
              <a:rPr sz="2800" spc="-65" dirty="0">
                <a:latin typeface="Verdana"/>
                <a:cs typeface="Verdana"/>
              </a:rPr>
              <a:t>processes </a:t>
            </a:r>
            <a:r>
              <a:rPr sz="2800" spc="-40" dirty="0">
                <a:latin typeface="Verdana"/>
                <a:cs typeface="Verdana"/>
              </a:rPr>
              <a:t>that </a:t>
            </a:r>
            <a:r>
              <a:rPr sz="2800" spc="60" dirty="0">
                <a:latin typeface="Verdana"/>
                <a:cs typeface="Verdana"/>
              </a:rPr>
              <a:t>complete </a:t>
            </a:r>
            <a:r>
              <a:rPr sz="2800" spc="-130" dirty="0">
                <a:latin typeface="Verdana"/>
                <a:cs typeface="Verdana"/>
              </a:rPr>
              <a:t>their</a:t>
            </a:r>
            <a:r>
              <a:rPr sz="2800" spc="-745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execution  </a:t>
            </a:r>
            <a:r>
              <a:rPr sz="2800" spc="-20" dirty="0">
                <a:latin typeface="Verdana"/>
                <a:cs typeface="Verdana"/>
              </a:rPr>
              <a:t>per </a:t>
            </a:r>
            <a:r>
              <a:rPr sz="2800" spc="-80" dirty="0">
                <a:latin typeface="Verdana"/>
                <a:cs typeface="Verdana"/>
              </a:rPr>
              <a:t>time</a:t>
            </a:r>
            <a:r>
              <a:rPr sz="2800" spc="-390" dirty="0">
                <a:latin typeface="Verdana"/>
                <a:cs typeface="Verdana"/>
              </a:rPr>
              <a:t> </a:t>
            </a:r>
            <a:r>
              <a:rPr sz="2800" spc="-125" dirty="0">
                <a:latin typeface="Verdana"/>
                <a:cs typeface="Verdana"/>
              </a:rPr>
              <a:t>unit</a:t>
            </a:r>
            <a:endParaRPr sz="2800" dirty="0">
              <a:latin typeface="Verdana"/>
              <a:cs typeface="Verdana"/>
            </a:endParaRPr>
          </a:p>
          <a:p>
            <a:pPr marL="241300" marR="149225" indent="-228600">
              <a:lnSpc>
                <a:spcPct val="80000"/>
              </a:lnSpc>
              <a:spcBef>
                <a:spcPts val="103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b="1" spc="-5" dirty="0">
                <a:solidFill>
                  <a:srgbClr val="FF0000"/>
                </a:solidFill>
                <a:latin typeface="Gothic Uralic"/>
                <a:cs typeface="Gothic Uralic"/>
              </a:rPr>
              <a:t>Turnaround time</a:t>
            </a:r>
            <a:r>
              <a:rPr sz="2800" b="1" dirty="0">
                <a:solidFill>
                  <a:srgbClr val="FF0000"/>
                </a:solidFill>
                <a:latin typeface="Gothic Uralic"/>
                <a:cs typeface="Gothic Uralic"/>
              </a:rPr>
              <a:t> </a:t>
            </a:r>
            <a:r>
              <a:rPr sz="2800" spc="-385" dirty="0">
                <a:latin typeface="Verdana"/>
                <a:cs typeface="Verdana"/>
              </a:rPr>
              <a:t>–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amount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of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time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35" dirty="0">
                <a:latin typeface="Verdana"/>
                <a:cs typeface="Verdana"/>
              </a:rPr>
              <a:t>execute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225" dirty="0">
                <a:latin typeface="Verdana"/>
                <a:cs typeface="Verdana"/>
              </a:rPr>
              <a:t>a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particular  </a:t>
            </a:r>
            <a:r>
              <a:rPr sz="2800" spc="-45" dirty="0">
                <a:latin typeface="Verdana"/>
                <a:cs typeface="Verdana"/>
              </a:rPr>
              <a:t>process</a:t>
            </a:r>
            <a:endParaRPr sz="2800" dirty="0">
              <a:latin typeface="Verdana"/>
              <a:cs typeface="Verdana"/>
            </a:endParaRPr>
          </a:p>
          <a:p>
            <a:pPr marL="241300" marR="20955" indent="-228600">
              <a:lnSpc>
                <a:spcPct val="80000"/>
              </a:lnSpc>
              <a:spcBef>
                <a:spcPts val="101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b="1" spc="-5" dirty="0">
                <a:solidFill>
                  <a:srgbClr val="FF0000"/>
                </a:solidFill>
                <a:latin typeface="Gothic Uralic"/>
                <a:cs typeface="Gothic Uralic"/>
              </a:rPr>
              <a:t>Waiting</a:t>
            </a:r>
            <a:r>
              <a:rPr sz="2800" b="1" spc="15" dirty="0">
                <a:solidFill>
                  <a:srgbClr val="FF0000"/>
                </a:solidFill>
                <a:latin typeface="Gothic Uralic"/>
                <a:cs typeface="Gothic Uralic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Gothic Uralic"/>
                <a:cs typeface="Gothic Uralic"/>
              </a:rPr>
              <a:t>time</a:t>
            </a:r>
            <a:r>
              <a:rPr sz="2800" b="1" spc="10" dirty="0">
                <a:solidFill>
                  <a:srgbClr val="FF0000"/>
                </a:solidFill>
                <a:latin typeface="Gothic Uralic"/>
                <a:cs typeface="Gothic Uralic"/>
              </a:rPr>
              <a:t> </a:t>
            </a:r>
            <a:r>
              <a:rPr sz="2800" spc="-385" dirty="0">
                <a:latin typeface="Verdana"/>
                <a:cs typeface="Verdana"/>
              </a:rPr>
              <a:t>–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5" dirty="0">
                <a:latin typeface="Verdana"/>
                <a:cs typeface="Verdana"/>
              </a:rPr>
              <a:t>amount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of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time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225" dirty="0">
                <a:latin typeface="Verdana"/>
                <a:cs typeface="Verdana"/>
              </a:rPr>
              <a:t>a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process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75" dirty="0">
                <a:latin typeface="Verdana"/>
                <a:cs typeface="Verdana"/>
              </a:rPr>
              <a:t>has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90" dirty="0">
                <a:latin typeface="Verdana"/>
                <a:cs typeface="Verdana"/>
              </a:rPr>
              <a:t>been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waiting  </a:t>
            </a:r>
            <a:r>
              <a:rPr sz="2800" spc="-135" dirty="0">
                <a:latin typeface="Verdana"/>
                <a:cs typeface="Verdana"/>
              </a:rPr>
              <a:t>in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spc="5" dirty="0">
                <a:latin typeface="Verdana"/>
                <a:cs typeface="Verdana"/>
              </a:rPr>
              <a:t>ready</a:t>
            </a:r>
            <a:r>
              <a:rPr sz="2800" spc="-445" dirty="0">
                <a:latin typeface="Verdana"/>
                <a:cs typeface="Verdana"/>
              </a:rPr>
              <a:t> </a:t>
            </a:r>
            <a:r>
              <a:rPr sz="2800" spc="65" dirty="0">
                <a:latin typeface="Verdana"/>
                <a:cs typeface="Verdana"/>
              </a:rPr>
              <a:t>queue</a:t>
            </a:r>
            <a:endParaRPr sz="2800" dirty="0">
              <a:latin typeface="Verdana"/>
              <a:cs typeface="Verdana"/>
            </a:endParaRPr>
          </a:p>
          <a:p>
            <a:pPr marL="241300" marR="151130" indent="-228600">
              <a:lnSpc>
                <a:spcPct val="80000"/>
              </a:lnSpc>
              <a:spcBef>
                <a:spcPts val="100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  <a:tab pos="2258695" algn="l"/>
              </a:tabLst>
            </a:pPr>
            <a:r>
              <a:rPr sz="2800" b="1" spc="-5" dirty="0">
                <a:solidFill>
                  <a:srgbClr val="FF0000"/>
                </a:solidFill>
                <a:latin typeface="Gothic Uralic"/>
                <a:cs typeface="Gothic Uralic"/>
              </a:rPr>
              <a:t>Response time </a:t>
            </a:r>
            <a:r>
              <a:rPr sz="2800" spc="-385" dirty="0">
                <a:latin typeface="Verdana"/>
                <a:cs typeface="Verdana"/>
              </a:rPr>
              <a:t>– </a:t>
            </a:r>
            <a:r>
              <a:rPr sz="2800" spc="-10" dirty="0">
                <a:latin typeface="Verdana"/>
                <a:cs typeface="Verdana"/>
              </a:rPr>
              <a:t>amount </a:t>
            </a:r>
            <a:r>
              <a:rPr sz="2800" spc="10" dirty="0">
                <a:latin typeface="Verdana"/>
                <a:cs typeface="Verdana"/>
              </a:rPr>
              <a:t>of </a:t>
            </a:r>
            <a:r>
              <a:rPr sz="2800" spc="-80" dirty="0">
                <a:latin typeface="Verdana"/>
                <a:cs typeface="Verdana"/>
              </a:rPr>
              <a:t>time </a:t>
            </a:r>
            <a:r>
              <a:rPr sz="2800" spc="-180" dirty="0">
                <a:latin typeface="Verdana"/>
                <a:cs typeface="Verdana"/>
              </a:rPr>
              <a:t>it </a:t>
            </a:r>
            <a:r>
              <a:rPr sz="2800" spc="-85" dirty="0">
                <a:latin typeface="Verdana"/>
                <a:cs typeface="Verdana"/>
              </a:rPr>
              <a:t>takes </a:t>
            </a:r>
            <a:r>
              <a:rPr sz="2800" spc="-110" dirty="0">
                <a:latin typeface="Verdana"/>
                <a:cs typeface="Verdana"/>
              </a:rPr>
              <a:t>from </a:t>
            </a:r>
            <a:r>
              <a:rPr sz="2800" spc="5" dirty="0">
                <a:latin typeface="Verdana"/>
                <a:cs typeface="Verdana"/>
              </a:rPr>
              <a:t>when </a:t>
            </a:r>
            <a:r>
              <a:rPr sz="2800" spc="225" dirty="0">
                <a:latin typeface="Verdana"/>
                <a:cs typeface="Verdana"/>
              </a:rPr>
              <a:t>a  </a:t>
            </a:r>
            <a:r>
              <a:rPr sz="2800" spc="-70" dirty="0">
                <a:latin typeface="Verdana"/>
                <a:cs typeface="Verdana"/>
              </a:rPr>
              <a:t>request </a:t>
            </a:r>
            <a:r>
              <a:rPr sz="2800" spc="-40" dirty="0">
                <a:latin typeface="Verdana"/>
                <a:cs typeface="Verdana"/>
              </a:rPr>
              <a:t>was </a:t>
            </a:r>
            <a:r>
              <a:rPr sz="2800" spc="-65" dirty="0">
                <a:latin typeface="Verdana"/>
                <a:cs typeface="Verdana"/>
              </a:rPr>
              <a:t>submitted </a:t>
            </a:r>
            <a:r>
              <a:rPr sz="2800" spc="-140" dirty="0">
                <a:latin typeface="Verdana"/>
                <a:cs typeface="Verdana"/>
              </a:rPr>
              <a:t>until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spc="-240" dirty="0">
                <a:latin typeface="Verdana"/>
                <a:cs typeface="Verdana"/>
              </a:rPr>
              <a:t>first </a:t>
            </a:r>
            <a:r>
              <a:rPr sz="2800" spc="-80" dirty="0">
                <a:latin typeface="Verdana"/>
                <a:cs typeface="Verdana"/>
              </a:rPr>
              <a:t>response</a:t>
            </a:r>
            <a:r>
              <a:rPr sz="2800" spc="-710" dirty="0">
                <a:latin typeface="Verdana"/>
                <a:cs typeface="Verdana"/>
              </a:rPr>
              <a:t> </a:t>
            </a:r>
            <a:r>
              <a:rPr sz="2800" spc="-290" dirty="0">
                <a:latin typeface="Verdana"/>
                <a:cs typeface="Verdana"/>
              </a:rPr>
              <a:t>is </a:t>
            </a:r>
            <a:r>
              <a:rPr sz="2800" spc="50" dirty="0">
                <a:latin typeface="Verdana"/>
                <a:cs typeface="Verdana"/>
              </a:rPr>
              <a:t>produced,  </a:t>
            </a:r>
            <a:r>
              <a:rPr sz="2800" spc="-35" dirty="0">
                <a:latin typeface="Verdana"/>
                <a:cs typeface="Verdana"/>
              </a:rPr>
              <a:t>not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output	</a:t>
            </a:r>
            <a:r>
              <a:rPr sz="2800" spc="-140" dirty="0">
                <a:latin typeface="Verdana"/>
                <a:cs typeface="Verdana"/>
              </a:rPr>
              <a:t>(for </a:t>
            </a:r>
            <a:r>
              <a:rPr sz="2800" spc="-120" dirty="0">
                <a:latin typeface="Verdana"/>
                <a:cs typeface="Verdana"/>
              </a:rPr>
              <a:t>time-sharing</a:t>
            </a:r>
            <a:r>
              <a:rPr sz="2800" spc="-270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environment)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51530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</a:rPr>
              <a:t>Scheduling</a:t>
            </a:r>
            <a:r>
              <a:rPr sz="4400" spc="-80" dirty="0">
                <a:solidFill>
                  <a:srgbClr val="FF0000"/>
                </a:solidFill>
              </a:rPr>
              <a:t> </a:t>
            </a:r>
            <a:r>
              <a:rPr sz="4400" spc="-5" dirty="0">
                <a:solidFill>
                  <a:srgbClr val="FF0000"/>
                </a:solidFill>
              </a:rPr>
              <a:t>Criteria</a:t>
            </a:r>
            <a:endParaRPr sz="4400"/>
          </a:p>
        </p:txBody>
      </p:sp>
    </p:spTree>
    <p:extLst>
      <p:ext uri="{BB962C8B-B14F-4D97-AF65-F5344CB8AC3E}">
        <p14:creationId xmlns:p14="http://schemas.microsoft.com/office/powerpoint/2010/main" val="895382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23323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0000"/>
                </a:solidFill>
              </a:rPr>
              <a:t>Notation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2962179" y="4266760"/>
            <a:ext cx="78740" cy="254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00" spc="-5" dirty="0"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7264" y="2065637"/>
            <a:ext cx="3199130" cy="4171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550" dirty="0">
                <a:latin typeface="Times New Roman"/>
                <a:cs typeface="Times New Roman"/>
              </a:rPr>
              <a:t>'</a:t>
            </a:r>
            <a:r>
              <a:rPr sz="2550" spc="-310" dirty="0">
                <a:latin typeface="Times New Roman"/>
                <a:cs typeface="Times New Roman"/>
              </a:rPr>
              <a:t> </a:t>
            </a:r>
            <a:r>
              <a:rPr sz="2550" spc="5" dirty="0">
                <a:latin typeface="Times New Roman"/>
                <a:cs typeface="Times New Roman"/>
              </a:rPr>
              <a:t>N'</a:t>
            </a:r>
            <a:r>
              <a:rPr sz="2550" spc="-235" dirty="0">
                <a:latin typeface="Times New Roman"/>
                <a:cs typeface="Times New Roman"/>
              </a:rPr>
              <a:t> </a:t>
            </a:r>
            <a:r>
              <a:rPr sz="2550" spc="5" dirty="0">
                <a:latin typeface="Times New Roman"/>
                <a:cs typeface="Times New Roman"/>
              </a:rPr>
              <a:t>Processes</a:t>
            </a:r>
            <a:r>
              <a:rPr sz="2550" spc="-165" dirty="0">
                <a:latin typeface="Times New Roman"/>
                <a:cs typeface="Times New Roman"/>
              </a:rPr>
              <a:t> </a:t>
            </a:r>
            <a:r>
              <a:rPr sz="2550" spc="60" dirty="0">
                <a:latin typeface="Times New Roman"/>
                <a:cs typeface="Times New Roman"/>
              </a:rPr>
              <a:t>(P1.....Pn)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1865" y="3241918"/>
            <a:ext cx="3913535" cy="717504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R="600075" algn="r">
              <a:lnSpc>
                <a:spcPct val="100000"/>
              </a:lnSpc>
              <a:spcBef>
                <a:spcPts val="335"/>
              </a:spcBef>
            </a:pPr>
            <a:r>
              <a:rPr sz="1500" i="1" spc="-5" dirty="0">
                <a:latin typeface="Times New Roman"/>
                <a:cs typeface="Times New Roman"/>
              </a:rPr>
              <a:t>i</a:t>
            </a:r>
            <a:endParaRPr sz="15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2550" spc="5" dirty="0">
                <a:latin typeface="Times New Roman"/>
                <a:cs typeface="Times New Roman"/>
              </a:rPr>
              <a:t>Complet</a:t>
            </a:r>
            <a:r>
              <a:rPr lang="en-US" sz="2550" spc="5" dirty="0">
                <a:latin typeface="Times New Roman"/>
                <a:cs typeface="Times New Roman"/>
              </a:rPr>
              <a:t>ion</a:t>
            </a:r>
            <a:r>
              <a:rPr sz="2550" spc="5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Times New Roman"/>
                <a:cs typeface="Times New Roman"/>
              </a:rPr>
              <a:t>Time</a:t>
            </a:r>
            <a:r>
              <a:rPr sz="2550" spc="-490" dirty="0">
                <a:latin typeface="Times New Roman"/>
                <a:cs typeface="Times New Roman"/>
              </a:rPr>
              <a:t> </a:t>
            </a:r>
            <a:r>
              <a:rPr sz="2550" spc="5" dirty="0">
                <a:latin typeface="Times New Roman"/>
                <a:cs typeface="Times New Roman"/>
              </a:rPr>
              <a:t>(CT) </a:t>
            </a:r>
            <a:r>
              <a:rPr sz="2550" spc="10" dirty="0">
                <a:latin typeface="Symbol"/>
                <a:cs typeface="Symbol"/>
              </a:rPr>
              <a:t>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spc="40" dirty="0">
                <a:latin typeface="Times New Roman"/>
                <a:cs typeface="Times New Roman"/>
              </a:rPr>
              <a:t>C</a:t>
            </a:r>
            <a:r>
              <a:rPr sz="2250" spc="60" baseline="-24074" dirty="0">
                <a:latin typeface="Times New Roman"/>
                <a:cs typeface="Times New Roman"/>
              </a:rPr>
              <a:t>i</a:t>
            </a:r>
            <a:endParaRPr sz="2250" baseline="-24074" dirty="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6989" y="2449384"/>
            <a:ext cx="3047365" cy="1022350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60"/>
              </a:spcBef>
            </a:pPr>
            <a:r>
              <a:rPr sz="2550" spc="5" dirty="0">
                <a:latin typeface="Times New Roman"/>
                <a:cs typeface="Times New Roman"/>
              </a:rPr>
              <a:t>Arrival </a:t>
            </a:r>
            <a:r>
              <a:rPr sz="2550" spc="10" dirty="0">
                <a:latin typeface="Times New Roman"/>
                <a:cs typeface="Times New Roman"/>
              </a:rPr>
              <a:t>Time </a:t>
            </a:r>
            <a:r>
              <a:rPr sz="2550" spc="5" dirty="0">
                <a:latin typeface="Times New Roman"/>
                <a:cs typeface="Times New Roman"/>
              </a:rPr>
              <a:t>(AT)</a:t>
            </a:r>
            <a:r>
              <a:rPr sz="2550" spc="-409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Symbol"/>
                <a:cs typeface="Symbol"/>
              </a:rPr>
              <a:t>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i="1" spc="-100" dirty="0">
                <a:latin typeface="Times New Roman"/>
                <a:cs typeface="Times New Roman"/>
              </a:rPr>
              <a:t>A</a:t>
            </a:r>
            <a:r>
              <a:rPr sz="2250" i="1" spc="-150" baseline="-24074" dirty="0">
                <a:latin typeface="Times New Roman"/>
                <a:cs typeface="Times New Roman"/>
              </a:rPr>
              <a:t>i</a:t>
            </a:r>
            <a:endParaRPr sz="2250" baseline="-24074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65"/>
              </a:spcBef>
            </a:pPr>
            <a:r>
              <a:rPr sz="2550" spc="5" dirty="0">
                <a:latin typeface="Times New Roman"/>
                <a:cs typeface="Times New Roman"/>
              </a:rPr>
              <a:t>Burst </a:t>
            </a:r>
            <a:r>
              <a:rPr sz="2550" spc="10" dirty="0">
                <a:latin typeface="Times New Roman"/>
                <a:cs typeface="Times New Roman"/>
              </a:rPr>
              <a:t>Time </a:t>
            </a:r>
            <a:r>
              <a:rPr sz="2550" spc="5" dirty="0">
                <a:latin typeface="Times New Roman"/>
                <a:cs typeface="Times New Roman"/>
              </a:rPr>
              <a:t>(BT) </a:t>
            </a:r>
            <a:r>
              <a:rPr sz="2550" spc="10" dirty="0">
                <a:latin typeface="Symbol"/>
                <a:cs typeface="Symbol"/>
              </a:rPr>
              <a:t></a:t>
            </a:r>
            <a:r>
              <a:rPr sz="2550" spc="-285" dirty="0">
                <a:latin typeface="Times New Roman"/>
                <a:cs typeface="Times New Roman"/>
              </a:rPr>
              <a:t> </a:t>
            </a:r>
            <a:r>
              <a:rPr sz="2550" i="1" spc="10" dirty="0">
                <a:latin typeface="Times New Roman"/>
                <a:cs typeface="Times New Roman"/>
              </a:rPr>
              <a:t>B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769346" y="4822014"/>
            <a:ext cx="1212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66230" y="4512082"/>
            <a:ext cx="7874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04667" y="4512082"/>
            <a:ext cx="78740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i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830789" y="3368859"/>
            <a:ext cx="121285" cy="254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Times New Roman"/>
                <a:cs typeface="Times New Roman"/>
              </a:rPr>
              <a:t>n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92319" y="2727941"/>
            <a:ext cx="4446270" cy="1541780"/>
          </a:xfrm>
          <a:prstGeom prst="rect">
            <a:avLst/>
          </a:prstGeom>
        </p:spPr>
        <p:txBody>
          <a:bodyPr vert="horz" wrap="square" lIns="0" tIns="1282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10"/>
              </a:spcBef>
            </a:pPr>
            <a:r>
              <a:rPr sz="2550" spc="10" dirty="0">
                <a:latin typeface="Times New Roman"/>
                <a:cs typeface="Times New Roman"/>
              </a:rPr>
              <a:t>Turnaround Time (TAT) </a:t>
            </a:r>
            <a:r>
              <a:rPr sz="2550" spc="10" dirty="0">
                <a:latin typeface="Symbol"/>
                <a:cs typeface="Symbol"/>
              </a:rPr>
              <a:t></a:t>
            </a:r>
            <a:r>
              <a:rPr sz="2550" spc="10" dirty="0">
                <a:latin typeface="Times New Roman"/>
                <a:cs typeface="Times New Roman"/>
              </a:rPr>
              <a:t> </a:t>
            </a:r>
            <a:r>
              <a:rPr sz="2550" spc="40" dirty="0">
                <a:latin typeface="Times New Roman"/>
                <a:cs typeface="Times New Roman"/>
              </a:rPr>
              <a:t>C</a:t>
            </a:r>
            <a:r>
              <a:rPr sz="2250" spc="60" baseline="-24074" dirty="0">
                <a:latin typeface="Times New Roman"/>
                <a:cs typeface="Times New Roman"/>
              </a:rPr>
              <a:t>i </a:t>
            </a:r>
            <a:r>
              <a:rPr sz="2550" spc="5" dirty="0">
                <a:latin typeface="Times New Roman"/>
                <a:cs typeface="Times New Roman"/>
              </a:rPr>
              <a:t>-</a:t>
            </a:r>
            <a:r>
              <a:rPr sz="2550" spc="-475" dirty="0">
                <a:latin typeface="Times New Roman"/>
                <a:cs typeface="Times New Roman"/>
              </a:rPr>
              <a:t> </a:t>
            </a:r>
            <a:r>
              <a:rPr sz="2550" spc="70" dirty="0">
                <a:latin typeface="Times New Roman"/>
                <a:cs typeface="Times New Roman"/>
              </a:rPr>
              <a:t>A</a:t>
            </a:r>
            <a:r>
              <a:rPr sz="2250" spc="104" baseline="-24074" dirty="0">
                <a:latin typeface="Times New Roman"/>
                <a:cs typeface="Times New Roman"/>
              </a:rPr>
              <a:t>i</a:t>
            </a:r>
            <a:endParaRPr sz="2250" baseline="-24074">
              <a:latin typeface="Times New Roman"/>
              <a:cs typeface="Times New Roman"/>
            </a:endParaRPr>
          </a:p>
          <a:p>
            <a:pPr marL="43180">
              <a:lnSpc>
                <a:spcPct val="100000"/>
              </a:lnSpc>
              <a:spcBef>
                <a:spcPts val="1350"/>
              </a:spcBef>
            </a:pPr>
            <a:r>
              <a:rPr sz="2550" spc="10" dirty="0">
                <a:latin typeface="Times New Roman"/>
                <a:cs typeface="Times New Roman"/>
              </a:rPr>
              <a:t>AvgTAT</a:t>
            </a:r>
            <a:r>
              <a:rPr sz="2550" spc="-75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Symbol"/>
                <a:cs typeface="Symbol"/>
              </a:rPr>
              <a:t></a:t>
            </a:r>
            <a:r>
              <a:rPr sz="2550" spc="-320" dirty="0">
                <a:latin typeface="Times New Roman"/>
                <a:cs typeface="Times New Roman"/>
              </a:rPr>
              <a:t> </a:t>
            </a:r>
            <a:r>
              <a:rPr sz="2550" spc="5" dirty="0">
                <a:latin typeface="Times New Roman"/>
                <a:cs typeface="Times New Roman"/>
              </a:rPr>
              <a:t>1/n</a:t>
            </a:r>
            <a:r>
              <a:rPr sz="2550" spc="-40" dirty="0">
                <a:latin typeface="Times New Roman"/>
                <a:cs typeface="Times New Roman"/>
              </a:rPr>
              <a:t> </a:t>
            </a:r>
            <a:r>
              <a:rPr sz="5775" spc="472" baseline="-8658" dirty="0">
                <a:latin typeface="Symbol"/>
                <a:cs typeface="Symbol"/>
              </a:rPr>
              <a:t></a:t>
            </a:r>
            <a:r>
              <a:rPr sz="2550" spc="85" dirty="0">
                <a:latin typeface="Times New Roman"/>
                <a:cs typeface="Times New Roman"/>
              </a:rPr>
              <a:t>C</a:t>
            </a:r>
            <a:r>
              <a:rPr sz="2250" baseline="-24074" dirty="0">
                <a:latin typeface="Times New Roman"/>
                <a:cs typeface="Times New Roman"/>
              </a:rPr>
              <a:t>i </a:t>
            </a:r>
            <a:r>
              <a:rPr sz="2250" spc="22" baseline="-24074" dirty="0">
                <a:latin typeface="Times New Roman"/>
                <a:cs typeface="Times New Roman"/>
              </a:rPr>
              <a:t> </a:t>
            </a:r>
            <a:r>
              <a:rPr sz="2550" spc="5" dirty="0">
                <a:latin typeface="Times New Roman"/>
                <a:cs typeface="Times New Roman"/>
              </a:rPr>
              <a:t>-</a:t>
            </a:r>
            <a:r>
              <a:rPr sz="2550" spc="-245" dirty="0">
                <a:latin typeface="Times New Roman"/>
                <a:cs typeface="Times New Roman"/>
              </a:rPr>
              <a:t> </a:t>
            </a:r>
            <a:r>
              <a:rPr sz="2550" spc="145" dirty="0">
                <a:latin typeface="Times New Roman"/>
                <a:cs typeface="Times New Roman"/>
              </a:rPr>
              <a:t>A</a:t>
            </a:r>
            <a:r>
              <a:rPr sz="2250" baseline="-24074" dirty="0">
                <a:latin typeface="Times New Roman"/>
                <a:cs typeface="Times New Roman"/>
              </a:rPr>
              <a:t>i</a:t>
            </a:r>
            <a:endParaRPr sz="2250" baseline="-24074">
              <a:latin typeface="Times New Roman"/>
              <a:cs typeface="Times New Roman"/>
            </a:endParaRPr>
          </a:p>
          <a:p>
            <a:pPr marR="22860" algn="ctr">
              <a:lnSpc>
                <a:spcPct val="100000"/>
              </a:lnSpc>
              <a:spcBef>
                <a:spcPts val="195"/>
              </a:spcBef>
            </a:pPr>
            <a:r>
              <a:rPr sz="1500" spc="5" dirty="0">
                <a:latin typeface="Times New Roman"/>
                <a:cs typeface="Times New Roman"/>
              </a:rPr>
              <a:t>i</a:t>
            </a:r>
            <a:r>
              <a:rPr sz="1500" spc="5" dirty="0">
                <a:latin typeface="Symbol"/>
                <a:cs typeface="Symbol"/>
              </a:rPr>
              <a:t></a:t>
            </a:r>
            <a:r>
              <a:rPr sz="1500" spc="5" dirty="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97453" y="4792033"/>
            <a:ext cx="3809365" cy="93091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10"/>
              </a:spcBef>
            </a:pPr>
            <a:r>
              <a:rPr sz="2550" spc="10" dirty="0">
                <a:latin typeface="Times New Roman"/>
                <a:cs typeface="Times New Roman"/>
              </a:rPr>
              <a:t>Avg</a:t>
            </a:r>
            <a:r>
              <a:rPr sz="2550" spc="-114" dirty="0">
                <a:latin typeface="Times New Roman"/>
                <a:cs typeface="Times New Roman"/>
              </a:rPr>
              <a:t> </a:t>
            </a:r>
            <a:r>
              <a:rPr sz="2550" spc="15" dirty="0">
                <a:latin typeface="Times New Roman"/>
                <a:cs typeface="Times New Roman"/>
              </a:rPr>
              <a:t>WT</a:t>
            </a:r>
            <a:r>
              <a:rPr sz="2550" spc="-85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Symbol"/>
                <a:cs typeface="Symbol"/>
              </a:rPr>
              <a:t></a:t>
            </a:r>
            <a:r>
              <a:rPr sz="2550" spc="-320" dirty="0">
                <a:latin typeface="Times New Roman"/>
                <a:cs typeface="Times New Roman"/>
              </a:rPr>
              <a:t> </a:t>
            </a:r>
            <a:r>
              <a:rPr sz="2550" spc="5" dirty="0">
                <a:latin typeface="Times New Roman"/>
                <a:cs typeface="Times New Roman"/>
              </a:rPr>
              <a:t>1/n</a:t>
            </a:r>
            <a:r>
              <a:rPr sz="2550" spc="-40" dirty="0">
                <a:latin typeface="Times New Roman"/>
                <a:cs typeface="Times New Roman"/>
              </a:rPr>
              <a:t> </a:t>
            </a:r>
            <a:r>
              <a:rPr sz="5775" spc="472" baseline="-8658" dirty="0">
                <a:latin typeface="Symbol"/>
                <a:cs typeface="Symbol"/>
              </a:rPr>
              <a:t></a:t>
            </a:r>
            <a:r>
              <a:rPr sz="2550" spc="85" dirty="0">
                <a:latin typeface="Times New Roman"/>
                <a:cs typeface="Times New Roman"/>
              </a:rPr>
              <a:t>C</a:t>
            </a:r>
            <a:r>
              <a:rPr sz="2250" baseline="-24074" dirty="0">
                <a:latin typeface="Times New Roman"/>
                <a:cs typeface="Times New Roman"/>
              </a:rPr>
              <a:t>i </a:t>
            </a:r>
            <a:r>
              <a:rPr sz="2250" spc="22" baseline="-24074" dirty="0">
                <a:latin typeface="Times New Roman"/>
                <a:cs typeface="Times New Roman"/>
              </a:rPr>
              <a:t> </a:t>
            </a:r>
            <a:r>
              <a:rPr sz="2550" spc="5" dirty="0">
                <a:latin typeface="Times New Roman"/>
                <a:cs typeface="Times New Roman"/>
              </a:rPr>
              <a:t>-</a:t>
            </a:r>
            <a:r>
              <a:rPr sz="2550" spc="-245" dirty="0">
                <a:latin typeface="Times New Roman"/>
                <a:cs typeface="Times New Roman"/>
              </a:rPr>
              <a:t> </a:t>
            </a:r>
            <a:r>
              <a:rPr sz="2550" spc="145" dirty="0">
                <a:latin typeface="Times New Roman"/>
                <a:cs typeface="Times New Roman"/>
              </a:rPr>
              <a:t>A</a:t>
            </a:r>
            <a:r>
              <a:rPr sz="2250" baseline="-24074" dirty="0">
                <a:latin typeface="Times New Roman"/>
                <a:cs typeface="Times New Roman"/>
              </a:rPr>
              <a:t>i </a:t>
            </a:r>
            <a:r>
              <a:rPr sz="2250" spc="-37" baseline="-24074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Symbol"/>
                <a:cs typeface="Symbol"/>
              </a:rPr>
              <a:t></a:t>
            </a:r>
            <a:r>
              <a:rPr sz="2550" spc="-114" dirty="0">
                <a:latin typeface="Times New Roman"/>
                <a:cs typeface="Times New Roman"/>
              </a:rPr>
              <a:t> </a:t>
            </a:r>
            <a:r>
              <a:rPr sz="2550" i="1" spc="-80" dirty="0">
                <a:latin typeface="Times New Roman"/>
                <a:cs typeface="Times New Roman"/>
              </a:rPr>
              <a:t>B</a:t>
            </a:r>
            <a:r>
              <a:rPr sz="2250" i="1" baseline="-24074" dirty="0">
                <a:latin typeface="Times New Roman"/>
                <a:cs typeface="Times New Roman"/>
              </a:rPr>
              <a:t>i</a:t>
            </a:r>
            <a:endParaRPr sz="2250" baseline="-24074">
              <a:latin typeface="Times New Roman"/>
              <a:cs typeface="Times New Roman"/>
            </a:endParaRPr>
          </a:p>
          <a:p>
            <a:pPr marL="472440" algn="ctr">
              <a:lnSpc>
                <a:spcPct val="100000"/>
              </a:lnSpc>
              <a:spcBef>
                <a:spcPts val="195"/>
              </a:spcBef>
            </a:pPr>
            <a:r>
              <a:rPr sz="1500" spc="5" dirty="0">
                <a:latin typeface="Times New Roman"/>
                <a:cs typeface="Times New Roman"/>
              </a:rPr>
              <a:t>i</a:t>
            </a:r>
            <a:r>
              <a:rPr sz="1500" spc="5" dirty="0">
                <a:latin typeface="Symbol"/>
                <a:cs typeface="Symbol"/>
              </a:rPr>
              <a:t></a:t>
            </a:r>
            <a:r>
              <a:rPr sz="1500" spc="5" dirty="0"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727959" y="4293935"/>
            <a:ext cx="6036310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839335" algn="l"/>
                <a:tab pos="5395595" algn="l"/>
              </a:tabLst>
            </a:pPr>
            <a:r>
              <a:rPr sz="2550" spc="10" dirty="0">
                <a:latin typeface="Times New Roman"/>
                <a:cs typeface="Times New Roman"/>
              </a:rPr>
              <a:t>WaitingTime</a:t>
            </a:r>
            <a:r>
              <a:rPr sz="2550" spc="-165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Times New Roman"/>
                <a:cs typeface="Times New Roman"/>
              </a:rPr>
              <a:t>(WT)</a:t>
            </a:r>
            <a:r>
              <a:rPr sz="2550" spc="-15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Symbol"/>
                <a:cs typeface="Symbol"/>
              </a:rPr>
              <a:t></a:t>
            </a:r>
            <a:r>
              <a:rPr sz="2550" spc="-150" dirty="0">
                <a:latin typeface="Times New Roman"/>
                <a:cs typeface="Times New Roman"/>
              </a:rPr>
              <a:t> </a:t>
            </a:r>
            <a:r>
              <a:rPr sz="2550" spc="15" dirty="0">
                <a:latin typeface="Times New Roman"/>
                <a:cs typeface="Times New Roman"/>
              </a:rPr>
              <a:t>TAT</a:t>
            </a:r>
            <a:r>
              <a:rPr sz="2550" spc="-110" dirty="0">
                <a:latin typeface="Times New Roman"/>
                <a:cs typeface="Times New Roman"/>
              </a:rPr>
              <a:t> </a:t>
            </a:r>
            <a:r>
              <a:rPr sz="2550" spc="5" dirty="0">
                <a:latin typeface="Times New Roman"/>
                <a:cs typeface="Times New Roman"/>
              </a:rPr>
              <a:t>-</a:t>
            </a:r>
            <a:r>
              <a:rPr sz="2550" spc="-160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Times New Roman"/>
                <a:cs typeface="Times New Roman"/>
              </a:rPr>
              <a:t>BT</a:t>
            </a:r>
            <a:r>
              <a:rPr sz="2550" spc="-90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Symbol"/>
                <a:cs typeface="Symbol"/>
              </a:rPr>
              <a:t></a:t>
            </a:r>
            <a:r>
              <a:rPr sz="2550" spc="-145" dirty="0">
                <a:latin typeface="Times New Roman"/>
                <a:cs typeface="Times New Roman"/>
              </a:rPr>
              <a:t> </a:t>
            </a:r>
            <a:r>
              <a:rPr sz="2550" spc="15" dirty="0">
                <a:latin typeface="Times New Roman"/>
                <a:cs typeface="Times New Roman"/>
              </a:rPr>
              <a:t>C	</a:t>
            </a:r>
            <a:r>
              <a:rPr sz="2550" spc="5" dirty="0">
                <a:latin typeface="Times New Roman"/>
                <a:cs typeface="Times New Roman"/>
              </a:rPr>
              <a:t>-</a:t>
            </a:r>
            <a:r>
              <a:rPr sz="2550" spc="-245" dirty="0">
                <a:latin typeface="Times New Roman"/>
                <a:cs typeface="Times New Roman"/>
              </a:rPr>
              <a:t> </a:t>
            </a:r>
            <a:r>
              <a:rPr sz="2550" spc="15" dirty="0">
                <a:latin typeface="Times New Roman"/>
                <a:cs typeface="Times New Roman"/>
              </a:rPr>
              <a:t>A	</a:t>
            </a:r>
            <a:r>
              <a:rPr sz="2550" spc="10" dirty="0">
                <a:latin typeface="Symbol"/>
                <a:cs typeface="Symbol"/>
              </a:rPr>
              <a:t></a:t>
            </a:r>
            <a:r>
              <a:rPr sz="2550" spc="-190" dirty="0">
                <a:latin typeface="Times New Roman"/>
                <a:cs typeface="Times New Roman"/>
              </a:rPr>
              <a:t> </a:t>
            </a:r>
            <a:r>
              <a:rPr sz="2550" i="1" spc="10" dirty="0">
                <a:latin typeface="Times New Roman"/>
                <a:cs typeface="Times New Roman"/>
              </a:rPr>
              <a:t>BT</a:t>
            </a:r>
            <a:endParaRPr sz="255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21316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6939" y="795909"/>
            <a:ext cx="7329805" cy="35134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0000"/>
                </a:solidFill>
                <a:latin typeface="Gothic Uralic"/>
                <a:cs typeface="Gothic Uralic"/>
              </a:rPr>
              <a:t>Scheduling </a:t>
            </a:r>
            <a:r>
              <a:rPr sz="2800" b="1" spc="-5" dirty="0">
                <a:solidFill>
                  <a:srgbClr val="FF0000"/>
                </a:solidFill>
                <a:latin typeface="Gothic Uralic"/>
                <a:cs typeface="Gothic Uralic"/>
              </a:rPr>
              <a:t>Algorithm Optimization</a:t>
            </a:r>
            <a:r>
              <a:rPr sz="2800" b="1" spc="75" dirty="0">
                <a:solidFill>
                  <a:srgbClr val="FF0000"/>
                </a:solidFill>
                <a:latin typeface="Gothic Uralic"/>
                <a:cs typeface="Gothic Uralic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Gothic Uralic"/>
                <a:cs typeface="Gothic Uralic"/>
              </a:rPr>
              <a:t>Criteria</a:t>
            </a:r>
            <a:endParaRPr sz="2800">
              <a:latin typeface="Gothic Uralic"/>
              <a:cs typeface="Gothic Uralic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750">
              <a:latin typeface="Gothic Uralic"/>
              <a:cs typeface="Gothic Uralic"/>
            </a:endParaRPr>
          </a:p>
          <a:p>
            <a:pPr marL="241300" indent="-228600">
              <a:lnSpc>
                <a:spcPct val="100000"/>
              </a:lnSpc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40" dirty="0">
                <a:latin typeface="Verdana"/>
                <a:cs typeface="Verdana"/>
              </a:rPr>
              <a:t>Max </a:t>
            </a:r>
            <a:r>
              <a:rPr sz="2800" spc="20" dirty="0">
                <a:latin typeface="Verdana"/>
                <a:cs typeface="Verdana"/>
              </a:rPr>
              <a:t>CPU</a:t>
            </a:r>
            <a:r>
              <a:rPr sz="2800" spc="-420" dirty="0">
                <a:latin typeface="Verdana"/>
                <a:cs typeface="Verdana"/>
              </a:rPr>
              <a:t> </a:t>
            </a:r>
            <a:r>
              <a:rPr sz="2800" spc="-110" dirty="0">
                <a:latin typeface="Verdana"/>
                <a:cs typeface="Verdana"/>
              </a:rPr>
              <a:t>utilization</a:t>
            </a:r>
            <a:endParaRPr sz="28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40" dirty="0">
                <a:latin typeface="Verdana"/>
                <a:cs typeface="Verdana"/>
              </a:rPr>
              <a:t>Max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50" dirty="0">
                <a:latin typeface="Verdana"/>
                <a:cs typeface="Verdana"/>
              </a:rPr>
              <a:t>throughput</a:t>
            </a:r>
            <a:endParaRPr sz="28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20" dirty="0">
                <a:latin typeface="Verdana"/>
                <a:cs typeface="Verdana"/>
              </a:rPr>
              <a:t>Min </a:t>
            </a:r>
            <a:r>
              <a:rPr sz="2800" spc="-65" dirty="0">
                <a:latin typeface="Verdana"/>
                <a:cs typeface="Verdana"/>
              </a:rPr>
              <a:t>turnaround</a:t>
            </a:r>
            <a:r>
              <a:rPr sz="2800" spc="-390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time</a:t>
            </a:r>
            <a:endParaRPr sz="28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20" dirty="0">
                <a:latin typeface="Verdana"/>
                <a:cs typeface="Verdana"/>
              </a:rPr>
              <a:t>Min </a:t>
            </a:r>
            <a:r>
              <a:rPr sz="2800" spc="-35" dirty="0">
                <a:latin typeface="Verdana"/>
                <a:cs typeface="Verdana"/>
              </a:rPr>
              <a:t>waiting</a:t>
            </a:r>
            <a:r>
              <a:rPr sz="2800" spc="-415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time</a:t>
            </a:r>
            <a:endParaRPr sz="28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20" dirty="0">
                <a:latin typeface="Verdana"/>
                <a:cs typeface="Verdana"/>
              </a:rPr>
              <a:t>Min </a:t>
            </a:r>
            <a:r>
              <a:rPr sz="2800" spc="-75" dirty="0">
                <a:latin typeface="Verdana"/>
                <a:cs typeface="Verdana"/>
              </a:rPr>
              <a:t>response</a:t>
            </a:r>
            <a:r>
              <a:rPr sz="2800" spc="-350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time</a:t>
            </a:r>
            <a:endParaRPr sz="28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551564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6939" y="1766061"/>
            <a:ext cx="10229215" cy="79311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241300" marR="5080" indent="-228600">
              <a:lnSpc>
                <a:spcPts val="2690"/>
              </a:lnSpc>
              <a:spcBef>
                <a:spcPts val="74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45" dirty="0">
                <a:latin typeface="Verdana"/>
                <a:cs typeface="Verdana"/>
              </a:rPr>
              <a:t>Classification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of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scheduling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algorithms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285" dirty="0">
                <a:latin typeface="Verdana"/>
                <a:cs typeface="Verdana"/>
              </a:rPr>
              <a:t>is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given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in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35" dirty="0">
                <a:latin typeface="Verdana"/>
                <a:cs typeface="Verdana"/>
              </a:rPr>
              <a:t>table  </a:t>
            </a:r>
            <a:r>
              <a:rPr sz="2800" spc="45" dirty="0">
                <a:latin typeface="Verdana"/>
                <a:cs typeface="Verdana"/>
              </a:rPr>
              <a:t>below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4879873"/>
            <a:ext cx="8543290" cy="193992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43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600" spc="-35" dirty="0">
                <a:latin typeface="Verdana"/>
                <a:cs typeface="Verdana"/>
              </a:rPr>
              <a:t>Other</a:t>
            </a:r>
            <a:r>
              <a:rPr sz="2600" spc="-220" dirty="0">
                <a:latin typeface="Verdana"/>
                <a:cs typeface="Verdana"/>
              </a:rPr>
              <a:t> </a:t>
            </a:r>
            <a:r>
              <a:rPr sz="2600" spc="-80" dirty="0">
                <a:latin typeface="Verdana"/>
                <a:cs typeface="Verdana"/>
              </a:rPr>
              <a:t>classes</a:t>
            </a:r>
            <a:r>
              <a:rPr sz="2600" spc="-170" dirty="0">
                <a:latin typeface="Verdana"/>
                <a:cs typeface="Verdana"/>
              </a:rPr>
              <a:t> </a:t>
            </a:r>
            <a:r>
              <a:rPr sz="2600" spc="15" dirty="0">
                <a:latin typeface="Verdana"/>
                <a:cs typeface="Verdana"/>
              </a:rPr>
              <a:t>of</a:t>
            </a:r>
            <a:r>
              <a:rPr sz="2600" spc="-200" dirty="0">
                <a:latin typeface="Verdana"/>
                <a:cs typeface="Verdana"/>
              </a:rPr>
              <a:t> </a:t>
            </a:r>
            <a:r>
              <a:rPr sz="2600" spc="20" dirty="0">
                <a:latin typeface="Verdana"/>
                <a:cs typeface="Verdana"/>
              </a:rPr>
              <a:t>CPU</a:t>
            </a:r>
            <a:r>
              <a:rPr sz="2600" spc="-200" dirty="0">
                <a:latin typeface="Verdana"/>
                <a:cs typeface="Verdana"/>
              </a:rPr>
              <a:t> </a:t>
            </a:r>
            <a:r>
              <a:rPr sz="2600" spc="-15" dirty="0">
                <a:latin typeface="Verdana"/>
                <a:cs typeface="Verdana"/>
              </a:rPr>
              <a:t>scheduling</a:t>
            </a:r>
            <a:r>
              <a:rPr sz="2600" spc="-204" dirty="0">
                <a:latin typeface="Verdana"/>
                <a:cs typeface="Verdana"/>
              </a:rPr>
              <a:t> </a:t>
            </a:r>
            <a:r>
              <a:rPr sz="2600" spc="-90" dirty="0">
                <a:latin typeface="Verdana"/>
                <a:cs typeface="Verdana"/>
              </a:rPr>
              <a:t>algorithms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30" dirty="0">
                <a:latin typeface="Verdana"/>
                <a:cs typeface="Verdana"/>
              </a:rPr>
              <a:t>includes</a:t>
            </a:r>
            <a:endParaRPr sz="26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270"/>
              </a:spcBef>
              <a:buClr>
                <a:srgbClr val="EC7C30"/>
              </a:buClr>
              <a:buFont typeface="Wingdings"/>
              <a:buChar char=""/>
              <a:tabLst>
                <a:tab pos="699135" algn="l"/>
              </a:tabLst>
            </a:pPr>
            <a:r>
              <a:rPr sz="2200" spc="-50" dirty="0">
                <a:latin typeface="Verdana"/>
                <a:cs typeface="Verdana"/>
              </a:rPr>
              <a:t>Multilevel </a:t>
            </a:r>
            <a:r>
              <a:rPr sz="2200" spc="55" dirty="0">
                <a:latin typeface="Verdana"/>
                <a:cs typeface="Verdana"/>
              </a:rPr>
              <a:t>Queue</a:t>
            </a:r>
            <a:r>
              <a:rPr sz="2200" spc="-315" dirty="0">
                <a:latin typeface="Verdana"/>
                <a:cs typeface="Verdana"/>
              </a:rPr>
              <a:t> </a:t>
            </a:r>
            <a:r>
              <a:rPr sz="2200" spc="-30" dirty="0">
                <a:latin typeface="Verdana"/>
                <a:cs typeface="Verdana"/>
              </a:rPr>
              <a:t>Scheduling</a:t>
            </a:r>
            <a:endParaRPr sz="22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265"/>
              </a:spcBef>
              <a:buClr>
                <a:srgbClr val="EC7C30"/>
              </a:buClr>
              <a:buFont typeface="Wingdings"/>
              <a:buChar char=""/>
              <a:tabLst>
                <a:tab pos="699135" algn="l"/>
              </a:tabLst>
            </a:pPr>
            <a:r>
              <a:rPr sz="2200" spc="-50" dirty="0">
                <a:latin typeface="Verdana"/>
                <a:cs typeface="Verdana"/>
              </a:rPr>
              <a:t>Multilevel </a:t>
            </a:r>
            <a:r>
              <a:rPr sz="2200" spc="65" dirty="0">
                <a:latin typeface="Verdana"/>
                <a:cs typeface="Verdana"/>
              </a:rPr>
              <a:t>Feedback </a:t>
            </a:r>
            <a:r>
              <a:rPr sz="2200" spc="55" dirty="0">
                <a:latin typeface="Verdana"/>
                <a:cs typeface="Verdana"/>
              </a:rPr>
              <a:t>Queue</a:t>
            </a:r>
            <a:r>
              <a:rPr sz="2200" spc="-53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scheduling</a:t>
            </a:r>
            <a:endParaRPr sz="22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265"/>
              </a:spcBef>
              <a:buClr>
                <a:srgbClr val="EC7C30"/>
              </a:buClr>
              <a:buFont typeface="Wingdings"/>
              <a:buChar char=""/>
              <a:tabLst>
                <a:tab pos="699135" algn="l"/>
              </a:tabLst>
            </a:pPr>
            <a:r>
              <a:rPr sz="2200" spc="-35" dirty="0">
                <a:latin typeface="Verdana"/>
                <a:cs typeface="Verdana"/>
              </a:rPr>
              <a:t>Multiple </a:t>
            </a:r>
            <a:r>
              <a:rPr sz="2200" spc="-90" dirty="0">
                <a:latin typeface="Verdana"/>
                <a:cs typeface="Verdana"/>
              </a:rPr>
              <a:t>–Processes</a:t>
            </a:r>
            <a:r>
              <a:rPr sz="2200" spc="-315" dirty="0">
                <a:latin typeface="Verdana"/>
                <a:cs typeface="Verdana"/>
              </a:rPr>
              <a:t> </a:t>
            </a:r>
            <a:r>
              <a:rPr sz="2200" spc="-30" dirty="0">
                <a:latin typeface="Verdana"/>
                <a:cs typeface="Verdana"/>
              </a:rPr>
              <a:t>Scheduling</a:t>
            </a:r>
            <a:endParaRPr sz="22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260"/>
              </a:spcBef>
              <a:buClr>
                <a:srgbClr val="EC7C30"/>
              </a:buClr>
              <a:buFont typeface="Wingdings"/>
              <a:buChar char=""/>
              <a:tabLst>
                <a:tab pos="699135" algn="l"/>
              </a:tabLst>
            </a:pPr>
            <a:r>
              <a:rPr sz="2200" spc="-100" dirty="0">
                <a:latin typeface="Verdana"/>
                <a:cs typeface="Verdana"/>
              </a:rPr>
              <a:t>Real-Time</a:t>
            </a:r>
            <a:r>
              <a:rPr sz="2200" spc="-190" dirty="0">
                <a:latin typeface="Verdana"/>
                <a:cs typeface="Verdana"/>
              </a:rPr>
              <a:t> </a:t>
            </a:r>
            <a:r>
              <a:rPr sz="2200" spc="-30" dirty="0">
                <a:latin typeface="Verdana"/>
                <a:cs typeface="Verdana"/>
              </a:rPr>
              <a:t>Scheduling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606107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</a:rPr>
              <a:t>Scheduling</a:t>
            </a:r>
            <a:r>
              <a:rPr sz="4400" spc="-100" dirty="0">
                <a:solidFill>
                  <a:srgbClr val="FF0000"/>
                </a:solidFill>
              </a:rPr>
              <a:t> </a:t>
            </a:r>
            <a:r>
              <a:rPr sz="4400" dirty="0">
                <a:solidFill>
                  <a:srgbClr val="FF0000"/>
                </a:solidFill>
              </a:rPr>
              <a:t>Algorithms</a:t>
            </a:r>
            <a:endParaRPr sz="4400"/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51801" y="2704592"/>
          <a:ext cx="10918824" cy="21398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557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193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161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0447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203136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51584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629793">
                <a:tc gridSpan="6"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139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Gothic Uralic"/>
                          <a:cs typeface="Gothic Uralic"/>
                        </a:rPr>
                        <a:t>CPU /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Gothic Uralic"/>
                          <a:cs typeface="Gothic Uralic"/>
                        </a:rPr>
                        <a:t>Processor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Gothic Uralic"/>
                          <a:cs typeface="Gothic Uralic"/>
                        </a:rPr>
                        <a:t>Scheduling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800" b="1" dirty="0">
                          <a:solidFill>
                            <a:srgbClr val="FFFFFF"/>
                          </a:solidFill>
                          <a:latin typeface="Gothic Uralic"/>
                          <a:cs typeface="Gothic Uralic"/>
                        </a:rPr>
                        <a:t>Algorithms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17653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C7C3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39">
                <a:tc gridSpan="3"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Non </a:t>
                      </a:r>
                      <a:r>
                        <a:rPr sz="1800" b="1" spc="-5" dirty="0">
                          <a:latin typeface="Gothic Uralic"/>
                          <a:cs typeface="Gothic Uralic"/>
                        </a:rPr>
                        <a:t>Preemptive</a:t>
                      </a:r>
                      <a:r>
                        <a:rPr sz="1800" b="1" spc="-2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800" b="1" dirty="0">
                          <a:latin typeface="Gothic Uralic"/>
                          <a:cs typeface="Gothic Uralic"/>
                        </a:rPr>
                        <a:t>Algorithms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b="1" spc="-5" dirty="0">
                          <a:latin typeface="Gothic Uralic"/>
                          <a:cs typeface="Gothic Uralic"/>
                        </a:rPr>
                        <a:t>Preemptive</a:t>
                      </a:r>
                      <a:r>
                        <a:rPr sz="1800" b="1" spc="-1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800" b="1" spc="-5" dirty="0">
                          <a:latin typeface="Gothic Uralic"/>
                          <a:cs typeface="Gothic Uralic"/>
                        </a:rPr>
                        <a:t>Algorithms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183515" marR="17462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First-Come  </a:t>
                      </a:r>
                      <a:r>
                        <a:rPr sz="1800" b="1" spc="-5" dirty="0">
                          <a:latin typeface="Gothic Uralic"/>
                          <a:cs typeface="Gothic Uralic"/>
                        </a:rPr>
                        <a:t>First-Serve  (FCFS)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2169" marR="203200" indent="-641985">
                        <a:lnSpc>
                          <a:spcPct val="100000"/>
                        </a:lnSpc>
                        <a:spcBef>
                          <a:spcPts val="1410"/>
                        </a:spcBef>
                      </a:pPr>
                      <a:r>
                        <a:rPr sz="1800" b="1" spc="-5" dirty="0">
                          <a:latin typeface="Gothic Uralic"/>
                          <a:cs typeface="Gothic Uralic"/>
                        </a:rPr>
                        <a:t>Shortest </a:t>
                      </a:r>
                      <a:r>
                        <a:rPr sz="1800" b="1" dirty="0">
                          <a:latin typeface="Gothic Uralic"/>
                          <a:cs typeface="Gothic Uralic"/>
                        </a:rPr>
                        <a:t>Job</a:t>
                      </a:r>
                      <a:r>
                        <a:rPr sz="1800" b="1" spc="-105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800" b="1" spc="-5" dirty="0">
                          <a:latin typeface="Gothic Uralic"/>
                          <a:cs typeface="Gothic Uralic"/>
                        </a:rPr>
                        <a:t>First  (SJF)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1790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79400" marR="270510" indent="-190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-5" dirty="0">
                          <a:latin typeface="Gothic Uralic"/>
                          <a:cs typeface="Gothic Uralic"/>
                        </a:rPr>
                        <a:t>Priority</a:t>
                      </a:r>
                      <a:r>
                        <a:rPr sz="1800" b="1" spc="-8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800" b="1" dirty="0">
                          <a:latin typeface="Gothic Uralic"/>
                          <a:cs typeface="Gothic Uralic"/>
                        </a:rPr>
                        <a:t>Non  </a:t>
                      </a:r>
                      <a:r>
                        <a:rPr sz="1800" b="1" spc="-5" dirty="0">
                          <a:latin typeface="Gothic Uralic"/>
                          <a:cs typeface="Gothic Uralic"/>
                        </a:rPr>
                        <a:t>Preemptive  (P-NP)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4145" marR="136525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-10" dirty="0">
                          <a:latin typeface="Gothic Uralic"/>
                          <a:cs typeface="Gothic Uralic"/>
                        </a:rPr>
                        <a:t>Shortest  </a:t>
                      </a:r>
                      <a:r>
                        <a:rPr sz="1800" b="1" spc="-5" dirty="0">
                          <a:latin typeface="Gothic Uralic"/>
                          <a:cs typeface="Gothic Uralic"/>
                        </a:rPr>
                        <a:t>Remaining</a:t>
                      </a:r>
                      <a:r>
                        <a:rPr sz="1800" b="1" spc="-8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800" b="1" spc="-5" dirty="0">
                          <a:latin typeface="Gothic Uralic"/>
                          <a:cs typeface="Gothic Uralic"/>
                        </a:rPr>
                        <a:t>Time  </a:t>
                      </a:r>
                      <a:r>
                        <a:rPr sz="1800" b="1" dirty="0">
                          <a:latin typeface="Gothic Uralic"/>
                          <a:cs typeface="Gothic Uralic"/>
                        </a:rPr>
                        <a:t>First</a:t>
                      </a:r>
                      <a:r>
                        <a:rPr sz="1800" b="1" spc="-3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800" b="1" dirty="0">
                          <a:latin typeface="Gothic Uralic"/>
                          <a:cs typeface="Gothic Uralic"/>
                        </a:rPr>
                        <a:t>(SRTF)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6715" marR="376555" indent="-2540"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-10" dirty="0">
                          <a:latin typeface="Gothic Uralic"/>
                          <a:cs typeface="Gothic Uralic"/>
                        </a:rPr>
                        <a:t>Priority  </a:t>
                      </a:r>
                      <a:r>
                        <a:rPr sz="1800" b="1" spc="-5" dirty="0">
                          <a:latin typeface="Gothic Uralic"/>
                          <a:cs typeface="Gothic Uralic"/>
                        </a:rPr>
                        <a:t>Pre</a:t>
                      </a:r>
                      <a:r>
                        <a:rPr sz="1800" b="1" spc="5" dirty="0">
                          <a:latin typeface="Gothic Uralic"/>
                          <a:cs typeface="Gothic Uralic"/>
                        </a:rPr>
                        <a:t>e</a:t>
                      </a:r>
                      <a:r>
                        <a:rPr sz="1800" b="1" dirty="0">
                          <a:latin typeface="Gothic Uralic"/>
                          <a:cs typeface="Gothic Uralic"/>
                        </a:rPr>
                        <a:t>mpti</a:t>
                      </a:r>
                      <a:r>
                        <a:rPr sz="1800" b="1" spc="5" dirty="0">
                          <a:latin typeface="Gothic Uralic"/>
                          <a:cs typeface="Gothic Uralic"/>
                        </a:rPr>
                        <a:t>v</a:t>
                      </a:r>
                      <a:r>
                        <a:rPr sz="1800" b="1" dirty="0">
                          <a:latin typeface="Gothic Uralic"/>
                          <a:cs typeface="Gothic Uralic"/>
                        </a:rPr>
                        <a:t>e  </a:t>
                      </a:r>
                      <a:r>
                        <a:rPr sz="1800" b="1" spc="-5" dirty="0">
                          <a:latin typeface="Gothic Uralic"/>
                          <a:cs typeface="Gothic Uralic"/>
                        </a:rPr>
                        <a:t>(Pri-P)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5595" marR="264160" indent="-41275" algn="just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800" b="1" spc="-5" dirty="0">
                          <a:latin typeface="Gothic Uralic"/>
                          <a:cs typeface="Gothic Uralic"/>
                        </a:rPr>
                        <a:t>Round  Robin  (RR)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7915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6939" y="1723158"/>
            <a:ext cx="10923270" cy="232981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355" dirty="0">
                <a:latin typeface="Verdana"/>
                <a:cs typeface="Verdana"/>
              </a:rPr>
              <a:t>It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290" dirty="0">
                <a:latin typeface="Verdana"/>
                <a:cs typeface="Verdana"/>
              </a:rPr>
              <a:t>is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35" dirty="0">
                <a:latin typeface="Verdana"/>
                <a:cs typeface="Verdana"/>
              </a:rPr>
              <a:t>used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represent</a:t>
            </a:r>
            <a:r>
              <a:rPr sz="2800" spc="-16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20" dirty="0">
                <a:latin typeface="Verdana"/>
                <a:cs typeface="Verdana"/>
              </a:rPr>
              <a:t>scheduling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of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processes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graphically</a:t>
            </a:r>
            <a:endParaRPr sz="2800">
              <a:latin typeface="Verdana"/>
              <a:cs typeface="Verdana"/>
            </a:endParaRPr>
          </a:p>
          <a:p>
            <a:pPr marL="241300" marR="5080" indent="-228600">
              <a:lnSpc>
                <a:spcPts val="3030"/>
              </a:lnSpc>
              <a:spcBef>
                <a:spcPts val="104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355" dirty="0">
                <a:latin typeface="Verdana"/>
                <a:cs typeface="Verdana"/>
              </a:rPr>
              <a:t>It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290" dirty="0">
                <a:latin typeface="Verdana"/>
                <a:cs typeface="Verdana"/>
              </a:rPr>
              <a:t>is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229" dirty="0">
                <a:latin typeface="Verdana"/>
                <a:cs typeface="Verdana"/>
              </a:rPr>
              <a:t>a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rectangular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time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25" dirty="0">
                <a:latin typeface="Verdana"/>
                <a:cs typeface="Verdana"/>
              </a:rPr>
              <a:t>scale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diagram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with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235" dirty="0">
                <a:latin typeface="Verdana"/>
                <a:cs typeface="Verdana"/>
              </a:rPr>
              <a:t>x-axis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35" dirty="0">
                <a:latin typeface="Verdana"/>
                <a:cs typeface="Verdana"/>
              </a:rPr>
              <a:t>depicting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  </a:t>
            </a:r>
            <a:r>
              <a:rPr sz="2800" spc="-80" dirty="0">
                <a:latin typeface="Verdana"/>
                <a:cs typeface="Verdana"/>
              </a:rPr>
              <a:t>timeline</a:t>
            </a:r>
            <a:endParaRPr sz="2800">
              <a:latin typeface="Verdana"/>
              <a:cs typeface="Verdana"/>
            </a:endParaRPr>
          </a:p>
          <a:p>
            <a:pPr marL="241300" marR="560705" indent="-228600">
              <a:lnSpc>
                <a:spcPts val="3020"/>
              </a:lnSpc>
              <a:spcBef>
                <a:spcPts val="101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110" dirty="0">
                <a:latin typeface="Verdana"/>
                <a:cs typeface="Verdana"/>
              </a:rPr>
              <a:t>Process-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140" dirty="0">
                <a:latin typeface="Verdana"/>
                <a:cs typeface="Verdana"/>
              </a:rPr>
              <a:t>ids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of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65" dirty="0">
                <a:latin typeface="Verdana"/>
                <a:cs typeface="Verdana"/>
              </a:rPr>
              <a:t>processes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75" dirty="0">
                <a:latin typeface="Verdana"/>
                <a:cs typeface="Verdana"/>
              </a:rPr>
              <a:t>allocated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20" dirty="0">
                <a:latin typeface="Verdana"/>
                <a:cs typeface="Verdana"/>
              </a:rPr>
              <a:t>CPU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10" dirty="0">
                <a:latin typeface="Verdana"/>
                <a:cs typeface="Verdana"/>
              </a:rPr>
              <a:t>for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225" dirty="0">
                <a:latin typeface="Verdana"/>
                <a:cs typeface="Verdana"/>
              </a:rPr>
              <a:t>a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particular  </a:t>
            </a:r>
            <a:r>
              <a:rPr sz="2800" spc="-80" dirty="0">
                <a:latin typeface="Verdana"/>
                <a:cs typeface="Verdana"/>
              </a:rPr>
              <a:t>time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50" dirty="0">
                <a:latin typeface="Verdana"/>
                <a:cs typeface="Verdana"/>
              </a:rPr>
              <a:t>periods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285" dirty="0">
                <a:latin typeface="Verdana"/>
                <a:cs typeface="Verdana"/>
              </a:rPr>
              <a:t>is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indicated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in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that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rectangular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160" dirty="0">
                <a:latin typeface="Verdana"/>
                <a:cs typeface="Verdana"/>
              </a:rPr>
              <a:t>slot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31026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0000"/>
                </a:solidFill>
              </a:rPr>
              <a:t>Gantt</a:t>
            </a:r>
            <a:r>
              <a:rPr sz="4400" spc="-70" dirty="0">
                <a:solidFill>
                  <a:srgbClr val="FF0000"/>
                </a:solidFill>
              </a:rPr>
              <a:t> </a:t>
            </a:r>
            <a:r>
              <a:rPr sz="4400" spc="-5" dirty="0">
                <a:solidFill>
                  <a:srgbClr val="FF0000"/>
                </a:solidFill>
              </a:rPr>
              <a:t>chart</a:t>
            </a:r>
            <a:endParaRPr sz="4400"/>
          </a:p>
        </p:txBody>
      </p:sp>
      <p:sp>
        <p:nvSpPr>
          <p:cNvPr id="5" name="object 5"/>
          <p:cNvSpPr/>
          <p:nvPr/>
        </p:nvSpPr>
        <p:spPr>
          <a:xfrm>
            <a:off x="2261658" y="4453945"/>
            <a:ext cx="8678354" cy="15344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45015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6939" y="1810257"/>
            <a:ext cx="10685780" cy="4583946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marR="5080" indent="-228600">
              <a:lnSpc>
                <a:spcPts val="3010"/>
              </a:lnSpc>
              <a:spcBef>
                <a:spcPts val="484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125" dirty="0">
                <a:latin typeface="Verdana"/>
                <a:cs typeface="Verdana"/>
              </a:rPr>
              <a:t>Concept </a:t>
            </a:r>
            <a:r>
              <a:rPr sz="2800" b="1" i="1" spc="-5" dirty="0">
                <a:latin typeface="TeXGyreAdventor"/>
                <a:cs typeface="TeXGyreAdventor"/>
              </a:rPr>
              <a:t>- </a:t>
            </a:r>
            <a:r>
              <a:rPr sz="2800" i="1" spc="-5" dirty="0">
                <a:latin typeface="TeXGyreAdventor"/>
                <a:cs typeface="TeXGyreAdventor"/>
              </a:rPr>
              <a:t>Process that requests the CPU </a:t>
            </a:r>
            <a:r>
              <a:rPr sz="2800" i="1" dirty="0">
                <a:latin typeface="TeXGyreAdventor"/>
                <a:cs typeface="TeXGyreAdventor"/>
              </a:rPr>
              <a:t>first is </a:t>
            </a:r>
            <a:r>
              <a:rPr sz="2800" i="1" spc="-5" dirty="0">
                <a:latin typeface="TeXGyreAdventor"/>
                <a:cs typeface="TeXGyreAdventor"/>
              </a:rPr>
              <a:t>allocated</a:t>
            </a:r>
            <a:r>
              <a:rPr sz="2800" i="1" spc="-200" dirty="0">
                <a:latin typeface="TeXGyreAdventor"/>
                <a:cs typeface="TeXGyreAdventor"/>
              </a:rPr>
              <a:t> </a:t>
            </a:r>
            <a:r>
              <a:rPr sz="2800" i="1" spc="-5" dirty="0">
                <a:latin typeface="TeXGyreAdventor"/>
                <a:cs typeface="TeXGyreAdventor"/>
              </a:rPr>
              <a:t>the  CPU</a:t>
            </a:r>
            <a:r>
              <a:rPr sz="2800" i="1" spc="10" dirty="0">
                <a:latin typeface="TeXGyreAdventor"/>
                <a:cs typeface="TeXGyreAdventor"/>
              </a:rPr>
              <a:t> </a:t>
            </a:r>
            <a:r>
              <a:rPr sz="2800" i="1" dirty="0">
                <a:latin typeface="TeXGyreAdventor"/>
                <a:cs typeface="TeXGyreAdventor"/>
              </a:rPr>
              <a:t>first.</a:t>
            </a:r>
            <a:endParaRPr lang="en-US" sz="2800" i="1" dirty="0">
              <a:latin typeface="TeXGyreAdventor"/>
              <a:cs typeface="TeXGyreAdventor"/>
            </a:endParaRPr>
          </a:p>
          <a:p>
            <a:pPr marL="241300" marR="5080" indent="-228600">
              <a:lnSpc>
                <a:spcPts val="3010"/>
              </a:lnSpc>
              <a:spcBef>
                <a:spcPts val="484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lang="en-US" sz="2800" i="1" dirty="0">
                <a:latin typeface="TeXGyreAdventor"/>
                <a:cs typeface="TeXGyreAdventor"/>
              </a:rPr>
              <a:t>Mode: Non-Preemptive</a:t>
            </a:r>
          </a:p>
          <a:p>
            <a:pPr marL="241300" marR="5080" indent="-228600">
              <a:lnSpc>
                <a:spcPts val="3010"/>
              </a:lnSpc>
              <a:spcBef>
                <a:spcPts val="484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lang="en-US" sz="2800" i="1" dirty="0">
                <a:latin typeface="TeXGyreAdventor"/>
                <a:cs typeface="TeXGyreAdventor"/>
              </a:rPr>
              <a:t>Criteria: Arrival Time</a:t>
            </a:r>
            <a:endParaRPr sz="2800" dirty="0">
              <a:latin typeface="TeXGyreAdventor"/>
              <a:cs typeface="TeXGyreAdventor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u="heavy" spc="-11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Working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spc="-345" dirty="0">
                <a:latin typeface="Verdana"/>
                <a:cs typeface="Verdana"/>
              </a:rPr>
              <a:t>-</a:t>
            </a:r>
            <a:endParaRPr sz="2800" dirty="0">
              <a:latin typeface="Verdana"/>
              <a:cs typeface="Verdana"/>
            </a:endParaRPr>
          </a:p>
          <a:p>
            <a:pPr marL="698500" marR="506095" lvl="1" indent="-228600">
              <a:lnSpc>
                <a:spcPts val="2590"/>
              </a:lnSpc>
              <a:spcBef>
                <a:spcPts val="919"/>
              </a:spcBef>
              <a:buClr>
                <a:srgbClr val="EC7C30"/>
              </a:buClr>
              <a:buFont typeface="Wingdings"/>
              <a:buChar char=""/>
              <a:tabLst>
                <a:tab pos="699135" algn="l"/>
              </a:tabLst>
            </a:pPr>
            <a:r>
              <a:rPr sz="2400" spc="-65" dirty="0">
                <a:latin typeface="Verdana"/>
                <a:cs typeface="Verdana"/>
              </a:rPr>
              <a:t>Process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95" dirty="0">
                <a:latin typeface="Verdana"/>
                <a:cs typeface="Verdana"/>
              </a:rPr>
              <a:t>requests</a:t>
            </a:r>
            <a:r>
              <a:rPr sz="2400" spc="-15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are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25" dirty="0">
                <a:latin typeface="Verdana"/>
                <a:cs typeface="Verdana"/>
              </a:rPr>
              <a:t>kept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in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ready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50" dirty="0">
                <a:latin typeface="Verdana"/>
                <a:cs typeface="Verdana"/>
              </a:rPr>
              <a:t>queue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110" dirty="0">
                <a:latin typeface="Verdana"/>
                <a:cs typeface="Verdana"/>
              </a:rPr>
              <a:t>in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-180" dirty="0">
                <a:latin typeface="Verdana"/>
                <a:cs typeface="Verdana"/>
              </a:rPr>
              <a:t>FIFO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order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20" dirty="0">
                <a:latin typeface="Verdana"/>
                <a:cs typeface="Verdana"/>
              </a:rPr>
              <a:t>i.e.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ready  </a:t>
            </a:r>
            <a:r>
              <a:rPr sz="2400" spc="50" dirty="0">
                <a:latin typeface="Verdana"/>
                <a:cs typeface="Verdana"/>
              </a:rPr>
              <a:t>queue </a:t>
            </a:r>
            <a:r>
              <a:rPr sz="2400" spc="-240" dirty="0">
                <a:latin typeface="Verdana"/>
                <a:cs typeface="Verdana"/>
              </a:rPr>
              <a:t>is </a:t>
            </a:r>
            <a:r>
              <a:rPr sz="2400" dirty="0">
                <a:latin typeface="Verdana"/>
                <a:cs typeface="Verdana"/>
              </a:rPr>
              <a:t>maintained </a:t>
            </a:r>
            <a:r>
              <a:rPr sz="2400" spc="-65" dirty="0">
                <a:latin typeface="Verdana"/>
                <a:cs typeface="Verdana"/>
              </a:rPr>
              <a:t>as</a:t>
            </a:r>
            <a:r>
              <a:rPr sz="2400" spc="-575" dirty="0">
                <a:latin typeface="Verdana"/>
                <a:cs typeface="Verdana"/>
              </a:rPr>
              <a:t> </a:t>
            </a:r>
            <a:r>
              <a:rPr sz="2400" spc="-185" dirty="0">
                <a:latin typeface="Verdana"/>
                <a:cs typeface="Verdana"/>
              </a:rPr>
              <a:t>FIFO </a:t>
            </a:r>
            <a:r>
              <a:rPr sz="2400" spc="10" dirty="0">
                <a:latin typeface="Verdana"/>
                <a:cs typeface="Verdana"/>
              </a:rPr>
              <a:t>queue.</a:t>
            </a:r>
            <a:endParaRPr sz="2400" dirty="0">
              <a:latin typeface="Verdana"/>
              <a:cs typeface="Verdana"/>
            </a:endParaRPr>
          </a:p>
          <a:p>
            <a:pPr marL="698500" marR="575945" lvl="1" indent="-228600">
              <a:lnSpc>
                <a:spcPts val="2590"/>
              </a:lnSpc>
              <a:spcBef>
                <a:spcPts val="869"/>
              </a:spcBef>
              <a:buClr>
                <a:srgbClr val="EC7C30"/>
              </a:buClr>
              <a:buFont typeface="Wingdings"/>
              <a:buChar char=""/>
              <a:tabLst>
                <a:tab pos="699135" algn="l"/>
              </a:tabLst>
            </a:pPr>
            <a:r>
              <a:rPr sz="2400" spc="-25" dirty="0">
                <a:latin typeface="Verdana"/>
                <a:cs typeface="Verdana"/>
              </a:rPr>
              <a:t>When</a:t>
            </a:r>
            <a:r>
              <a:rPr sz="2400" spc="-140" dirty="0">
                <a:latin typeface="Verdana"/>
                <a:cs typeface="Verdana"/>
              </a:rPr>
              <a:t> </a:t>
            </a:r>
            <a:r>
              <a:rPr sz="2400" spc="195" dirty="0">
                <a:latin typeface="Verdana"/>
                <a:cs typeface="Verdana"/>
              </a:rPr>
              <a:t>a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35" dirty="0">
                <a:latin typeface="Verdana"/>
                <a:cs typeface="Verdana"/>
              </a:rPr>
              <a:t>new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process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95" dirty="0">
                <a:latin typeface="Verdana"/>
                <a:cs typeface="Verdana"/>
              </a:rPr>
              <a:t>enters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the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queue,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204" dirty="0">
                <a:latin typeface="Verdana"/>
                <a:cs typeface="Verdana"/>
              </a:rPr>
              <a:t>its</a:t>
            </a:r>
            <a:r>
              <a:rPr sz="2400" spc="-20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PCB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245" dirty="0">
                <a:latin typeface="Verdana"/>
                <a:cs typeface="Verdana"/>
              </a:rPr>
              <a:t>is</a:t>
            </a:r>
            <a:r>
              <a:rPr sz="2400" spc="-200" dirty="0">
                <a:latin typeface="Verdana"/>
                <a:cs typeface="Verdana"/>
              </a:rPr>
              <a:t> </a:t>
            </a:r>
            <a:r>
              <a:rPr sz="2400" spc="-60" dirty="0">
                <a:latin typeface="Verdana"/>
                <a:cs typeface="Verdana"/>
              </a:rPr>
              <a:t>linked</a:t>
            </a:r>
            <a:r>
              <a:rPr sz="2400" spc="-215" dirty="0">
                <a:latin typeface="Verdana"/>
                <a:cs typeface="Verdana"/>
              </a:rPr>
              <a:t> </a:t>
            </a:r>
            <a:r>
              <a:rPr sz="2400" spc="10" dirty="0">
                <a:latin typeface="Verdana"/>
                <a:cs typeface="Verdana"/>
              </a:rPr>
              <a:t>onto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the  </a:t>
            </a:r>
            <a:r>
              <a:rPr sz="2400" spc="-70" dirty="0">
                <a:latin typeface="Verdana"/>
                <a:cs typeface="Verdana"/>
              </a:rPr>
              <a:t>tail/rear </a:t>
            </a:r>
            <a:r>
              <a:rPr sz="2400" spc="10" dirty="0">
                <a:latin typeface="Verdana"/>
                <a:cs typeface="Verdana"/>
              </a:rPr>
              <a:t>of </a:t>
            </a:r>
            <a:r>
              <a:rPr sz="2400" spc="-20" dirty="0">
                <a:latin typeface="Verdana"/>
                <a:cs typeface="Verdana"/>
              </a:rPr>
              <a:t>the</a:t>
            </a:r>
            <a:r>
              <a:rPr sz="2400" spc="-500" dirty="0">
                <a:latin typeface="Verdana"/>
                <a:cs typeface="Verdana"/>
              </a:rPr>
              <a:t> </a:t>
            </a:r>
            <a:r>
              <a:rPr sz="2400" spc="10" dirty="0">
                <a:latin typeface="Verdana"/>
                <a:cs typeface="Verdana"/>
              </a:rPr>
              <a:t>queue.</a:t>
            </a:r>
            <a:endParaRPr sz="2400" dirty="0">
              <a:latin typeface="Verdana"/>
              <a:cs typeface="Verdana"/>
            </a:endParaRPr>
          </a:p>
          <a:p>
            <a:pPr marL="698500" marR="156845" lvl="1" indent="-228600">
              <a:lnSpc>
                <a:spcPts val="2590"/>
              </a:lnSpc>
              <a:spcBef>
                <a:spcPts val="869"/>
              </a:spcBef>
              <a:buClr>
                <a:srgbClr val="EC7C30"/>
              </a:buClr>
              <a:buFont typeface="Wingdings"/>
              <a:buChar char=""/>
              <a:tabLst>
                <a:tab pos="699135" algn="l"/>
              </a:tabLst>
            </a:pPr>
            <a:r>
              <a:rPr sz="2400" spc="-25" dirty="0">
                <a:latin typeface="Verdana"/>
                <a:cs typeface="Verdana"/>
              </a:rPr>
              <a:t>When</a:t>
            </a:r>
            <a:r>
              <a:rPr sz="2400" spc="-145" dirty="0">
                <a:latin typeface="Verdana"/>
                <a:cs typeface="Verdana"/>
              </a:rPr>
              <a:t> </a:t>
            </a:r>
            <a:r>
              <a:rPr sz="2400" spc="20" dirty="0">
                <a:latin typeface="Verdana"/>
                <a:cs typeface="Verdana"/>
              </a:rPr>
              <a:t>CPU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240" dirty="0">
                <a:latin typeface="Verdana"/>
                <a:cs typeface="Verdana"/>
              </a:rPr>
              <a:t>is</a:t>
            </a:r>
            <a:r>
              <a:rPr sz="2400" spc="-220" dirty="0">
                <a:latin typeface="Verdana"/>
                <a:cs typeface="Verdana"/>
              </a:rPr>
              <a:t> </a:t>
            </a:r>
            <a:r>
              <a:rPr sz="2400" spc="-70" dirty="0">
                <a:latin typeface="Verdana"/>
                <a:cs typeface="Verdana"/>
              </a:rPr>
              <a:t>free,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150" dirty="0">
                <a:latin typeface="Verdana"/>
                <a:cs typeface="Verdana"/>
              </a:rPr>
              <a:t>it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-240" dirty="0">
                <a:latin typeface="Verdana"/>
                <a:cs typeface="Verdana"/>
              </a:rPr>
              <a:t>is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60" dirty="0">
                <a:latin typeface="Verdana"/>
                <a:cs typeface="Verdana"/>
              </a:rPr>
              <a:t>allocated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to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the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process</a:t>
            </a:r>
            <a:r>
              <a:rPr sz="2400" spc="-165" dirty="0">
                <a:latin typeface="Verdana"/>
                <a:cs typeface="Verdana"/>
              </a:rPr>
              <a:t> </a:t>
            </a:r>
            <a:r>
              <a:rPr sz="2400" spc="-30" dirty="0">
                <a:latin typeface="Verdana"/>
                <a:cs typeface="Verdana"/>
              </a:rPr>
              <a:t>that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240" dirty="0">
                <a:latin typeface="Verdana"/>
                <a:cs typeface="Verdana"/>
              </a:rPr>
              <a:t>is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30" dirty="0">
                <a:latin typeface="Verdana"/>
                <a:cs typeface="Verdana"/>
              </a:rPr>
              <a:t>at</a:t>
            </a:r>
            <a:r>
              <a:rPr sz="2400" spc="-19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the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105" dirty="0">
                <a:latin typeface="Verdana"/>
                <a:cs typeface="Verdana"/>
              </a:rPr>
              <a:t>head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45" dirty="0">
                <a:latin typeface="Verdana"/>
                <a:cs typeface="Verdana"/>
              </a:rPr>
              <a:t>/  </a:t>
            </a:r>
            <a:r>
              <a:rPr sz="2400" spc="-95" dirty="0">
                <a:latin typeface="Verdana"/>
                <a:cs typeface="Verdana"/>
              </a:rPr>
              <a:t>front </a:t>
            </a:r>
            <a:r>
              <a:rPr sz="2400" spc="10" dirty="0">
                <a:latin typeface="Verdana"/>
                <a:cs typeface="Verdana"/>
              </a:rPr>
              <a:t>of </a:t>
            </a:r>
            <a:r>
              <a:rPr sz="2400" spc="-20" dirty="0">
                <a:latin typeface="Verdana"/>
                <a:cs typeface="Verdana"/>
              </a:rPr>
              <a:t>the</a:t>
            </a:r>
            <a:r>
              <a:rPr sz="2400" spc="-48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queue.</a:t>
            </a:r>
            <a:endParaRPr sz="24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701116"/>
            <a:ext cx="104749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solidFill>
                  <a:srgbClr val="FF0000"/>
                </a:solidFill>
              </a:rPr>
              <a:t>First- </a:t>
            </a:r>
            <a:r>
              <a:rPr sz="4000" spc="-5" dirty="0">
                <a:solidFill>
                  <a:srgbClr val="FF0000"/>
                </a:solidFill>
              </a:rPr>
              <a:t>Come, First-Served (FCFS)</a:t>
            </a:r>
            <a:r>
              <a:rPr sz="4000" spc="55" dirty="0">
                <a:solidFill>
                  <a:srgbClr val="FF0000"/>
                </a:solidFill>
              </a:rPr>
              <a:t> </a:t>
            </a:r>
            <a:r>
              <a:rPr sz="4000" spc="-10" dirty="0">
                <a:solidFill>
                  <a:srgbClr val="FF0000"/>
                </a:solidFill>
              </a:rPr>
              <a:t>Scheduling</a:t>
            </a:r>
            <a:endParaRPr sz="4000"/>
          </a:p>
        </p:txBody>
      </p:sp>
    </p:spTree>
    <p:extLst>
      <p:ext uri="{BB962C8B-B14F-4D97-AF65-F5344CB8AC3E}">
        <p14:creationId xmlns:p14="http://schemas.microsoft.com/office/powerpoint/2010/main" val="2001102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6939" y="1808733"/>
            <a:ext cx="10871835" cy="12204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Clr>
                <a:srgbClr val="EC7C30"/>
              </a:buClr>
              <a:buSzPct val="57142"/>
              <a:buFont typeface="Wingdings"/>
              <a:buChar char=""/>
              <a:tabLst>
                <a:tab pos="240665" algn="l"/>
                <a:tab pos="241300" algn="l"/>
                <a:tab pos="3106420" algn="l"/>
              </a:tabLst>
            </a:pPr>
            <a:r>
              <a:rPr sz="2800" spc="-30" dirty="0">
                <a:latin typeface="Verdana"/>
                <a:cs typeface="Verdana"/>
              </a:rPr>
              <a:t>Consider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following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30" dirty="0">
                <a:latin typeface="Verdana"/>
                <a:cs typeface="Verdana"/>
              </a:rPr>
              <a:t>set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of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processes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that</a:t>
            </a:r>
            <a:r>
              <a:rPr sz="2800" spc="-250" dirty="0"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Gothic Uralic"/>
                <a:cs typeface="Gothic Uralic"/>
              </a:rPr>
              <a:t>arrive</a:t>
            </a:r>
            <a:r>
              <a:rPr sz="2800" b="1" spc="10" dirty="0">
                <a:solidFill>
                  <a:srgbClr val="FF0000"/>
                </a:solidFill>
                <a:latin typeface="Gothic Uralic"/>
                <a:cs typeface="Gothic Uralic"/>
              </a:rPr>
              <a:t> </a:t>
            </a:r>
            <a:r>
              <a:rPr sz="2800" b="1" spc="-5" dirty="0">
                <a:solidFill>
                  <a:srgbClr val="FF0000"/>
                </a:solidFill>
                <a:latin typeface="Gothic Uralic"/>
                <a:cs typeface="Gothic Uralic"/>
              </a:rPr>
              <a:t>at time</a:t>
            </a:r>
            <a:r>
              <a:rPr sz="2800" b="1" spc="15" dirty="0">
                <a:solidFill>
                  <a:srgbClr val="FF0000"/>
                </a:solidFill>
                <a:latin typeface="Gothic Uralic"/>
                <a:cs typeface="Gothic Uralic"/>
              </a:rPr>
              <a:t> </a:t>
            </a:r>
            <a:r>
              <a:rPr sz="2800" b="1" spc="-130" dirty="0">
                <a:solidFill>
                  <a:srgbClr val="FF0000"/>
                </a:solidFill>
                <a:latin typeface="Gothic Uralic"/>
                <a:cs typeface="Gothic Uralic"/>
              </a:rPr>
              <a:t>0</a:t>
            </a:r>
            <a:r>
              <a:rPr sz="2800" spc="-130" dirty="0">
                <a:latin typeface="Verdana"/>
                <a:cs typeface="Verdana"/>
              </a:rPr>
              <a:t>,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in 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spc="-50" dirty="0">
                <a:latin typeface="Verdana"/>
                <a:cs typeface="Verdana"/>
              </a:rPr>
              <a:t>order </a:t>
            </a:r>
            <a:r>
              <a:rPr sz="2800" spc="-275" dirty="0">
                <a:latin typeface="Verdana"/>
                <a:cs typeface="Verdana"/>
              </a:rPr>
              <a:t>PI, </a:t>
            </a:r>
            <a:r>
              <a:rPr sz="2800" spc="-170" dirty="0">
                <a:latin typeface="Verdana"/>
                <a:cs typeface="Verdana"/>
              </a:rPr>
              <a:t>P2, P3, </a:t>
            </a:r>
            <a:r>
              <a:rPr sz="2800" spc="-95" dirty="0">
                <a:latin typeface="Verdana"/>
                <a:cs typeface="Verdana"/>
              </a:rPr>
              <a:t>with </a:t>
            </a:r>
            <a:r>
              <a:rPr sz="2800" spc="-130" dirty="0">
                <a:latin typeface="Verdana"/>
                <a:cs typeface="Verdana"/>
              </a:rPr>
              <a:t>CPU-burst </a:t>
            </a:r>
            <a:r>
              <a:rPr sz="2800" spc="-80" dirty="0">
                <a:latin typeface="Verdana"/>
                <a:cs typeface="Verdana"/>
              </a:rPr>
              <a:t>time </a:t>
            </a:r>
            <a:r>
              <a:rPr sz="2800" spc="-135" dirty="0">
                <a:latin typeface="Verdana"/>
                <a:cs typeface="Verdana"/>
              </a:rPr>
              <a:t>in </a:t>
            </a:r>
            <a:r>
              <a:rPr sz="2800" spc="-80" dirty="0">
                <a:latin typeface="Verdana"/>
                <a:cs typeface="Verdana"/>
              </a:rPr>
              <a:t>milliseconds </a:t>
            </a:r>
            <a:r>
              <a:rPr sz="2800" spc="-20" dirty="0">
                <a:latin typeface="Verdana"/>
                <a:cs typeface="Verdana"/>
              </a:rPr>
              <a:t>given  </a:t>
            </a:r>
            <a:r>
              <a:rPr sz="2800" spc="50" dirty="0">
                <a:latin typeface="Verdana"/>
                <a:cs typeface="Verdana"/>
              </a:rPr>
              <a:t>below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(Avg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305" dirty="0">
                <a:latin typeface="Verdana"/>
                <a:cs typeface="Verdana"/>
              </a:rPr>
              <a:t>TAT	</a:t>
            </a:r>
            <a:r>
              <a:rPr sz="2800" spc="60" dirty="0">
                <a:latin typeface="Verdana"/>
                <a:cs typeface="Verdana"/>
              </a:rPr>
              <a:t>Avg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300" dirty="0">
                <a:latin typeface="Verdana"/>
                <a:cs typeface="Verdana"/>
              </a:rPr>
              <a:t>WT)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63618" y="3005223"/>
            <a:ext cx="1575181" cy="2080826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70"/>
              </a:spcBef>
            </a:pPr>
            <a:r>
              <a:rPr sz="2800" b="1" spc="-10" dirty="0" smtClean="0">
                <a:latin typeface="Gothic Uralic"/>
                <a:cs typeface="Gothic Uralic"/>
              </a:rPr>
              <a:t>Process</a:t>
            </a:r>
            <a:endParaRPr sz="2800" dirty="0">
              <a:latin typeface="Gothic Uralic"/>
              <a:cs typeface="Gothic Uralic"/>
            </a:endParaRPr>
          </a:p>
          <a:p>
            <a:pPr marL="972185" marR="54610" indent="-33655" algn="just">
              <a:lnSpc>
                <a:spcPct val="120000"/>
              </a:lnSpc>
            </a:pPr>
            <a:r>
              <a:rPr sz="2800" b="1" i="1" dirty="0">
                <a:latin typeface="TeXGyreAdventor"/>
                <a:cs typeface="TeXGyreAdventor"/>
              </a:rPr>
              <a:t>P</a:t>
            </a:r>
            <a:r>
              <a:rPr sz="2775" b="1" i="1" baseline="-21021" dirty="0">
                <a:latin typeface="TeXGyreAdventor"/>
                <a:cs typeface="TeXGyreAdventor"/>
              </a:rPr>
              <a:t>1  </a:t>
            </a:r>
            <a:r>
              <a:rPr sz="2800" b="1" i="1" dirty="0">
                <a:latin typeface="TeXGyreAdventor"/>
                <a:cs typeface="TeXGyreAdventor"/>
              </a:rPr>
              <a:t>P</a:t>
            </a:r>
            <a:r>
              <a:rPr sz="2775" b="1" i="1" baseline="-21021" dirty="0">
                <a:latin typeface="TeXGyreAdventor"/>
                <a:cs typeface="TeXGyreAdventor"/>
              </a:rPr>
              <a:t>2  </a:t>
            </a:r>
            <a:r>
              <a:rPr sz="2800" b="1" i="1" dirty="0">
                <a:latin typeface="TeXGyreAdventor"/>
                <a:cs typeface="TeXGyreAdventor"/>
              </a:rPr>
              <a:t>P</a:t>
            </a:r>
            <a:r>
              <a:rPr sz="2775" b="1" i="1" baseline="-21021" dirty="0">
                <a:latin typeface="TeXGyreAdventor"/>
                <a:cs typeface="TeXGyreAdventor"/>
              </a:rPr>
              <a:t>3</a:t>
            </a:r>
            <a:endParaRPr sz="2775" baseline="-21021" dirty="0">
              <a:latin typeface="TeXGyreAdventor"/>
              <a:cs typeface="TeXGyreAdventor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72200" y="3005223"/>
            <a:ext cx="1905000" cy="21004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marR="5080" indent="-172720">
              <a:lnSpc>
                <a:spcPct val="120000"/>
              </a:lnSpc>
              <a:spcBef>
                <a:spcPts val="95"/>
              </a:spcBef>
            </a:pPr>
            <a:r>
              <a:rPr sz="2800" b="1" spc="-5" dirty="0" smtClean="0">
                <a:latin typeface="Gothic Uralic"/>
                <a:cs typeface="Gothic Uralic"/>
              </a:rPr>
              <a:t>Burst</a:t>
            </a:r>
            <a:r>
              <a:rPr lang="en-IN" sz="2800" b="1" spc="-80" dirty="0">
                <a:latin typeface="Gothic Uralic"/>
                <a:cs typeface="Gothic Uralic"/>
              </a:rPr>
              <a:t> </a:t>
            </a:r>
            <a:r>
              <a:rPr sz="2800" b="1" spc="-5" dirty="0" smtClean="0">
                <a:latin typeface="Gothic Uralic"/>
                <a:cs typeface="Gothic Uralic"/>
              </a:rPr>
              <a:t>Time  </a:t>
            </a:r>
            <a:endParaRPr lang="en-IN" sz="2800" b="1" spc="-5" dirty="0" smtClean="0">
              <a:latin typeface="Gothic Uralic"/>
              <a:cs typeface="Gothic Uralic"/>
            </a:endParaRPr>
          </a:p>
          <a:p>
            <a:pPr marL="184785" marR="5080" indent="-172720">
              <a:lnSpc>
                <a:spcPct val="120000"/>
              </a:lnSpc>
              <a:spcBef>
                <a:spcPts val="95"/>
              </a:spcBef>
            </a:pPr>
            <a:r>
              <a:rPr sz="2800" b="1" spc="-15" dirty="0" smtClean="0">
                <a:latin typeface="Gothic Uralic"/>
                <a:cs typeface="Gothic Uralic"/>
              </a:rPr>
              <a:t>24</a:t>
            </a:r>
            <a:endParaRPr sz="2800" dirty="0">
              <a:latin typeface="Gothic Uralic"/>
              <a:cs typeface="Gothic Uralic"/>
            </a:endParaRPr>
          </a:p>
          <a:p>
            <a:pPr marL="334010">
              <a:lnSpc>
                <a:spcPct val="100000"/>
              </a:lnSpc>
              <a:spcBef>
                <a:spcPts val="675"/>
              </a:spcBef>
            </a:pPr>
            <a:r>
              <a:rPr sz="2800" b="1" spc="-5" dirty="0">
                <a:latin typeface="Gothic Uralic"/>
                <a:cs typeface="Gothic Uralic"/>
              </a:rPr>
              <a:t>3</a:t>
            </a:r>
            <a:endParaRPr sz="2800" dirty="0">
              <a:latin typeface="Gothic Uralic"/>
              <a:cs typeface="Gothic Uralic"/>
            </a:endParaRPr>
          </a:p>
          <a:p>
            <a:pPr marL="350520">
              <a:lnSpc>
                <a:spcPct val="100000"/>
              </a:lnSpc>
              <a:spcBef>
                <a:spcPts val="670"/>
              </a:spcBef>
            </a:pPr>
            <a:r>
              <a:rPr sz="2800" b="1" spc="-5" dirty="0">
                <a:latin typeface="Gothic Uralic"/>
                <a:cs typeface="Gothic Uralic"/>
              </a:rPr>
              <a:t>3</a:t>
            </a:r>
            <a:endParaRPr sz="2800" dirty="0">
              <a:latin typeface="Gothic Uralic"/>
              <a:cs typeface="Gothic Ural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763600"/>
            <a:ext cx="839216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FF0000"/>
                </a:solidFill>
              </a:rPr>
              <a:t>First- </a:t>
            </a:r>
            <a:r>
              <a:rPr sz="3200" dirty="0">
                <a:solidFill>
                  <a:srgbClr val="FF0000"/>
                </a:solidFill>
              </a:rPr>
              <a:t>Come, </a:t>
            </a:r>
            <a:r>
              <a:rPr sz="3200" spc="-5" dirty="0">
                <a:solidFill>
                  <a:srgbClr val="FF0000"/>
                </a:solidFill>
              </a:rPr>
              <a:t>First-Served </a:t>
            </a:r>
            <a:r>
              <a:rPr sz="3200" dirty="0">
                <a:solidFill>
                  <a:srgbClr val="FF0000"/>
                </a:solidFill>
              </a:rPr>
              <a:t>(FCFS)</a:t>
            </a:r>
            <a:r>
              <a:rPr sz="3200" spc="40" dirty="0">
                <a:solidFill>
                  <a:srgbClr val="FF0000"/>
                </a:solidFill>
              </a:rPr>
              <a:t> </a:t>
            </a:r>
            <a:r>
              <a:rPr sz="3200" spc="-5" dirty="0">
                <a:solidFill>
                  <a:srgbClr val="FF0000"/>
                </a:solidFill>
              </a:rPr>
              <a:t>Scheduling</a:t>
            </a:r>
            <a:endParaRPr sz="3200"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615533" y="5670396"/>
          <a:ext cx="6752588" cy="5412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127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845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53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1264">
                <a:tc>
                  <a:txBody>
                    <a:bodyPr/>
                    <a:lstStyle/>
                    <a:p>
                      <a:pPr marL="118745"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550" spc="-5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350" spc="-75" baseline="-30864" dirty="0">
                          <a:latin typeface="Arial"/>
                          <a:cs typeface="Arial"/>
                        </a:rPr>
                        <a:t>1</a:t>
                      </a:r>
                      <a:endParaRPr sz="1350" baseline="-30864">
                        <a:latin typeface="Arial"/>
                        <a:cs typeface="Arial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550" spc="-5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350" spc="-75" baseline="-30864" dirty="0">
                          <a:latin typeface="Arial"/>
                          <a:cs typeface="Arial"/>
                        </a:rPr>
                        <a:t>2</a:t>
                      </a:r>
                      <a:endParaRPr sz="1350" baseline="-30864">
                        <a:latin typeface="Arial"/>
                        <a:cs typeface="Arial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550" spc="-13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350" spc="-202" baseline="-30864" dirty="0">
                          <a:latin typeface="Arial"/>
                          <a:cs typeface="Arial"/>
                        </a:rPr>
                        <a:t>3</a:t>
                      </a:r>
                      <a:endParaRPr sz="1350" baseline="-30864">
                        <a:latin typeface="Arial"/>
                        <a:cs typeface="Arial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2574373" y="6244425"/>
            <a:ext cx="92710" cy="1689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57894" y="6244425"/>
            <a:ext cx="157480" cy="1689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5" dirty="0">
                <a:latin typeface="Arial"/>
                <a:cs typeface="Arial"/>
              </a:rPr>
              <a:t>2</a:t>
            </a:r>
            <a:r>
              <a:rPr sz="900" spc="20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90079" y="6244425"/>
            <a:ext cx="157480" cy="1689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5" dirty="0">
                <a:latin typeface="Arial"/>
                <a:cs typeface="Arial"/>
              </a:rPr>
              <a:t>3</a:t>
            </a:r>
            <a:r>
              <a:rPr sz="900" spc="20" dirty="0"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45116" y="6244425"/>
            <a:ext cx="157480" cy="1689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5" dirty="0">
                <a:latin typeface="Arial"/>
                <a:cs typeface="Arial"/>
              </a:rPr>
              <a:t>2</a:t>
            </a:r>
            <a:r>
              <a:rPr sz="900" spc="20" dirty="0">
                <a:latin typeface="Arial"/>
                <a:cs typeface="Arial"/>
              </a:rPr>
              <a:t>7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58239" y="4935473"/>
            <a:ext cx="12814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Gantt</a:t>
            </a:r>
            <a:r>
              <a:rPr sz="1800" b="1" spc="-75" dirty="0">
                <a:latin typeface="Gothic Uralic"/>
                <a:cs typeface="Gothic Uralic"/>
              </a:rPr>
              <a:t> </a:t>
            </a:r>
            <a:r>
              <a:rPr sz="1800" b="1" spc="-5" dirty="0">
                <a:latin typeface="Gothic Uralic"/>
                <a:cs typeface="Gothic Uralic"/>
              </a:rPr>
              <a:t>chart</a:t>
            </a:r>
            <a:endParaRPr sz="1800">
              <a:latin typeface="Gothic Uralic"/>
              <a:cs typeface="Gothic Uralic"/>
            </a:endParaRPr>
          </a:p>
        </p:txBody>
      </p:sp>
    </p:spTree>
    <p:extLst>
      <p:ext uri="{BB962C8B-B14F-4D97-AF65-F5344CB8AC3E}">
        <p14:creationId xmlns:p14="http://schemas.microsoft.com/office/powerpoint/2010/main" val="3494801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830929" y="255624"/>
          <a:ext cx="6752588" cy="5412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1274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8452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5531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541264">
                <a:tc>
                  <a:txBody>
                    <a:bodyPr/>
                    <a:lstStyle/>
                    <a:p>
                      <a:pPr marL="118745"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550" spc="-5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350" spc="-75" baseline="-30864" dirty="0">
                          <a:latin typeface="Arial"/>
                          <a:cs typeface="Arial"/>
                        </a:rPr>
                        <a:t>1</a:t>
                      </a:r>
                      <a:endParaRPr sz="1350" baseline="-30864">
                        <a:latin typeface="Arial"/>
                        <a:cs typeface="Arial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28575"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550" spc="-5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350" spc="-75" baseline="-30864" dirty="0">
                          <a:latin typeface="Arial"/>
                          <a:cs typeface="Arial"/>
                        </a:rPr>
                        <a:t>2</a:t>
                      </a:r>
                      <a:endParaRPr sz="1350" baseline="-30864">
                        <a:latin typeface="Arial"/>
                        <a:cs typeface="Arial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550" spc="-13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350" spc="-202" baseline="-30864" dirty="0">
                          <a:latin typeface="Arial"/>
                          <a:cs typeface="Arial"/>
                        </a:rPr>
                        <a:t>3</a:t>
                      </a:r>
                      <a:endParaRPr sz="1350" baseline="-30864">
                        <a:latin typeface="Arial"/>
                        <a:cs typeface="Arial"/>
                      </a:endParaRPr>
                    </a:p>
                  </a:txBody>
                  <a:tcPr marL="0" marR="0" marT="1200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789769" y="829653"/>
            <a:ext cx="92710" cy="1689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20" dirty="0"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73289" y="829653"/>
            <a:ext cx="157480" cy="1689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5" dirty="0">
                <a:latin typeface="Arial"/>
                <a:cs typeface="Arial"/>
              </a:rPr>
              <a:t>2</a:t>
            </a:r>
            <a:r>
              <a:rPr sz="900" spc="20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05475" y="829654"/>
            <a:ext cx="157480" cy="1689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5" dirty="0">
                <a:latin typeface="Arial"/>
                <a:cs typeface="Arial"/>
              </a:rPr>
              <a:t>3</a:t>
            </a:r>
            <a:r>
              <a:rPr sz="900" spc="20" dirty="0"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60513" y="829654"/>
            <a:ext cx="157480" cy="1689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5" dirty="0">
                <a:latin typeface="Arial"/>
                <a:cs typeface="Arial"/>
              </a:rPr>
              <a:t>2</a:t>
            </a:r>
            <a:r>
              <a:rPr sz="900" spc="20" dirty="0">
                <a:latin typeface="Arial"/>
                <a:cs typeface="Arial"/>
              </a:rPr>
              <a:t>7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513586" y="2909189"/>
          <a:ext cx="6795768" cy="1947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761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4269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9890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8651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9502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7503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743838">
                <a:tc>
                  <a:txBody>
                    <a:bodyPr/>
                    <a:lstStyle/>
                    <a:p>
                      <a:pPr marL="506730" marR="219710" indent="-281940">
                        <a:lnSpc>
                          <a:spcPts val="1800"/>
                        </a:lnSpc>
                        <a:spcBef>
                          <a:spcPts val="1145"/>
                        </a:spcBef>
                      </a:pP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P</a:t>
                      </a:r>
                      <a:r>
                        <a:rPr sz="1600" b="1" dirty="0">
                          <a:latin typeface="Gothic Uralic"/>
                          <a:cs typeface="Gothic Uralic"/>
                        </a:rPr>
                        <a:t>r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ocess  id</a:t>
                      </a:r>
                      <a:endParaRPr sz="1600" dirty="0">
                        <a:latin typeface="Gothic Uralic"/>
                        <a:cs typeface="Gothic Uralic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325" marR="132080" indent="-303530">
                        <a:lnSpc>
                          <a:spcPts val="1800"/>
                        </a:lnSpc>
                        <a:spcBef>
                          <a:spcPts val="1145"/>
                        </a:spcBef>
                      </a:pP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Burst</a:t>
                      </a:r>
                      <a:r>
                        <a:rPr sz="1600" b="1" spc="-95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Time  </a:t>
                      </a: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(BT)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3555" marR="123189" indent="-375285">
                        <a:lnSpc>
                          <a:spcPts val="1800"/>
                        </a:lnSpc>
                        <a:spcBef>
                          <a:spcPts val="1145"/>
                        </a:spcBef>
                      </a:pP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Arrival</a:t>
                      </a:r>
                      <a:r>
                        <a:rPr sz="1600" b="1" spc="-5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Time  (AT)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 marR="58419" indent="-120650">
                        <a:lnSpc>
                          <a:spcPts val="1800"/>
                        </a:lnSpc>
                        <a:spcBef>
                          <a:spcPts val="1145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Compl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etion  Time</a:t>
                      </a:r>
                      <a:r>
                        <a:rPr sz="1600" b="1" spc="-2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(CT)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TAT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WT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1983">
                <a:tc>
                  <a:txBody>
                    <a:bodyPr/>
                    <a:lstStyle/>
                    <a:p>
                      <a:pPr marR="506730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PI</a:t>
                      </a:r>
                      <a:endParaRPr sz="1600" dirty="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5" dirty="0">
                          <a:latin typeface="Gothic Uralic"/>
                          <a:cs typeface="Gothic Uralic"/>
                        </a:rPr>
                        <a:t>24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149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5" dirty="0">
                          <a:latin typeface="Gothic Uralic"/>
                          <a:cs typeface="Gothic Uralic"/>
                        </a:rPr>
                        <a:t>24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5" dirty="0">
                          <a:latin typeface="Gothic Uralic"/>
                          <a:cs typeface="Gothic Uralic"/>
                        </a:rPr>
                        <a:t>24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1856">
                <a:tc>
                  <a:txBody>
                    <a:bodyPr/>
                    <a:lstStyle/>
                    <a:p>
                      <a:pPr marR="478790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P2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149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5" dirty="0">
                          <a:latin typeface="Gothic Uralic"/>
                          <a:cs typeface="Gothic Uralic"/>
                        </a:rPr>
                        <a:t>27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5" dirty="0">
                          <a:latin typeface="Gothic Uralic"/>
                          <a:cs typeface="Gothic Uralic"/>
                        </a:rPr>
                        <a:t>27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5" dirty="0">
                          <a:latin typeface="Gothic Uralic"/>
                          <a:cs typeface="Gothic Uralic"/>
                        </a:rPr>
                        <a:t>24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1982">
                <a:tc>
                  <a:txBody>
                    <a:bodyPr/>
                    <a:lstStyle/>
                    <a:p>
                      <a:pPr marR="478790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P3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149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5" dirty="0">
                          <a:latin typeface="Gothic Uralic"/>
                          <a:cs typeface="Gothic Uralic"/>
                        </a:rPr>
                        <a:t>30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5" dirty="0">
                          <a:latin typeface="Gothic Uralic"/>
                          <a:cs typeface="Gothic Uralic"/>
                        </a:rPr>
                        <a:t>30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5" dirty="0">
                          <a:latin typeface="Gothic Uralic"/>
                          <a:cs typeface="Gothic Uralic"/>
                        </a:rPr>
                        <a:t>27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9310988" y="4170168"/>
            <a:ext cx="126852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F5F"/>
                </a:solidFill>
                <a:latin typeface="Gothic Uralic"/>
                <a:cs typeface="Gothic Uralic"/>
              </a:rPr>
              <a:t>Avg </a:t>
            </a:r>
            <a:r>
              <a:rPr sz="1800" b="1" spc="-5" dirty="0">
                <a:solidFill>
                  <a:srgbClr val="001F5F"/>
                </a:solidFill>
                <a:latin typeface="Gothic Uralic"/>
                <a:cs typeface="Gothic Uralic"/>
              </a:rPr>
              <a:t>TAT</a:t>
            </a:r>
            <a:r>
              <a:rPr sz="1800" b="1" spc="-85" dirty="0">
                <a:solidFill>
                  <a:srgbClr val="001F5F"/>
                </a:solidFill>
                <a:latin typeface="Gothic Uralic"/>
                <a:cs typeface="Gothic Uralic"/>
              </a:rPr>
              <a:t> </a:t>
            </a:r>
            <a:r>
              <a:rPr sz="1800" b="1" dirty="0">
                <a:solidFill>
                  <a:srgbClr val="001F5F"/>
                </a:solidFill>
                <a:latin typeface="Gothic Uralic"/>
                <a:cs typeface="Gothic Uralic"/>
              </a:rPr>
              <a:t>?</a:t>
            </a:r>
            <a:endParaRPr sz="1800" dirty="0">
              <a:latin typeface="Gothic Uralic"/>
              <a:cs typeface="Gothic Uralic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134117" y="4576324"/>
            <a:ext cx="1311910" cy="511809"/>
            <a:chOff x="8121395" y="356628"/>
            <a:chExt cx="1311910" cy="511809"/>
          </a:xfrm>
        </p:grpSpPr>
        <p:sp>
          <p:nvSpPr>
            <p:cNvPr id="13" name="object 13"/>
            <p:cNvSpPr/>
            <p:nvPr/>
          </p:nvSpPr>
          <p:spPr>
            <a:xfrm>
              <a:off x="8121395" y="356628"/>
              <a:ext cx="753618" cy="5112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33459" y="356628"/>
              <a:ext cx="799338" cy="51128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1621916" y="2565145"/>
            <a:ext cx="1643888" cy="2432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9473892" y="2226084"/>
            <a:ext cx="850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Times New Roman"/>
                <a:cs typeface="Times New Roman"/>
              </a:rPr>
              <a:t>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512213" y="1319908"/>
            <a:ext cx="850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Times New Roman"/>
                <a:cs typeface="Times New Roman"/>
              </a:rPr>
              <a:t>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168884" y="920237"/>
            <a:ext cx="3831590" cy="187706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5"/>
              </a:spcBef>
            </a:pPr>
            <a:r>
              <a:rPr sz="1600" dirty="0">
                <a:latin typeface="Times New Roman"/>
                <a:cs typeface="Times New Roman"/>
              </a:rPr>
              <a:t>Turnaround Time (TAT) </a:t>
            </a:r>
            <a:r>
              <a:rPr sz="1600" dirty="0">
                <a:latin typeface="Symbol"/>
                <a:cs typeface="Symbol"/>
              </a:rPr>
              <a:t>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25" dirty="0">
                <a:latin typeface="Times New Roman"/>
                <a:cs typeface="Times New Roman"/>
              </a:rPr>
              <a:t>C</a:t>
            </a:r>
            <a:r>
              <a:rPr sz="1350" spc="37" baseline="-24691" dirty="0">
                <a:latin typeface="Times New Roman"/>
                <a:cs typeface="Times New Roman"/>
              </a:rPr>
              <a:t>i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260" dirty="0">
                <a:latin typeface="Times New Roman"/>
                <a:cs typeface="Times New Roman"/>
              </a:rPr>
              <a:t> </a:t>
            </a:r>
            <a:r>
              <a:rPr sz="1600" spc="45" dirty="0">
                <a:latin typeface="Times New Roman"/>
                <a:cs typeface="Times New Roman"/>
              </a:rPr>
              <a:t>A</a:t>
            </a:r>
            <a:r>
              <a:rPr sz="1350" spc="67" baseline="-24691" dirty="0">
                <a:latin typeface="Times New Roman"/>
                <a:cs typeface="Times New Roman"/>
              </a:rPr>
              <a:t>i</a:t>
            </a:r>
            <a:endParaRPr sz="1350" baseline="-24691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840"/>
              </a:spcBef>
            </a:pPr>
            <a:r>
              <a:rPr sz="1600" dirty="0">
                <a:latin typeface="Times New Roman"/>
                <a:cs typeface="Times New Roman"/>
              </a:rPr>
              <a:t>AvgTAT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</a:t>
            </a:r>
            <a:r>
              <a:rPr sz="1600" spc="-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1/n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3600" spc="292" baseline="-8101" dirty="0">
                <a:latin typeface="Symbol"/>
                <a:cs typeface="Symbol"/>
              </a:rPr>
              <a:t></a:t>
            </a:r>
            <a:r>
              <a:rPr sz="1600" spc="40" dirty="0">
                <a:latin typeface="Times New Roman"/>
                <a:cs typeface="Times New Roman"/>
              </a:rPr>
              <a:t>C</a:t>
            </a:r>
            <a:r>
              <a:rPr sz="1350" spc="15" baseline="-24691" dirty="0">
                <a:latin typeface="Times New Roman"/>
                <a:cs typeface="Times New Roman"/>
              </a:rPr>
              <a:t>i</a:t>
            </a:r>
            <a:r>
              <a:rPr sz="1350" baseline="-24691" dirty="0">
                <a:latin typeface="Times New Roman"/>
                <a:cs typeface="Times New Roman"/>
              </a:rPr>
              <a:t> </a:t>
            </a:r>
            <a:r>
              <a:rPr sz="1350" spc="37" baseline="-24691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155" dirty="0">
                <a:latin typeface="Times New Roman"/>
                <a:cs typeface="Times New Roman"/>
              </a:rPr>
              <a:t> </a:t>
            </a:r>
            <a:r>
              <a:rPr sz="1600" spc="80" dirty="0">
                <a:latin typeface="Times New Roman"/>
                <a:cs typeface="Times New Roman"/>
              </a:rPr>
              <a:t>A</a:t>
            </a:r>
            <a:r>
              <a:rPr sz="1350" spc="15" baseline="-24691" dirty="0">
                <a:latin typeface="Times New Roman"/>
                <a:cs typeface="Times New Roman"/>
              </a:rPr>
              <a:t>i</a:t>
            </a:r>
            <a:endParaRPr sz="1350" baseline="-24691">
              <a:latin typeface="Times New Roman"/>
              <a:cs typeface="Times New Roman"/>
            </a:endParaRPr>
          </a:p>
          <a:p>
            <a:pPr marL="1311275">
              <a:lnSpc>
                <a:spcPct val="100000"/>
              </a:lnSpc>
              <a:spcBef>
                <a:spcPts val="160"/>
              </a:spcBef>
            </a:pPr>
            <a:r>
              <a:rPr sz="900" spc="15" dirty="0">
                <a:latin typeface="Times New Roman"/>
                <a:cs typeface="Times New Roman"/>
              </a:rPr>
              <a:t>i</a:t>
            </a:r>
            <a:r>
              <a:rPr sz="900" spc="15" dirty="0">
                <a:latin typeface="Symbol"/>
                <a:cs typeface="Symbol"/>
              </a:rPr>
              <a:t></a:t>
            </a:r>
            <a:r>
              <a:rPr sz="900" spc="15" dirty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  <a:p>
            <a:pPr marL="44450">
              <a:lnSpc>
                <a:spcPct val="100000"/>
              </a:lnSpc>
              <a:spcBef>
                <a:spcPts val="259"/>
              </a:spcBef>
            </a:pPr>
            <a:r>
              <a:rPr sz="1600" dirty="0">
                <a:latin typeface="Times New Roman"/>
                <a:cs typeface="Times New Roman"/>
              </a:rPr>
              <a:t>WaitingTime</a:t>
            </a:r>
            <a:r>
              <a:rPr sz="1600" spc="-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(WT)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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TAT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BT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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25" dirty="0">
                <a:latin typeface="Times New Roman"/>
                <a:cs typeface="Times New Roman"/>
              </a:rPr>
              <a:t>C</a:t>
            </a:r>
            <a:r>
              <a:rPr sz="1350" spc="37" baseline="-24691" dirty="0">
                <a:latin typeface="Times New Roman"/>
                <a:cs typeface="Times New Roman"/>
              </a:rPr>
              <a:t>i</a:t>
            </a:r>
            <a:r>
              <a:rPr sz="1350" spc="375" baseline="-24691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160" dirty="0">
                <a:latin typeface="Times New Roman"/>
                <a:cs typeface="Times New Roman"/>
              </a:rPr>
              <a:t> </a:t>
            </a:r>
            <a:r>
              <a:rPr sz="1600" spc="45" dirty="0">
                <a:latin typeface="Times New Roman"/>
                <a:cs typeface="Times New Roman"/>
              </a:rPr>
              <a:t>A</a:t>
            </a:r>
            <a:r>
              <a:rPr sz="1350" spc="67" baseline="-24691" dirty="0">
                <a:latin typeface="Times New Roman"/>
                <a:cs typeface="Times New Roman"/>
              </a:rPr>
              <a:t>i</a:t>
            </a:r>
            <a:r>
              <a:rPr sz="1350" spc="337" baseline="-24691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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BT</a:t>
            </a:r>
            <a:endParaRPr sz="16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835"/>
              </a:spcBef>
            </a:pPr>
            <a:r>
              <a:rPr sz="1600" dirty="0">
                <a:latin typeface="Times New Roman"/>
                <a:cs typeface="Times New Roman"/>
              </a:rPr>
              <a:t>Avg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WT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</a:t>
            </a:r>
            <a:r>
              <a:rPr sz="1600" spc="-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1/n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3600" spc="292" baseline="-8101" dirty="0">
                <a:latin typeface="Symbol"/>
                <a:cs typeface="Symbol"/>
              </a:rPr>
              <a:t></a:t>
            </a:r>
            <a:r>
              <a:rPr sz="1600" spc="40" dirty="0">
                <a:latin typeface="Times New Roman"/>
                <a:cs typeface="Times New Roman"/>
              </a:rPr>
              <a:t>C</a:t>
            </a:r>
            <a:r>
              <a:rPr sz="1350" spc="15" baseline="-24691" dirty="0">
                <a:latin typeface="Times New Roman"/>
                <a:cs typeface="Times New Roman"/>
              </a:rPr>
              <a:t>i</a:t>
            </a:r>
            <a:r>
              <a:rPr sz="1350" baseline="-24691" dirty="0">
                <a:latin typeface="Times New Roman"/>
                <a:cs typeface="Times New Roman"/>
              </a:rPr>
              <a:t> </a:t>
            </a:r>
            <a:r>
              <a:rPr sz="1350" spc="37" baseline="-24691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155" dirty="0">
                <a:latin typeface="Times New Roman"/>
                <a:cs typeface="Times New Roman"/>
              </a:rPr>
              <a:t> </a:t>
            </a:r>
            <a:r>
              <a:rPr sz="1600" spc="80" dirty="0">
                <a:latin typeface="Times New Roman"/>
                <a:cs typeface="Times New Roman"/>
              </a:rPr>
              <a:t>A</a:t>
            </a:r>
            <a:r>
              <a:rPr sz="1350" spc="15" baseline="-24691" dirty="0">
                <a:latin typeface="Times New Roman"/>
                <a:cs typeface="Times New Roman"/>
              </a:rPr>
              <a:t>i</a:t>
            </a:r>
            <a:r>
              <a:rPr sz="1350" baseline="-24691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Symbol"/>
                <a:cs typeface="Symbol"/>
              </a:rPr>
              <a:t>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i="1" spc="-55" dirty="0">
                <a:latin typeface="Times New Roman"/>
                <a:cs typeface="Times New Roman"/>
              </a:rPr>
              <a:t>B</a:t>
            </a:r>
            <a:r>
              <a:rPr sz="1350" i="1" spc="15" baseline="-24691" dirty="0">
                <a:latin typeface="Times New Roman"/>
                <a:cs typeface="Times New Roman"/>
              </a:rPr>
              <a:t>i</a:t>
            </a:r>
            <a:endParaRPr sz="1350" baseline="-24691">
              <a:latin typeface="Times New Roman"/>
              <a:cs typeface="Times New Roman"/>
            </a:endParaRPr>
          </a:p>
          <a:p>
            <a:pPr marL="1272540">
              <a:lnSpc>
                <a:spcPct val="100000"/>
              </a:lnSpc>
              <a:spcBef>
                <a:spcPts val="160"/>
              </a:spcBef>
            </a:pPr>
            <a:r>
              <a:rPr sz="900" spc="15" dirty="0">
                <a:latin typeface="Times New Roman"/>
                <a:cs typeface="Times New Roman"/>
              </a:rPr>
              <a:t>i</a:t>
            </a:r>
            <a:r>
              <a:rPr sz="900" spc="15" dirty="0">
                <a:latin typeface="Symbol"/>
                <a:cs typeface="Symbol"/>
              </a:rPr>
              <a:t></a:t>
            </a:r>
            <a:r>
              <a:rPr sz="900" spc="15" dirty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61820" y="5409387"/>
            <a:ext cx="552196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Average TAT </a:t>
            </a:r>
            <a:r>
              <a:rPr sz="1800" b="1" dirty="0">
                <a:latin typeface="Gothic Uralic"/>
                <a:cs typeface="Gothic Uralic"/>
              </a:rPr>
              <a:t>= (24 + </a:t>
            </a:r>
            <a:r>
              <a:rPr sz="1800" b="1" spc="-5" dirty="0">
                <a:latin typeface="Gothic Uralic"/>
                <a:cs typeface="Gothic Uralic"/>
              </a:rPr>
              <a:t>27 </a:t>
            </a:r>
            <a:r>
              <a:rPr sz="1800" b="1" dirty="0">
                <a:latin typeface="Gothic Uralic"/>
                <a:cs typeface="Gothic Uralic"/>
              </a:rPr>
              <a:t>+ </a:t>
            </a:r>
            <a:r>
              <a:rPr sz="1800" b="1" spc="-5" dirty="0">
                <a:latin typeface="Gothic Uralic"/>
                <a:cs typeface="Gothic Uralic"/>
              </a:rPr>
              <a:t>30)/3 </a:t>
            </a:r>
            <a:r>
              <a:rPr sz="1800" b="1" dirty="0">
                <a:latin typeface="Gothic Uralic"/>
                <a:cs typeface="Gothic Uralic"/>
              </a:rPr>
              <a:t>= </a:t>
            </a:r>
            <a:r>
              <a:rPr sz="1800" b="1" spc="-5" dirty="0">
                <a:latin typeface="Gothic Uralic"/>
                <a:cs typeface="Gothic Uralic"/>
              </a:rPr>
              <a:t>81 </a:t>
            </a:r>
            <a:r>
              <a:rPr sz="1800" b="1" dirty="0">
                <a:latin typeface="Gothic Uralic"/>
                <a:cs typeface="Gothic Uralic"/>
              </a:rPr>
              <a:t>/ 3 = </a:t>
            </a:r>
            <a:r>
              <a:rPr sz="1800" b="1" spc="-5" dirty="0">
                <a:latin typeface="Gothic Uralic"/>
                <a:cs typeface="Gothic Uralic"/>
              </a:rPr>
              <a:t>27</a:t>
            </a:r>
            <a:r>
              <a:rPr sz="1800" b="1" spc="-60" dirty="0">
                <a:latin typeface="Gothic Uralic"/>
                <a:cs typeface="Gothic Uralic"/>
              </a:rPr>
              <a:t> </a:t>
            </a:r>
            <a:r>
              <a:rPr sz="1800" b="1" spc="-5" dirty="0">
                <a:latin typeface="Gothic Uralic"/>
                <a:cs typeface="Gothic Uralic"/>
              </a:rPr>
              <a:t>msec.</a:t>
            </a:r>
            <a:endParaRPr sz="1800">
              <a:latin typeface="Gothic Uralic"/>
              <a:cs typeface="Gothic Ural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Gothic Uralic"/>
                <a:cs typeface="Gothic Uralic"/>
              </a:rPr>
              <a:t>Average </a:t>
            </a:r>
            <a:r>
              <a:rPr sz="1800" b="1" spc="-5" dirty="0">
                <a:latin typeface="Gothic Uralic"/>
                <a:cs typeface="Gothic Uralic"/>
              </a:rPr>
              <a:t>WT </a:t>
            </a:r>
            <a:r>
              <a:rPr sz="1800" b="1" dirty="0">
                <a:latin typeface="Gothic Uralic"/>
                <a:cs typeface="Gothic Uralic"/>
              </a:rPr>
              <a:t>= </a:t>
            </a:r>
            <a:r>
              <a:rPr sz="1800" b="1" spc="-5" dirty="0">
                <a:latin typeface="Gothic Uralic"/>
                <a:cs typeface="Gothic Uralic"/>
              </a:rPr>
              <a:t>(0 </a:t>
            </a:r>
            <a:r>
              <a:rPr sz="1800" b="1" dirty="0">
                <a:latin typeface="Gothic Uralic"/>
                <a:cs typeface="Gothic Uralic"/>
              </a:rPr>
              <a:t>+ </a:t>
            </a:r>
            <a:r>
              <a:rPr sz="1800" b="1" spc="-5" dirty="0">
                <a:latin typeface="Gothic Uralic"/>
                <a:cs typeface="Gothic Uralic"/>
              </a:rPr>
              <a:t>24 </a:t>
            </a:r>
            <a:r>
              <a:rPr sz="1800" b="1" dirty="0">
                <a:latin typeface="Gothic Uralic"/>
                <a:cs typeface="Gothic Uralic"/>
              </a:rPr>
              <a:t>+ </a:t>
            </a:r>
            <a:r>
              <a:rPr sz="1800" b="1" spc="-5" dirty="0">
                <a:latin typeface="Gothic Uralic"/>
                <a:cs typeface="Gothic Uralic"/>
              </a:rPr>
              <a:t>27 ) </a:t>
            </a:r>
            <a:r>
              <a:rPr sz="1800" b="1" dirty="0">
                <a:latin typeface="Gothic Uralic"/>
                <a:cs typeface="Gothic Uralic"/>
              </a:rPr>
              <a:t>/ 3 = </a:t>
            </a:r>
            <a:r>
              <a:rPr sz="1800" b="1" spc="-5" dirty="0">
                <a:latin typeface="Gothic Uralic"/>
                <a:cs typeface="Gothic Uralic"/>
              </a:rPr>
              <a:t>51/3 </a:t>
            </a:r>
            <a:r>
              <a:rPr sz="1800" b="1" dirty="0">
                <a:latin typeface="Gothic Uralic"/>
                <a:cs typeface="Gothic Uralic"/>
              </a:rPr>
              <a:t>= </a:t>
            </a:r>
            <a:r>
              <a:rPr sz="1800" b="1" spc="-5" dirty="0">
                <a:latin typeface="Gothic Uralic"/>
                <a:cs typeface="Gothic Uralic"/>
              </a:rPr>
              <a:t>17</a:t>
            </a:r>
            <a:r>
              <a:rPr sz="1800" b="1" spc="-105" dirty="0">
                <a:latin typeface="Gothic Uralic"/>
                <a:cs typeface="Gothic Uralic"/>
              </a:rPr>
              <a:t> </a:t>
            </a:r>
            <a:r>
              <a:rPr sz="1800" b="1" dirty="0">
                <a:latin typeface="Gothic Uralic"/>
                <a:cs typeface="Gothic Uralic"/>
              </a:rPr>
              <a:t>msec.</a:t>
            </a:r>
            <a:endParaRPr sz="1800">
              <a:latin typeface="Gothic Uralic"/>
              <a:cs typeface="Gothic Uralic"/>
            </a:endParaRPr>
          </a:p>
        </p:txBody>
      </p:sp>
    </p:spTree>
    <p:extLst>
      <p:ext uri="{BB962C8B-B14F-4D97-AF65-F5344CB8AC3E}">
        <p14:creationId xmlns:p14="http://schemas.microsoft.com/office/powerpoint/2010/main" val="2087037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61461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</a:rPr>
              <a:t>Example </a:t>
            </a:r>
            <a:r>
              <a:rPr sz="4400" dirty="0">
                <a:solidFill>
                  <a:srgbClr val="FF0000"/>
                </a:solidFill>
              </a:rPr>
              <a:t>2</a:t>
            </a:r>
            <a:endParaRPr sz="4400" dirty="0"/>
          </a:p>
        </p:txBody>
      </p:sp>
      <p:sp>
        <p:nvSpPr>
          <p:cNvPr id="4" name="object 4"/>
          <p:cNvSpPr txBox="1"/>
          <p:nvPr/>
        </p:nvSpPr>
        <p:spPr>
          <a:xfrm>
            <a:off x="916939" y="1808733"/>
            <a:ext cx="10745470" cy="83099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30" dirty="0">
                <a:latin typeface="Verdana"/>
                <a:cs typeface="Verdana"/>
              </a:rPr>
              <a:t>Consider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55" dirty="0">
                <a:latin typeface="Verdana"/>
                <a:cs typeface="Verdana"/>
              </a:rPr>
              <a:t>Example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235" dirty="0">
                <a:latin typeface="Verdana"/>
                <a:cs typeface="Verdana"/>
              </a:rPr>
              <a:t>1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60" dirty="0">
                <a:latin typeface="Verdana"/>
                <a:cs typeface="Verdana"/>
              </a:rPr>
              <a:t>again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but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with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50" dirty="0">
                <a:latin typeface="Verdana"/>
                <a:cs typeface="Verdana"/>
              </a:rPr>
              <a:t>process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120" dirty="0">
                <a:latin typeface="Verdana"/>
                <a:cs typeface="Verdana"/>
              </a:rPr>
              <a:t>arriving</a:t>
            </a:r>
            <a:r>
              <a:rPr sz="2800" spc="-225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in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  </a:t>
            </a:r>
            <a:r>
              <a:rPr sz="2800" spc="-50" dirty="0">
                <a:latin typeface="Verdana"/>
                <a:cs typeface="Verdana"/>
              </a:rPr>
              <a:t>order </a:t>
            </a:r>
            <a:r>
              <a:rPr sz="2800" spc="-170" dirty="0">
                <a:latin typeface="Verdana"/>
                <a:cs typeface="Verdana"/>
              </a:rPr>
              <a:t>P2,P3,</a:t>
            </a:r>
            <a:r>
              <a:rPr sz="2800" spc="-370" dirty="0">
                <a:latin typeface="Verdana"/>
                <a:cs typeface="Verdana"/>
              </a:rPr>
              <a:t> </a:t>
            </a:r>
            <a:r>
              <a:rPr sz="2800" spc="-280" dirty="0" smtClean="0">
                <a:latin typeface="Verdana"/>
                <a:cs typeface="Verdana"/>
              </a:rPr>
              <a:t>P</a:t>
            </a:r>
            <a:r>
              <a:rPr lang="en-IN" sz="2800" spc="-280" dirty="0" smtClean="0">
                <a:latin typeface="Verdana"/>
                <a:cs typeface="Verdana"/>
              </a:rPr>
              <a:t>1</a:t>
            </a:r>
            <a:r>
              <a:rPr sz="2800" spc="-280" dirty="0" smtClean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631359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88989DB-F66F-4B9C-AB63-724DB749C3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571500"/>
            <a:ext cx="9620250" cy="5219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7A007FF-8D32-4D54-9971-1395B63CC12B}"/>
              </a:ext>
            </a:extLst>
          </p:cNvPr>
          <p:cNvSpPr txBox="1"/>
          <p:nvPr/>
        </p:nvSpPr>
        <p:spPr>
          <a:xfrm>
            <a:off x="1981200" y="5823857"/>
            <a:ext cx="8229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Convoy </a:t>
            </a:r>
            <a:r>
              <a:rPr lang="en-US" sz="1800" spc="-5" dirty="0">
                <a:solidFill>
                  <a:srgbClr val="FF0000"/>
                </a:solidFill>
              </a:rPr>
              <a:t>Effect</a:t>
            </a:r>
            <a:r>
              <a:rPr lang="en-US" sz="1800" spc="-150" dirty="0">
                <a:solidFill>
                  <a:srgbClr val="FF0000"/>
                </a:solidFill>
              </a:rPr>
              <a:t> :</a:t>
            </a:r>
            <a:r>
              <a:rPr lang="en-IN" sz="1800" spc="-85" dirty="0">
                <a:latin typeface="Verdana"/>
                <a:cs typeface="Verdana"/>
              </a:rPr>
              <a:t>All</a:t>
            </a:r>
            <a:r>
              <a:rPr lang="en-IN" sz="1800" spc="-150" dirty="0">
                <a:latin typeface="Verdana"/>
                <a:cs typeface="Verdana"/>
              </a:rPr>
              <a:t> </a:t>
            </a:r>
            <a:r>
              <a:rPr lang="en-IN" sz="1800" spc="-45" dirty="0">
                <a:latin typeface="Verdana"/>
                <a:cs typeface="Verdana"/>
              </a:rPr>
              <a:t>other</a:t>
            </a:r>
            <a:r>
              <a:rPr lang="en-IN" sz="1800" spc="-165" dirty="0">
                <a:latin typeface="Verdana"/>
                <a:cs typeface="Verdana"/>
              </a:rPr>
              <a:t> </a:t>
            </a:r>
            <a:r>
              <a:rPr lang="en-IN" sz="1800" spc="-50" dirty="0">
                <a:latin typeface="Verdana"/>
                <a:cs typeface="Verdana"/>
              </a:rPr>
              <a:t>processes</a:t>
            </a:r>
            <a:r>
              <a:rPr lang="en-IN" sz="1800" spc="-170" dirty="0">
                <a:latin typeface="Verdana"/>
                <a:cs typeface="Verdana"/>
              </a:rPr>
              <a:t> </a:t>
            </a:r>
            <a:r>
              <a:rPr lang="en-IN" sz="1800" spc="-20" dirty="0">
                <a:latin typeface="Verdana"/>
                <a:cs typeface="Verdana"/>
              </a:rPr>
              <a:t>wait</a:t>
            </a:r>
            <a:r>
              <a:rPr lang="en-IN" sz="1800" spc="-175" dirty="0">
                <a:latin typeface="Verdana"/>
                <a:cs typeface="Verdana"/>
              </a:rPr>
              <a:t> </a:t>
            </a:r>
            <a:r>
              <a:rPr lang="en-IN" sz="1800" spc="-90" dirty="0">
                <a:latin typeface="Verdana"/>
                <a:cs typeface="Verdana"/>
              </a:rPr>
              <a:t>for</a:t>
            </a:r>
            <a:r>
              <a:rPr lang="en-IN" sz="1800" spc="-165" dirty="0">
                <a:latin typeface="Verdana"/>
                <a:cs typeface="Verdana"/>
              </a:rPr>
              <a:t> </a:t>
            </a:r>
            <a:r>
              <a:rPr lang="en-IN" sz="1800" spc="-15" dirty="0">
                <a:latin typeface="Verdana"/>
                <a:cs typeface="Verdana"/>
              </a:rPr>
              <a:t>the</a:t>
            </a:r>
            <a:r>
              <a:rPr lang="en-IN" sz="1800" spc="-165" dirty="0">
                <a:latin typeface="Verdana"/>
                <a:cs typeface="Verdana"/>
              </a:rPr>
              <a:t> </a:t>
            </a:r>
            <a:r>
              <a:rPr lang="en-IN" sz="1800" spc="55" dirty="0">
                <a:latin typeface="Verdana"/>
                <a:cs typeface="Verdana"/>
              </a:rPr>
              <a:t>one</a:t>
            </a:r>
            <a:r>
              <a:rPr lang="en-IN" sz="1800" spc="-170" dirty="0">
                <a:latin typeface="Verdana"/>
                <a:cs typeface="Verdana"/>
              </a:rPr>
              <a:t> </a:t>
            </a:r>
            <a:r>
              <a:rPr lang="en-IN" sz="1800" spc="25" dirty="0">
                <a:latin typeface="Verdana"/>
                <a:cs typeface="Verdana"/>
              </a:rPr>
              <a:t>big</a:t>
            </a:r>
            <a:r>
              <a:rPr lang="en-IN" sz="1800" spc="-170" dirty="0">
                <a:latin typeface="Verdana"/>
                <a:cs typeface="Verdana"/>
              </a:rPr>
              <a:t> </a:t>
            </a:r>
            <a:r>
              <a:rPr lang="en-IN" sz="1800" spc="-40" dirty="0">
                <a:latin typeface="Verdana"/>
                <a:cs typeface="Verdana"/>
              </a:rPr>
              <a:t>process</a:t>
            </a:r>
            <a:r>
              <a:rPr lang="en-IN" sz="1800" spc="-160" dirty="0">
                <a:latin typeface="Verdana"/>
                <a:cs typeface="Verdana"/>
              </a:rPr>
              <a:t> </a:t>
            </a:r>
            <a:r>
              <a:rPr lang="en-IN" sz="1800" spc="-5" dirty="0">
                <a:latin typeface="Verdana"/>
                <a:cs typeface="Verdana"/>
              </a:rPr>
              <a:t>to</a:t>
            </a:r>
            <a:r>
              <a:rPr lang="en-IN" sz="1800" spc="-165" dirty="0">
                <a:latin typeface="Verdana"/>
                <a:cs typeface="Verdana"/>
              </a:rPr>
              <a:t> </a:t>
            </a:r>
            <a:r>
              <a:rPr lang="en-IN" sz="1800" spc="30" dirty="0">
                <a:latin typeface="Verdana"/>
                <a:cs typeface="Verdana"/>
              </a:rPr>
              <a:t>get</a:t>
            </a:r>
            <a:r>
              <a:rPr lang="en-IN" sz="1800" spc="-165" dirty="0">
                <a:latin typeface="Verdana"/>
                <a:cs typeface="Verdana"/>
              </a:rPr>
              <a:t> </a:t>
            </a:r>
            <a:r>
              <a:rPr lang="en-IN" sz="1800" spc="-25" dirty="0">
                <a:latin typeface="Verdana"/>
                <a:cs typeface="Verdana"/>
              </a:rPr>
              <a:t>off</a:t>
            </a:r>
            <a:r>
              <a:rPr lang="en-IN" sz="1800" spc="-155" dirty="0">
                <a:latin typeface="Verdana"/>
                <a:cs typeface="Verdana"/>
              </a:rPr>
              <a:t> </a:t>
            </a:r>
            <a:r>
              <a:rPr lang="en-IN" sz="1800" spc="-20" dirty="0">
                <a:latin typeface="Verdana"/>
                <a:cs typeface="Verdana"/>
              </a:rPr>
              <a:t>the</a:t>
            </a:r>
            <a:r>
              <a:rPr lang="en-IN" sz="1800" spc="-185" dirty="0">
                <a:latin typeface="Verdana"/>
                <a:cs typeface="Verdana"/>
              </a:rPr>
              <a:t> </a:t>
            </a:r>
            <a:r>
              <a:rPr lang="en-IN" sz="1800" spc="-40" dirty="0">
                <a:latin typeface="Verdana"/>
                <a:cs typeface="Verdana"/>
              </a:rPr>
              <a:t>CPU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9703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2852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</a:rPr>
              <a:t>Example</a:t>
            </a:r>
            <a:r>
              <a:rPr sz="4400" spc="-100" dirty="0">
                <a:solidFill>
                  <a:srgbClr val="FF0000"/>
                </a:solidFill>
              </a:rPr>
              <a:t> </a:t>
            </a:r>
            <a:r>
              <a:rPr sz="4400" dirty="0">
                <a:solidFill>
                  <a:srgbClr val="FF0000"/>
                </a:solidFill>
              </a:rPr>
              <a:t>3</a:t>
            </a:r>
            <a:endParaRPr sz="4400"/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3317366" y="3085210"/>
          <a:ext cx="3613784" cy="22122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45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0459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045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873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375"/>
                        </a:lnSpc>
                        <a:spcBef>
                          <a:spcPts val="5"/>
                        </a:spcBef>
                      </a:pPr>
                      <a:r>
                        <a:rPr sz="2000" b="1" spc="-5" dirty="0">
                          <a:latin typeface="Gothic Uralic"/>
                          <a:cs typeface="Gothic Uralic"/>
                        </a:rPr>
                        <a:t>Process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0185">
                        <a:lnSpc>
                          <a:spcPts val="2375"/>
                        </a:lnSpc>
                        <a:spcBef>
                          <a:spcPts val="58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Arrival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  <a:p>
                      <a:pPr marL="316865">
                        <a:lnSpc>
                          <a:spcPts val="2350"/>
                        </a:lnSpc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8135">
                        <a:lnSpc>
                          <a:spcPts val="2375"/>
                        </a:lnSpc>
                        <a:spcBef>
                          <a:spcPts val="585"/>
                        </a:spcBef>
                      </a:pPr>
                      <a:r>
                        <a:rPr sz="2000" b="1" spc="-5" dirty="0">
                          <a:latin typeface="Gothic Uralic"/>
                          <a:cs typeface="Gothic Uralic"/>
                        </a:rPr>
                        <a:t>Burst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  <a:p>
                      <a:pPr marL="316865">
                        <a:lnSpc>
                          <a:spcPts val="2350"/>
                        </a:lnSpc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742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9729"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  <a:spcBef>
                          <a:spcPts val="51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P1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54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  <a:spcBef>
                          <a:spcPts val="51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54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75"/>
                        </a:lnSpc>
                        <a:spcBef>
                          <a:spcPts val="51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8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540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9603"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  <a:spcBef>
                          <a:spcPts val="51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P2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  <a:spcBef>
                          <a:spcPts val="51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75"/>
                        </a:lnSpc>
                        <a:spcBef>
                          <a:spcPts val="51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algn="ctr">
                        <a:lnSpc>
                          <a:spcPts val="2370"/>
                        </a:lnSpc>
                        <a:spcBef>
                          <a:spcPts val="520"/>
                        </a:spcBef>
                      </a:pPr>
                      <a:r>
                        <a:rPr sz="2000" b="1" spc="5" dirty="0">
                          <a:latin typeface="Gothic Uralic"/>
                          <a:cs typeface="Gothic Uralic"/>
                        </a:rPr>
                        <a:t>P3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0"/>
                        </a:lnSpc>
                        <a:spcBef>
                          <a:spcPts val="520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2000" dirty="0">
                        <a:latin typeface="Gothic Uralic"/>
                        <a:cs typeface="Gothic Uralic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70"/>
                        </a:lnSpc>
                        <a:spcBef>
                          <a:spcPts val="520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9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9729">
                <a:tc>
                  <a:txBody>
                    <a:bodyPr/>
                    <a:lstStyle/>
                    <a:p>
                      <a:pPr algn="ctr">
                        <a:lnSpc>
                          <a:spcPts val="2370"/>
                        </a:lnSpc>
                        <a:spcBef>
                          <a:spcPts val="520"/>
                        </a:spcBef>
                      </a:pPr>
                      <a:r>
                        <a:rPr sz="2000" b="1" spc="5" dirty="0">
                          <a:latin typeface="Gothic Uralic"/>
                          <a:cs typeface="Gothic Uralic"/>
                        </a:rPr>
                        <a:t>P4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0"/>
                        </a:lnSpc>
                        <a:spcBef>
                          <a:spcPts val="520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70"/>
                        </a:lnSpc>
                        <a:spcBef>
                          <a:spcPts val="520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2000" dirty="0">
                        <a:latin typeface="Gothic Uralic"/>
                        <a:cs typeface="Gothic Uralic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99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22566" y="196850"/>
          <a:ext cx="3613784" cy="2826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45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0459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045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873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380"/>
                        </a:lnSpc>
                      </a:pPr>
                      <a:r>
                        <a:rPr sz="2000" b="1" spc="-5" dirty="0">
                          <a:latin typeface="Gothic Uralic"/>
                          <a:cs typeface="Gothic Uralic"/>
                        </a:rPr>
                        <a:t>Process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6230" marR="203835" indent="-106680">
                        <a:lnSpc>
                          <a:spcPts val="2350"/>
                        </a:lnSpc>
                        <a:spcBef>
                          <a:spcPts val="700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Arr</a:t>
                      </a:r>
                      <a:r>
                        <a:rPr sz="2000" b="1" spc="-10" dirty="0">
                          <a:latin typeface="Gothic Uralic"/>
                          <a:cs typeface="Gothic Uralic"/>
                        </a:rPr>
                        <a:t>i</a:t>
                      </a:r>
                      <a:r>
                        <a:rPr sz="2000" b="1" spc="-5" dirty="0">
                          <a:latin typeface="Gothic Uralic"/>
                          <a:cs typeface="Gothic Uralic"/>
                        </a:rPr>
                        <a:t>val  </a:t>
                      </a:r>
                      <a:r>
                        <a:rPr sz="20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6230" marR="309880" indent="1270">
                        <a:lnSpc>
                          <a:spcPts val="2350"/>
                        </a:lnSpc>
                        <a:spcBef>
                          <a:spcPts val="700"/>
                        </a:spcBef>
                      </a:pPr>
                      <a:r>
                        <a:rPr sz="2000" b="1" spc="-5" dirty="0">
                          <a:latin typeface="Gothic Uralic"/>
                          <a:cs typeface="Gothic Uralic"/>
                        </a:rPr>
                        <a:t>Bur</a:t>
                      </a:r>
                      <a:r>
                        <a:rPr sz="2000" b="1" spc="-15" dirty="0">
                          <a:latin typeface="Gothic Uralic"/>
                          <a:cs typeface="Gothic Uralic"/>
                        </a:rPr>
                        <a:t>s</a:t>
                      </a:r>
                      <a:r>
                        <a:rPr sz="2000" b="1" dirty="0">
                          <a:latin typeface="Gothic Uralic"/>
                          <a:cs typeface="Gothic Uralic"/>
                        </a:rPr>
                        <a:t>t  Time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9729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spc="5" dirty="0">
                          <a:latin typeface="Gothic Uralic"/>
                          <a:cs typeface="Gothic Uralic"/>
                        </a:rPr>
                        <a:t>P1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8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spc="5" dirty="0">
                          <a:latin typeface="Gothic Uralic"/>
                          <a:cs typeface="Gothic Uralic"/>
                        </a:rPr>
                        <a:t>P2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9729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P3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9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9602"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P4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75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7016495" y="658368"/>
            <a:ext cx="3531235" cy="963294"/>
            <a:chOff x="7016495" y="658368"/>
            <a:chExt cx="3531235" cy="963294"/>
          </a:xfrm>
        </p:grpSpPr>
        <p:sp>
          <p:nvSpPr>
            <p:cNvPr id="4" name="object 4"/>
            <p:cNvSpPr/>
            <p:nvPr/>
          </p:nvSpPr>
          <p:spPr>
            <a:xfrm>
              <a:off x="7026401" y="668274"/>
              <a:ext cx="3511550" cy="943610"/>
            </a:xfrm>
            <a:custGeom>
              <a:avLst/>
              <a:gdLst/>
              <a:ahLst/>
              <a:cxnLst/>
              <a:rect l="l" t="t" r="r" b="b"/>
              <a:pathLst>
                <a:path w="3511550" h="943610">
                  <a:moveTo>
                    <a:pt x="2946400" y="0"/>
                  </a:moveTo>
                  <a:lnTo>
                    <a:pt x="564896" y="0"/>
                  </a:lnTo>
                  <a:lnTo>
                    <a:pt x="513470" y="1927"/>
                  </a:lnTo>
                  <a:lnTo>
                    <a:pt x="463340" y="7600"/>
                  </a:lnTo>
                  <a:lnTo>
                    <a:pt x="414704" y="16850"/>
                  </a:lnTo>
                  <a:lnTo>
                    <a:pt x="367763" y="29512"/>
                  </a:lnTo>
                  <a:lnTo>
                    <a:pt x="322714" y="45418"/>
                  </a:lnTo>
                  <a:lnTo>
                    <a:pt x="279757" y="64403"/>
                  </a:lnTo>
                  <a:lnTo>
                    <a:pt x="239092" y="86299"/>
                  </a:lnTo>
                  <a:lnTo>
                    <a:pt x="200917" y="110940"/>
                  </a:lnTo>
                  <a:lnTo>
                    <a:pt x="165433" y="138160"/>
                  </a:lnTo>
                  <a:lnTo>
                    <a:pt x="132838" y="167791"/>
                  </a:lnTo>
                  <a:lnTo>
                    <a:pt x="103331" y="199668"/>
                  </a:lnTo>
                  <a:lnTo>
                    <a:pt x="77112" y="233623"/>
                  </a:lnTo>
                  <a:lnTo>
                    <a:pt x="54380" y="269490"/>
                  </a:lnTo>
                  <a:lnTo>
                    <a:pt x="35334" y="307103"/>
                  </a:lnTo>
                  <a:lnTo>
                    <a:pt x="20174" y="346295"/>
                  </a:lnTo>
                  <a:lnTo>
                    <a:pt x="9099" y="386899"/>
                  </a:lnTo>
                  <a:lnTo>
                    <a:pt x="2308" y="428749"/>
                  </a:lnTo>
                  <a:lnTo>
                    <a:pt x="0" y="471677"/>
                  </a:lnTo>
                  <a:lnTo>
                    <a:pt x="2308" y="514606"/>
                  </a:lnTo>
                  <a:lnTo>
                    <a:pt x="9099" y="556456"/>
                  </a:lnTo>
                  <a:lnTo>
                    <a:pt x="20174" y="597060"/>
                  </a:lnTo>
                  <a:lnTo>
                    <a:pt x="35334" y="636252"/>
                  </a:lnTo>
                  <a:lnTo>
                    <a:pt x="54380" y="673865"/>
                  </a:lnTo>
                  <a:lnTo>
                    <a:pt x="77112" y="709732"/>
                  </a:lnTo>
                  <a:lnTo>
                    <a:pt x="103331" y="743687"/>
                  </a:lnTo>
                  <a:lnTo>
                    <a:pt x="132838" y="775564"/>
                  </a:lnTo>
                  <a:lnTo>
                    <a:pt x="165433" y="805195"/>
                  </a:lnTo>
                  <a:lnTo>
                    <a:pt x="200917" y="832415"/>
                  </a:lnTo>
                  <a:lnTo>
                    <a:pt x="239092" y="857056"/>
                  </a:lnTo>
                  <a:lnTo>
                    <a:pt x="279757" y="878952"/>
                  </a:lnTo>
                  <a:lnTo>
                    <a:pt x="322714" y="897937"/>
                  </a:lnTo>
                  <a:lnTo>
                    <a:pt x="367763" y="913843"/>
                  </a:lnTo>
                  <a:lnTo>
                    <a:pt x="414704" y="926505"/>
                  </a:lnTo>
                  <a:lnTo>
                    <a:pt x="463340" y="935755"/>
                  </a:lnTo>
                  <a:lnTo>
                    <a:pt x="513470" y="941428"/>
                  </a:lnTo>
                  <a:lnTo>
                    <a:pt x="564896" y="943355"/>
                  </a:lnTo>
                  <a:lnTo>
                    <a:pt x="2946400" y="943355"/>
                  </a:lnTo>
                  <a:lnTo>
                    <a:pt x="2997825" y="941428"/>
                  </a:lnTo>
                  <a:lnTo>
                    <a:pt x="3047955" y="935755"/>
                  </a:lnTo>
                  <a:lnTo>
                    <a:pt x="3096591" y="926505"/>
                  </a:lnTo>
                  <a:lnTo>
                    <a:pt x="3143532" y="913843"/>
                  </a:lnTo>
                  <a:lnTo>
                    <a:pt x="3188581" y="897937"/>
                  </a:lnTo>
                  <a:lnTo>
                    <a:pt x="3231538" y="878952"/>
                  </a:lnTo>
                  <a:lnTo>
                    <a:pt x="3272203" y="857056"/>
                  </a:lnTo>
                  <a:lnTo>
                    <a:pt x="3310378" y="832415"/>
                  </a:lnTo>
                  <a:lnTo>
                    <a:pt x="3345862" y="805195"/>
                  </a:lnTo>
                  <a:lnTo>
                    <a:pt x="3378457" y="775564"/>
                  </a:lnTo>
                  <a:lnTo>
                    <a:pt x="3407964" y="743687"/>
                  </a:lnTo>
                  <a:lnTo>
                    <a:pt x="3434183" y="709732"/>
                  </a:lnTo>
                  <a:lnTo>
                    <a:pt x="3456915" y="673865"/>
                  </a:lnTo>
                  <a:lnTo>
                    <a:pt x="3475961" y="636252"/>
                  </a:lnTo>
                  <a:lnTo>
                    <a:pt x="3491121" y="597060"/>
                  </a:lnTo>
                  <a:lnTo>
                    <a:pt x="3502196" y="556456"/>
                  </a:lnTo>
                  <a:lnTo>
                    <a:pt x="3508987" y="514606"/>
                  </a:lnTo>
                  <a:lnTo>
                    <a:pt x="3511296" y="471677"/>
                  </a:lnTo>
                  <a:lnTo>
                    <a:pt x="3508987" y="428749"/>
                  </a:lnTo>
                  <a:lnTo>
                    <a:pt x="3502196" y="386899"/>
                  </a:lnTo>
                  <a:lnTo>
                    <a:pt x="3491121" y="346295"/>
                  </a:lnTo>
                  <a:lnTo>
                    <a:pt x="3475961" y="307103"/>
                  </a:lnTo>
                  <a:lnTo>
                    <a:pt x="3456915" y="269490"/>
                  </a:lnTo>
                  <a:lnTo>
                    <a:pt x="3434183" y="233623"/>
                  </a:lnTo>
                  <a:lnTo>
                    <a:pt x="3407964" y="199668"/>
                  </a:lnTo>
                  <a:lnTo>
                    <a:pt x="3378457" y="167791"/>
                  </a:lnTo>
                  <a:lnTo>
                    <a:pt x="3345862" y="138160"/>
                  </a:lnTo>
                  <a:lnTo>
                    <a:pt x="3310378" y="110940"/>
                  </a:lnTo>
                  <a:lnTo>
                    <a:pt x="3272203" y="86299"/>
                  </a:lnTo>
                  <a:lnTo>
                    <a:pt x="3231538" y="64403"/>
                  </a:lnTo>
                  <a:lnTo>
                    <a:pt x="3188581" y="45418"/>
                  </a:lnTo>
                  <a:lnTo>
                    <a:pt x="3143532" y="29512"/>
                  </a:lnTo>
                  <a:lnTo>
                    <a:pt x="3096591" y="16850"/>
                  </a:lnTo>
                  <a:lnTo>
                    <a:pt x="3047955" y="7600"/>
                  </a:lnTo>
                  <a:lnTo>
                    <a:pt x="2997825" y="1927"/>
                  </a:lnTo>
                  <a:lnTo>
                    <a:pt x="2946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26401" y="668274"/>
              <a:ext cx="3511550" cy="943610"/>
            </a:xfrm>
            <a:custGeom>
              <a:avLst/>
              <a:gdLst/>
              <a:ahLst/>
              <a:cxnLst/>
              <a:rect l="l" t="t" r="r" b="b"/>
              <a:pathLst>
                <a:path w="3511550" h="943610">
                  <a:moveTo>
                    <a:pt x="564896" y="0"/>
                  </a:moveTo>
                  <a:lnTo>
                    <a:pt x="2946400" y="0"/>
                  </a:lnTo>
                  <a:lnTo>
                    <a:pt x="2997825" y="1927"/>
                  </a:lnTo>
                  <a:lnTo>
                    <a:pt x="3047955" y="7600"/>
                  </a:lnTo>
                  <a:lnTo>
                    <a:pt x="3096591" y="16850"/>
                  </a:lnTo>
                  <a:lnTo>
                    <a:pt x="3143532" y="29512"/>
                  </a:lnTo>
                  <a:lnTo>
                    <a:pt x="3188581" y="45418"/>
                  </a:lnTo>
                  <a:lnTo>
                    <a:pt x="3231538" y="64403"/>
                  </a:lnTo>
                  <a:lnTo>
                    <a:pt x="3272203" y="86299"/>
                  </a:lnTo>
                  <a:lnTo>
                    <a:pt x="3310378" y="110940"/>
                  </a:lnTo>
                  <a:lnTo>
                    <a:pt x="3345862" y="138160"/>
                  </a:lnTo>
                  <a:lnTo>
                    <a:pt x="3378457" y="167791"/>
                  </a:lnTo>
                  <a:lnTo>
                    <a:pt x="3407964" y="199668"/>
                  </a:lnTo>
                  <a:lnTo>
                    <a:pt x="3434183" y="233623"/>
                  </a:lnTo>
                  <a:lnTo>
                    <a:pt x="3456915" y="269490"/>
                  </a:lnTo>
                  <a:lnTo>
                    <a:pt x="3475961" y="307103"/>
                  </a:lnTo>
                  <a:lnTo>
                    <a:pt x="3491121" y="346295"/>
                  </a:lnTo>
                  <a:lnTo>
                    <a:pt x="3502196" y="386899"/>
                  </a:lnTo>
                  <a:lnTo>
                    <a:pt x="3508987" y="428749"/>
                  </a:lnTo>
                  <a:lnTo>
                    <a:pt x="3511296" y="471677"/>
                  </a:lnTo>
                  <a:lnTo>
                    <a:pt x="3508987" y="514606"/>
                  </a:lnTo>
                  <a:lnTo>
                    <a:pt x="3502196" y="556456"/>
                  </a:lnTo>
                  <a:lnTo>
                    <a:pt x="3491121" y="597060"/>
                  </a:lnTo>
                  <a:lnTo>
                    <a:pt x="3475961" y="636252"/>
                  </a:lnTo>
                  <a:lnTo>
                    <a:pt x="3456915" y="673865"/>
                  </a:lnTo>
                  <a:lnTo>
                    <a:pt x="3434183" y="709732"/>
                  </a:lnTo>
                  <a:lnTo>
                    <a:pt x="3407964" y="743687"/>
                  </a:lnTo>
                  <a:lnTo>
                    <a:pt x="3378457" y="775564"/>
                  </a:lnTo>
                  <a:lnTo>
                    <a:pt x="3345862" y="805195"/>
                  </a:lnTo>
                  <a:lnTo>
                    <a:pt x="3310378" y="832415"/>
                  </a:lnTo>
                  <a:lnTo>
                    <a:pt x="3272203" y="857056"/>
                  </a:lnTo>
                  <a:lnTo>
                    <a:pt x="3231538" y="878952"/>
                  </a:lnTo>
                  <a:lnTo>
                    <a:pt x="3188581" y="897937"/>
                  </a:lnTo>
                  <a:lnTo>
                    <a:pt x="3143532" y="913843"/>
                  </a:lnTo>
                  <a:lnTo>
                    <a:pt x="3096591" y="926505"/>
                  </a:lnTo>
                  <a:lnTo>
                    <a:pt x="3047955" y="935755"/>
                  </a:lnTo>
                  <a:lnTo>
                    <a:pt x="2997825" y="941428"/>
                  </a:lnTo>
                  <a:lnTo>
                    <a:pt x="2946400" y="943355"/>
                  </a:lnTo>
                  <a:lnTo>
                    <a:pt x="564896" y="943355"/>
                  </a:lnTo>
                  <a:lnTo>
                    <a:pt x="513470" y="941428"/>
                  </a:lnTo>
                  <a:lnTo>
                    <a:pt x="463340" y="935755"/>
                  </a:lnTo>
                  <a:lnTo>
                    <a:pt x="414704" y="926505"/>
                  </a:lnTo>
                  <a:lnTo>
                    <a:pt x="367763" y="913843"/>
                  </a:lnTo>
                  <a:lnTo>
                    <a:pt x="322714" y="897937"/>
                  </a:lnTo>
                  <a:lnTo>
                    <a:pt x="279757" y="878952"/>
                  </a:lnTo>
                  <a:lnTo>
                    <a:pt x="239092" y="857056"/>
                  </a:lnTo>
                  <a:lnTo>
                    <a:pt x="200917" y="832415"/>
                  </a:lnTo>
                  <a:lnTo>
                    <a:pt x="165433" y="805195"/>
                  </a:lnTo>
                  <a:lnTo>
                    <a:pt x="132838" y="775564"/>
                  </a:lnTo>
                  <a:lnTo>
                    <a:pt x="103331" y="743687"/>
                  </a:lnTo>
                  <a:lnTo>
                    <a:pt x="77112" y="709732"/>
                  </a:lnTo>
                  <a:lnTo>
                    <a:pt x="54380" y="673865"/>
                  </a:lnTo>
                  <a:lnTo>
                    <a:pt x="35334" y="636252"/>
                  </a:lnTo>
                  <a:lnTo>
                    <a:pt x="20174" y="597060"/>
                  </a:lnTo>
                  <a:lnTo>
                    <a:pt x="9099" y="556456"/>
                  </a:lnTo>
                  <a:lnTo>
                    <a:pt x="2308" y="514606"/>
                  </a:lnTo>
                  <a:lnTo>
                    <a:pt x="0" y="471677"/>
                  </a:lnTo>
                  <a:lnTo>
                    <a:pt x="2308" y="428749"/>
                  </a:lnTo>
                  <a:lnTo>
                    <a:pt x="9099" y="386899"/>
                  </a:lnTo>
                  <a:lnTo>
                    <a:pt x="20174" y="346295"/>
                  </a:lnTo>
                  <a:lnTo>
                    <a:pt x="35334" y="307103"/>
                  </a:lnTo>
                  <a:lnTo>
                    <a:pt x="54380" y="269490"/>
                  </a:lnTo>
                  <a:lnTo>
                    <a:pt x="77112" y="233623"/>
                  </a:lnTo>
                  <a:lnTo>
                    <a:pt x="103331" y="199668"/>
                  </a:lnTo>
                  <a:lnTo>
                    <a:pt x="132838" y="167791"/>
                  </a:lnTo>
                  <a:lnTo>
                    <a:pt x="165433" y="138160"/>
                  </a:lnTo>
                  <a:lnTo>
                    <a:pt x="200917" y="110940"/>
                  </a:lnTo>
                  <a:lnTo>
                    <a:pt x="239092" y="86299"/>
                  </a:lnTo>
                  <a:lnTo>
                    <a:pt x="279757" y="64403"/>
                  </a:lnTo>
                  <a:lnTo>
                    <a:pt x="322714" y="45418"/>
                  </a:lnTo>
                  <a:lnTo>
                    <a:pt x="367763" y="29512"/>
                  </a:lnTo>
                  <a:lnTo>
                    <a:pt x="414704" y="16850"/>
                  </a:lnTo>
                  <a:lnTo>
                    <a:pt x="463340" y="7600"/>
                  </a:lnTo>
                  <a:lnTo>
                    <a:pt x="513470" y="1927"/>
                  </a:lnTo>
                  <a:lnTo>
                    <a:pt x="564896" y="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75880" y="302463"/>
            <a:ext cx="2212340" cy="982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Gothic Uralic"/>
                <a:cs typeface="Gothic Uralic"/>
              </a:rPr>
              <a:t>Initial </a:t>
            </a:r>
            <a:r>
              <a:rPr sz="1800" b="1" spc="-5" dirty="0">
                <a:solidFill>
                  <a:srgbClr val="00AF50"/>
                </a:solidFill>
                <a:latin typeface="Gothic Uralic"/>
                <a:cs typeface="Gothic Uralic"/>
              </a:rPr>
              <a:t>Ready</a:t>
            </a:r>
            <a:r>
              <a:rPr sz="1800" b="1" spc="-80" dirty="0">
                <a:solidFill>
                  <a:srgbClr val="00AF50"/>
                </a:solidFill>
                <a:latin typeface="Gothic Uralic"/>
                <a:cs typeface="Gothic Uralic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Gothic Uralic"/>
                <a:cs typeface="Gothic Uralic"/>
              </a:rPr>
              <a:t>Queue</a:t>
            </a:r>
            <a:endParaRPr sz="1800">
              <a:latin typeface="Gothic Uralic"/>
              <a:cs typeface="Gothic Uralic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600">
              <a:latin typeface="Gothic Uralic"/>
              <a:cs typeface="Gothic Uralic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1" spc="-5" dirty="0">
                <a:latin typeface="Gothic Uralic"/>
                <a:cs typeface="Gothic Uralic"/>
              </a:rPr>
              <a:t>P1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44467" y="3794759"/>
            <a:ext cx="454659" cy="650875"/>
          </a:xfrm>
          <a:custGeom>
            <a:avLst/>
            <a:gdLst/>
            <a:ahLst/>
            <a:cxnLst/>
            <a:rect l="l" t="t" r="r" b="b"/>
            <a:pathLst>
              <a:path w="454660" h="650875">
                <a:moveTo>
                  <a:pt x="408686" y="0"/>
                </a:moveTo>
                <a:lnTo>
                  <a:pt x="45466" y="0"/>
                </a:lnTo>
                <a:lnTo>
                  <a:pt x="27753" y="3567"/>
                </a:lnTo>
                <a:lnTo>
                  <a:pt x="13303" y="13303"/>
                </a:lnTo>
                <a:lnTo>
                  <a:pt x="3567" y="27753"/>
                </a:lnTo>
                <a:lnTo>
                  <a:pt x="0" y="45465"/>
                </a:lnTo>
                <a:lnTo>
                  <a:pt x="0" y="605282"/>
                </a:lnTo>
                <a:lnTo>
                  <a:pt x="3567" y="622994"/>
                </a:lnTo>
                <a:lnTo>
                  <a:pt x="13303" y="637444"/>
                </a:lnTo>
                <a:lnTo>
                  <a:pt x="27753" y="647180"/>
                </a:lnTo>
                <a:lnTo>
                  <a:pt x="45466" y="650747"/>
                </a:lnTo>
                <a:lnTo>
                  <a:pt x="408686" y="650747"/>
                </a:lnTo>
                <a:lnTo>
                  <a:pt x="426398" y="647180"/>
                </a:lnTo>
                <a:lnTo>
                  <a:pt x="440848" y="637444"/>
                </a:lnTo>
                <a:lnTo>
                  <a:pt x="450584" y="622994"/>
                </a:lnTo>
                <a:lnTo>
                  <a:pt x="454152" y="605282"/>
                </a:lnTo>
                <a:lnTo>
                  <a:pt x="454152" y="45465"/>
                </a:lnTo>
                <a:lnTo>
                  <a:pt x="450584" y="27753"/>
                </a:lnTo>
                <a:lnTo>
                  <a:pt x="440848" y="13303"/>
                </a:lnTo>
                <a:lnTo>
                  <a:pt x="426398" y="3567"/>
                </a:lnTo>
                <a:lnTo>
                  <a:pt x="40868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56990" y="395516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8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29383" y="3794759"/>
            <a:ext cx="454659" cy="650875"/>
          </a:xfrm>
          <a:custGeom>
            <a:avLst/>
            <a:gdLst/>
            <a:ahLst/>
            <a:cxnLst/>
            <a:rect l="l" t="t" r="r" b="b"/>
            <a:pathLst>
              <a:path w="454660" h="650875">
                <a:moveTo>
                  <a:pt x="408686" y="0"/>
                </a:moveTo>
                <a:lnTo>
                  <a:pt x="45466" y="0"/>
                </a:lnTo>
                <a:lnTo>
                  <a:pt x="27753" y="3567"/>
                </a:lnTo>
                <a:lnTo>
                  <a:pt x="13303" y="13303"/>
                </a:lnTo>
                <a:lnTo>
                  <a:pt x="3567" y="27753"/>
                </a:lnTo>
                <a:lnTo>
                  <a:pt x="0" y="45465"/>
                </a:lnTo>
                <a:lnTo>
                  <a:pt x="0" y="605282"/>
                </a:lnTo>
                <a:lnTo>
                  <a:pt x="3567" y="622994"/>
                </a:lnTo>
                <a:lnTo>
                  <a:pt x="13303" y="637444"/>
                </a:lnTo>
                <a:lnTo>
                  <a:pt x="27753" y="647180"/>
                </a:lnTo>
                <a:lnTo>
                  <a:pt x="45466" y="650747"/>
                </a:lnTo>
                <a:lnTo>
                  <a:pt x="408686" y="650747"/>
                </a:lnTo>
                <a:lnTo>
                  <a:pt x="426398" y="647180"/>
                </a:lnTo>
                <a:lnTo>
                  <a:pt x="440848" y="637444"/>
                </a:lnTo>
                <a:lnTo>
                  <a:pt x="450584" y="622994"/>
                </a:lnTo>
                <a:lnTo>
                  <a:pt x="454152" y="605282"/>
                </a:lnTo>
                <a:lnTo>
                  <a:pt x="454152" y="45465"/>
                </a:lnTo>
                <a:lnTo>
                  <a:pt x="450584" y="27753"/>
                </a:lnTo>
                <a:lnTo>
                  <a:pt x="440848" y="13303"/>
                </a:lnTo>
                <a:lnTo>
                  <a:pt x="426398" y="3567"/>
                </a:lnTo>
                <a:lnTo>
                  <a:pt x="40868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41017" y="395516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0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147316" y="3476244"/>
            <a:ext cx="1811020" cy="568960"/>
            <a:chOff x="2147316" y="3476244"/>
            <a:chExt cx="1811020" cy="568960"/>
          </a:xfrm>
        </p:grpSpPr>
        <p:sp>
          <p:nvSpPr>
            <p:cNvPr id="12" name="object 12"/>
            <p:cNvSpPr/>
            <p:nvPr/>
          </p:nvSpPr>
          <p:spPr>
            <a:xfrm>
              <a:off x="2157222" y="3486150"/>
              <a:ext cx="1790700" cy="548640"/>
            </a:xfrm>
            <a:custGeom>
              <a:avLst/>
              <a:gdLst/>
              <a:ahLst/>
              <a:cxnLst/>
              <a:rect l="l" t="t" r="r" b="b"/>
              <a:pathLst>
                <a:path w="1790700" h="548639">
                  <a:moveTo>
                    <a:pt x="173583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93775"/>
                  </a:lnTo>
                  <a:lnTo>
                    <a:pt x="4304" y="515153"/>
                  </a:lnTo>
                  <a:lnTo>
                    <a:pt x="16049" y="532590"/>
                  </a:lnTo>
                  <a:lnTo>
                    <a:pt x="33486" y="544335"/>
                  </a:lnTo>
                  <a:lnTo>
                    <a:pt x="54863" y="548639"/>
                  </a:lnTo>
                  <a:lnTo>
                    <a:pt x="1735836" y="548639"/>
                  </a:lnTo>
                  <a:lnTo>
                    <a:pt x="1757213" y="544335"/>
                  </a:lnTo>
                  <a:lnTo>
                    <a:pt x="1774650" y="532590"/>
                  </a:lnTo>
                  <a:lnTo>
                    <a:pt x="1786395" y="515153"/>
                  </a:lnTo>
                  <a:lnTo>
                    <a:pt x="1790700" y="493775"/>
                  </a:lnTo>
                  <a:lnTo>
                    <a:pt x="1790700" y="54863"/>
                  </a:lnTo>
                  <a:lnTo>
                    <a:pt x="1786395" y="33486"/>
                  </a:lnTo>
                  <a:lnTo>
                    <a:pt x="1774650" y="16049"/>
                  </a:lnTo>
                  <a:lnTo>
                    <a:pt x="1757213" y="4304"/>
                  </a:lnTo>
                  <a:lnTo>
                    <a:pt x="173583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57222" y="3486150"/>
              <a:ext cx="1790700" cy="548640"/>
            </a:xfrm>
            <a:custGeom>
              <a:avLst/>
              <a:gdLst/>
              <a:ahLst/>
              <a:cxnLst/>
              <a:rect l="l" t="t" r="r" b="b"/>
              <a:pathLst>
                <a:path w="1790700" h="54863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735836" y="0"/>
                  </a:lnTo>
                  <a:lnTo>
                    <a:pt x="1757213" y="4304"/>
                  </a:lnTo>
                  <a:lnTo>
                    <a:pt x="1774650" y="16049"/>
                  </a:lnTo>
                  <a:lnTo>
                    <a:pt x="1786395" y="33486"/>
                  </a:lnTo>
                  <a:lnTo>
                    <a:pt x="1790700" y="54863"/>
                  </a:lnTo>
                  <a:lnTo>
                    <a:pt x="1790700" y="493775"/>
                  </a:lnTo>
                  <a:lnTo>
                    <a:pt x="1786395" y="515153"/>
                  </a:lnTo>
                  <a:lnTo>
                    <a:pt x="1774650" y="532590"/>
                  </a:lnTo>
                  <a:lnTo>
                    <a:pt x="1757213" y="544335"/>
                  </a:lnTo>
                  <a:lnTo>
                    <a:pt x="1735836" y="548639"/>
                  </a:lnTo>
                  <a:lnTo>
                    <a:pt x="54863" y="548639"/>
                  </a:lnTo>
                  <a:lnTo>
                    <a:pt x="33486" y="544335"/>
                  </a:lnTo>
                  <a:lnTo>
                    <a:pt x="16049" y="532590"/>
                  </a:lnTo>
                  <a:lnTo>
                    <a:pt x="4304" y="515153"/>
                  </a:lnTo>
                  <a:lnTo>
                    <a:pt x="0" y="493775"/>
                  </a:lnTo>
                  <a:lnTo>
                    <a:pt x="0" y="5486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828035" y="3494913"/>
            <a:ext cx="447675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303437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22566" y="196850"/>
          <a:ext cx="3613784" cy="2826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45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0459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045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873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380"/>
                        </a:lnSpc>
                      </a:pPr>
                      <a:r>
                        <a:rPr sz="2000" b="1" spc="-5" dirty="0">
                          <a:latin typeface="Gothic Uralic"/>
                          <a:cs typeface="Gothic Uralic"/>
                        </a:rPr>
                        <a:t>Process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6230" marR="203835" indent="-106680">
                        <a:lnSpc>
                          <a:spcPts val="2350"/>
                        </a:lnSpc>
                        <a:spcBef>
                          <a:spcPts val="700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Arr</a:t>
                      </a:r>
                      <a:r>
                        <a:rPr sz="2000" b="1" spc="-10" dirty="0">
                          <a:latin typeface="Gothic Uralic"/>
                          <a:cs typeface="Gothic Uralic"/>
                        </a:rPr>
                        <a:t>i</a:t>
                      </a:r>
                      <a:r>
                        <a:rPr sz="2000" b="1" spc="-5" dirty="0">
                          <a:latin typeface="Gothic Uralic"/>
                          <a:cs typeface="Gothic Uralic"/>
                        </a:rPr>
                        <a:t>val  </a:t>
                      </a:r>
                      <a:r>
                        <a:rPr sz="20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6230" marR="309880" indent="1270">
                        <a:lnSpc>
                          <a:spcPts val="2350"/>
                        </a:lnSpc>
                        <a:spcBef>
                          <a:spcPts val="700"/>
                        </a:spcBef>
                      </a:pPr>
                      <a:r>
                        <a:rPr sz="2000" b="1" spc="-5" dirty="0">
                          <a:latin typeface="Gothic Uralic"/>
                          <a:cs typeface="Gothic Uralic"/>
                        </a:rPr>
                        <a:t>Bur</a:t>
                      </a:r>
                      <a:r>
                        <a:rPr sz="2000" b="1" spc="-15" dirty="0">
                          <a:latin typeface="Gothic Uralic"/>
                          <a:cs typeface="Gothic Uralic"/>
                        </a:rPr>
                        <a:t>s</a:t>
                      </a:r>
                      <a:r>
                        <a:rPr sz="2000" b="1" dirty="0">
                          <a:latin typeface="Gothic Uralic"/>
                          <a:cs typeface="Gothic Uralic"/>
                        </a:rPr>
                        <a:t>t  Time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9729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spc="5" dirty="0">
                          <a:latin typeface="Gothic Uralic"/>
                          <a:cs typeface="Gothic Uralic"/>
                        </a:rPr>
                        <a:t>P1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8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spc="5" dirty="0">
                          <a:latin typeface="Gothic Uralic"/>
                          <a:cs typeface="Gothic Uralic"/>
                        </a:rPr>
                        <a:t>P2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9729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P3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9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9602"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P4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75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7016495" y="658368"/>
            <a:ext cx="3531235" cy="963294"/>
            <a:chOff x="7016495" y="658368"/>
            <a:chExt cx="3531235" cy="963294"/>
          </a:xfrm>
        </p:grpSpPr>
        <p:sp>
          <p:nvSpPr>
            <p:cNvPr id="4" name="object 4"/>
            <p:cNvSpPr/>
            <p:nvPr/>
          </p:nvSpPr>
          <p:spPr>
            <a:xfrm>
              <a:off x="7026401" y="668274"/>
              <a:ext cx="3511550" cy="943610"/>
            </a:xfrm>
            <a:custGeom>
              <a:avLst/>
              <a:gdLst/>
              <a:ahLst/>
              <a:cxnLst/>
              <a:rect l="l" t="t" r="r" b="b"/>
              <a:pathLst>
                <a:path w="3511550" h="943610">
                  <a:moveTo>
                    <a:pt x="2946400" y="0"/>
                  </a:moveTo>
                  <a:lnTo>
                    <a:pt x="564896" y="0"/>
                  </a:lnTo>
                  <a:lnTo>
                    <a:pt x="513470" y="1927"/>
                  </a:lnTo>
                  <a:lnTo>
                    <a:pt x="463340" y="7600"/>
                  </a:lnTo>
                  <a:lnTo>
                    <a:pt x="414704" y="16850"/>
                  </a:lnTo>
                  <a:lnTo>
                    <a:pt x="367763" y="29512"/>
                  </a:lnTo>
                  <a:lnTo>
                    <a:pt x="322714" y="45418"/>
                  </a:lnTo>
                  <a:lnTo>
                    <a:pt x="279757" y="64403"/>
                  </a:lnTo>
                  <a:lnTo>
                    <a:pt x="239092" y="86299"/>
                  </a:lnTo>
                  <a:lnTo>
                    <a:pt x="200917" y="110940"/>
                  </a:lnTo>
                  <a:lnTo>
                    <a:pt x="165433" y="138160"/>
                  </a:lnTo>
                  <a:lnTo>
                    <a:pt x="132838" y="167791"/>
                  </a:lnTo>
                  <a:lnTo>
                    <a:pt x="103331" y="199668"/>
                  </a:lnTo>
                  <a:lnTo>
                    <a:pt x="77112" y="233623"/>
                  </a:lnTo>
                  <a:lnTo>
                    <a:pt x="54380" y="269490"/>
                  </a:lnTo>
                  <a:lnTo>
                    <a:pt x="35334" y="307103"/>
                  </a:lnTo>
                  <a:lnTo>
                    <a:pt x="20174" y="346295"/>
                  </a:lnTo>
                  <a:lnTo>
                    <a:pt x="9099" y="386899"/>
                  </a:lnTo>
                  <a:lnTo>
                    <a:pt x="2308" y="428749"/>
                  </a:lnTo>
                  <a:lnTo>
                    <a:pt x="0" y="471677"/>
                  </a:lnTo>
                  <a:lnTo>
                    <a:pt x="2308" y="514606"/>
                  </a:lnTo>
                  <a:lnTo>
                    <a:pt x="9099" y="556456"/>
                  </a:lnTo>
                  <a:lnTo>
                    <a:pt x="20174" y="597060"/>
                  </a:lnTo>
                  <a:lnTo>
                    <a:pt x="35334" y="636252"/>
                  </a:lnTo>
                  <a:lnTo>
                    <a:pt x="54380" y="673865"/>
                  </a:lnTo>
                  <a:lnTo>
                    <a:pt x="77112" y="709732"/>
                  </a:lnTo>
                  <a:lnTo>
                    <a:pt x="103331" y="743687"/>
                  </a:lnTo>
                  <a:lnTo>
                    <a:pt x="132838" y="775564"/>
                  </a:lnTo>
                  <a:lnTo>
                    <a:pt x="165433" y="805195"/>
                  </a:lnTo>
                  <a:lnTo>
                    <a:pt x="200917" y="832415"/>
                  </a:lnTo>
                  <a:lnTo>
                    <a:pt x="239092" y="857056"/>
                  </a:lnTo>
                  <a:lnTo>
                    <a:pt x="279757" y="878952"/>
                  </a:lnTo>
                  <a:lnTo>
                    <a:pt x="322714" y="897937"/>
                  </a:lnTo>
                  <a:lnTo>
                    <a:pt x="367763" y="913843"/>
                  </a:lnTo>
                  <a:lnTo>
                    <a:pt x="414704" y="926505"/>
                  </a:lnTo>
                  <a:lnTo>
                    <a:pt x="463340" y="935755"/>
                  </a:lnTo>
                  <a:lnTo>
                    <a:pt x="513470" y="941428"/>
                  </a:lnTo>
                  <a:lnTo>
                    <a:pt x="564896" y="943355"/>
                  </a:lnTo>
                  <a:lnTo>
                    <a:pt x="2946400" y="943355"/>
                  </a:lnTo>
                  <a:lnTo>
                    <a:pt x="2997825" y="941428"/>
                  </a:lnTo>
                  <a:lnTo>
                    <a:pt x="3047955" y="935755"/>
                  </a:lnTo>
                  <a:lnTo>
                    <a:pt x="3096591" y="926505"/>
                  </a:lnTo>
                  <a:lnTo>
                    <a:pt x="3143532" y="913843"/>
                  </a:lnTo>
                  <a:lnTo>
                    <a:pt x="3188581" y="897937"/>
                  </a:lnTo>
                  <a:lnTo>
                    <a:pt x="3231538" y="878952"/>
                  </a:lnTo>
                  <a:lnTo>
                    <a:pt x="3272203" y="857056"/>
                  </a:lnTo>
                  <a:lnTo>
                    <a:pt x="3310378" y="832415"/>
                  </a:lnTo>
                  <a:lnTo>
                    <a:pt x="3345862" y="805195"/>
                  </a:lnTo>
                  <a:lnTo>
                    <a:pt x="3378457" y="775564"/>
                  </a:lnTo>
                  <a:lnTo>
                    <a:pt x="3407964" y="743687"/>
                  </a:lnTo>
                  <a:lnTo>
                    <a:pt x="3434183" y="709732"/>
                  </a:lnTo>
                  <a:lnTo>
                    <a:pt x="3456915" y="673865"/>
                  </a:lnTo>
                  <a:lnTo>
                    <a:pt x="3475961" y="636252"/>
                  </a:lnTo>
                  <a:lnTo>
                    <a:pt x="3491121" y="597060"/>
                  </a:lnTo>
                  <a:lnTo>
                    <a:pt x="3502196" y="556456"/>
                  </a:lnTo>
                  <a:lnTo>
                    <a:pt x="3508987" y="514606"/>
                  </a:lnTo>
                  <a:lnTo>
                    <a:pt x="3511296" y="471677"/>
                  </a:lnTo>
                  <a:lnTo>
                    <a:pt x="3508987" y="428749"/>
                  </a:lnTo>
                  <a:lnTo>
                    <a:pt x="3502196" y="386899"/>
                  </a:lnTo>
                  <a:lnTo>
                    <a:pt x="3491121" y="346295"/>
                  </a:lnTo>
                  <a:lnTo>
                    <a:pt x="3475961" y="307103"/>
                  </a:lnTo>
                  <a:lnTo>
                    <a:pt x="3456915" y="269490"/>
                  </a:lnTo>
                  <a:lnTo>
                    <a:pt x="3434183" y="233623"/>
                  </a:lnTo>
                  <a:lnTo>
                    <a:pt x="3407964" y="199668"/>
                  </a:lnTo>
                  <a:lnTo>
                    <a:pt x="3378457" y="167791"/>
                  </a:lnTo>
                  <a:lnTo>
                    <a:pt x="3345862" y="138160"/>
                  </a:lnTo>
                  <a:lnTo>
                    <a:pt x="3310378" y="110940"/>
                  </a:lnTo>
                  <a:lnTo>
                    <a:pt x="3272203" y="86299"/>
                  </a:lnTo>
                  <a:lnTo>
                    <a:pt x="3231538" y="64403"/>
                  </a:lnTo>
                  <a:lnTo>
                    <a:pt x="3188581" y="45418"/>
                  </a:lnTo>
                  <a:lnTo>
                    <a:pt x="3143532" y="29512"/>
                  </a:lnTo>
                  <a:lnTo>
                    <a:pt x="3096591" y="16850"/>
                  </a:lnTo>
                  <a:lnTo>
                    <a:pt x="3047955" y="7600"/>
                  </a:lnTo>
                  <a:lnTo>
                    <a:pt x="2997825" y="1927"/>
                  </a:lnTo>
                  <a:lnTo>
                    <a:pt x="2946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26401" y="668274"/>
              <a:ext cx="3511550" cy="943610"/>
            </a:xfrm>
            <a:custGeom>
              <a:avLst/>
              <a:gdLst/>
              <a:ahLst/>
              <a:cxnLst/>
              <a:rect l="l" t="t" r="r" b="b"/>
              <a:pathLst>
                <a:path w="3511550" h="943610">
                  <a:moveTo>
                    <a:pt x="564896" y="0"/>
                  </a:moveTo>
                  <a:lnTo>
                    <a:pt x="2946400" y="0"/>
                  </a:lnTo>
                  <a:lnTo>
                    <a:pt x="2997825" y="1927"/>
                  </a:lnTo>
                  <a:lnTo>
                    <a:pt x="3047955" y="7600"/>
                  </a:lnTo>
                  <a:lnTo>
                    <a:pt x="3096591" y="16850"/>
                  </a:lnTo>
                  <a:lnTo>
                    <a:pt x="3143532" y="29512"/>
                  </a:lnTo>
                  <a:lnTo>
                    <a:pt x="3188581" y="45418"/>
                  </a:lnTo>
                  <a:lnTo>
                    <a:pt x="3231538" y="64403"/>
                  </a:lnTo>
                  <a:lnTo>
                    <a:pt x="3272203" y="86299"/>
                  </a:lnTo>
                  <a:lnTo>
                    <a:pt x="3310378" y="110940"/>
                  </a:lnTo>
                  <a:lnTo>
                    <a:pt x="3345862" y="138160"/>
                  </a:lnTo>
                  <a:lnTo>
                    <a:pt x="3378457" y="167791"/>
                  </a:lnTo>
                  <a:lnTo>
                    <a:pt x="3407964" y="199668"/>
                  </a:lnTo>
                  <a:lnTo>
                    <a:pt x="3434183" y="233623"/>
                  </a:lnTo>
                  <a:lnTo>
                    <a:pt x="3456915" y="269490"/>
                  </a:lnTo>
                  <a:lnTo>
                    <a:pt x="3475961" y="307103"/>
                  </a:lnTo>
                  <a:lnTo>
                    <a:pt x="3491121" y="346295"/>
                  </a:lnTo>
                  <a:lnTo>
                    <a:pt x="3502196" y="386899"/>
                  </a:lnTo>
                  <a:lnTo>
                    <a:pt x="3508987" y="428749"/>
                  </a:lnTo>
                  <a:lnTo>
                    <a:pt x="3511296" y="471677"/>
                  </a:lnTo>
                  <a:lnTo>
                    <a:pt x="3508987" y="514606"/>
                  </a:lnTo>
                  <a:lnTo>
                    <a:pt x="3502196" y="556456"/>
                  </a:lnTo>
                  <a:lnTo>
                    <a:pt x="3491121" y="597060"/>
                  </a:lnTo>
                  <a:lnTo>
                    <a:pt x="3475961" y="636252"/>
                  </a:lnTo>
                  <a:lnTo>
                    <a:pt x="3456915" y="673865"/>
                  </a:lnTo>
                  <a:lnTo>
                    <a:pt x="3434183" y="709732"/>
                  </a:lnTo>
                  <a:lnTo>
                    <a:pt x="3407964" y="743687"/>
                  </a:lnTo>
                  <a:lnTo>
                    <a:pt x="3378457" y="775564"/>
                  </a:lnTo>
                  <a:lnTo>
                    <a:pt x="3345862" y="805195"/>
                  </a:lnTo>
                  <a:lnTo>
                    <a:pt x="3310378" y="832415"/>
                  </a:lnTo>
                  <a:lnTo>
                    <a:pt x="3272203" y="857056"/>
                  </a:lnTo>
                  <a:lnTo>
                    <a:pt x="3231538" y="878952"/>
                  </a:lnTo>
                  <a:lnTo>
                    <a:pt x="3188581" y="897937"/>
                  </a:lnTo>
                  <a:lnTo>
                    <a:pt x="3143532" y="913843"/>
                  </a:lnTo>
                  <a:lnTo>
                    <a:pt x="3096591" y="926505"/>
                  </a:lnTo>
                  <a:lnTo>
                    <a:pt x="3047955" y="935755"/>
                  </a:lnTo>
                  <a:lnTo>
                    <a:pt x="2997825" y="941428"/>
                  </a:lnTo>
                  <a:lnTo>
                    <a:pt x="2946400" y="943355"/>
                  </a:lnTo>
                  <a:lnTo>
                    <a:pt x="564896" y="943355"/>
                  </a:lnTo>
                  <a:lnTo>
                    <a:pt x="513470" y="941428"/>
                  </a:lnTo>
                  <a:lnTo>
                    <a:pt x="463340" y="935755"/>
                  </a:lnTo>
                  <a:lnTo>
                    <a:pt x="414704" y="926505"/>
                  </a:lnTo>
                  <a:lnTo>
                    <a:pt x="367763" y="913843"/>
                  </a:lnTo>
                  <a:lnTo>
                    <a:pt x="322714" y="897937"/>
                  </a:lnTo>
                  <a:lnTo>
                    <a:pt x="279757" y="878952"/>
                  </a:lnTo>
                  <a:lnTo>
                    <a:pt x="239092" y="857056"/>
                  </a:lnTo>
                  <a:lnTo>
                    <a:pt x="200917" y="832415"/>
                  </a:lnTo>
                  <a:lnTo>
                    <a:pt x="165433" y="805195"/>
                  </a:lnTo>
                  <a:lnTo>
                    <a:pt x="132838" y="775564"/>
                  </a:lnTo>
                  <a:lnTo>
                    <a:pt x="103331" y="743687"/>
                  </a:lnTo>
                  <a:lnTo>
                    <a:pt x="77112" y="709732"/>
                  </a:lnTo>
                  <a:lnTo>
                    <a:pt x="54380" y="673865"/>
                  </a:lnTo>
                  <a:lnTo>
                    <a:pt x="35334" y="636252"/>
                  </a:lnTo>
                  <a:lnTo>
                    <a:pt x="20174" y="597060"/>
                  </a:lnTo>
                  <a:lnTo>
                    <a:pt x="9099" y="556456"/>
                  </a:lnTo>
                  <a:lnTo>
                    <a:pt x="2308" y="514606"/>
                  </a:lnTo>
                  <a:lnTo>
                    <a:pt x="0" y="471677"/>
                  </a:lnTo>
                  <a:lnTo>
                    <a:pt x="2308" y="428749"/>
                  </a:lnTo>
                  <a:lnTo>
                    <a:pt x="9099" y="386899"/>
                  </a:lnTo>
                  <a:lnTo>
                    <a:pt x="20174" y="346295"/>
                  </a:lnTo>
                  <a:lnTo>
                    <a:pt x="35334" y="307103"/>
                  </a:lnTo>
                  <a:lnTo>
                    <a:pt x="54380" y="269490"/>
                  </a:lnTo>
                  <a:lnTo>
                    <a:pt x="77112" y="233623"/>
                  </a:lnTo>
                  <a:lnTo>
                    <a:pt x="103331" y="199668"/>
                  </a:lnTo>
                  <a:lnTo>
                    <a:pt x="132838" y="167791"/>
                  </a:lnTo>
                  <a:lnTo>
                    <a:pt x="165433" y="138160"/>
                  </a:lnTo>
                  <a:lnTo>
                    <a:pt x="200917" y="110940"/>
                  </a:lnTo>
                  <a:lnTo>
                    <a:pt x="239092" y="86299"/>
                  </a:lnTo>
                  <a:lnTo>
                    <a:pt x="279757" y="64403"/>
                  </a:lnTo>
                  <a:lnTo>
                    <a:pt x="322714" y="45418"/>
                  </a:lnTo>
                  <a:lnTo>
                    <a:pt x="367763" y="29512"/>
                  </a:lnTo>
                  <a:lnTo>
                    <a:pt x="414704" y="16850"/>
                  </a:lnTo>
                  <a:lnTo>
                    <a:pt x="463340" y="7600"/>
                  </a:lnTo>
                  <a:lnTo>
                    <a:pt x="513470" y="1927"/>
                  </a:lnTo>
                  <a:lnTo>
                    <a:pt x="564896" y="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663433" y="302463"/>
            <a:ext cx="2717165" cy="10267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AF50"/>
                </a:solidFill>
                <a:latin typeface="Gothic Uralic"/>
                <a:cs typeface="Gothic Uralic"/>
              </a:rPr>
              <a:t>After 8 </a:t>
            </a:r>
            <a:r>
              <a:rPr sz="1800" b="1" spc="-5" dirty="0">
                <a:solidFill>
                  <a:srgbClr val="00AF50"/>
                </a:solidFill>
                <a:latin typeface="Gothic Uralic"/>
                <a:cs typeface="Gothic Uralic"/>
              </a:rPr>
              <a:t>ms Ready</a:t>
            </a:r>
            <a:r>
              <a:rPr sz="1800" b="1" spc="-85" dirty="0">
                <a:solidFill>
                  <a:srgbClr val="00AF50"/>
                </a:solidFill>
                <a:latin typeface="Gothic Uralic"/>
                <a:cs typeface="Gothic Uralic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Gothic Uralic"/>
                <a:cs typeface="Gothic Uralic"/>
              </a:rPr>
              <a:t>Queue</a:t>
            </a:r>
            <a:endParaRPr sz="1800">
              <a:latin typeface="Gothic Uralic"/>
              <a:cs typeface="Gothic Uralic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Gothic Uralic"/>
              <a:cs typeface="Gothic Uralic"/>
            </a:endParaRPr>
          </a:p>
          <a:p>
            <a:pPr marL="518795">
              <a:lnSpc>
                <a:spcPct val="100000"/>
              </a:lnSpc>
            </a:pPr>
            <a:r>
              <a:rPr sz="2400" b="1" spc="-5" dirty="0">
                <a:latin typeface="Gothic Uralic"/>
                <a:cs typeface="Gothic Uralic"/>
              </a:rPr>
              <a:t>P2 P3</a:t>
            </a:r>
            <a:r>
              <a:rPr sz="2400" b="1" dirty="0">
                <a:latin typeface="Gothic Uralic"/>
                <a:cs typeface="Gothic Uralic"/>
              </a:rPr>
              <a:t> </a:t>
            </a:r>
            <a:r>
              <a:rPr sz="2400" b="1" spc="-5" dirty="0">
                <a:latin typeface="Gothic Uralic"/>
                <a:cs typeface="Gothic Uralic"/>
              </a:rPr>
              <a:t>P4</a:t>
            </a:r>
            <a:endParaRPr sz="24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44467" y="3794759"/>
            <a:ext cx="454659" cy="650875"/>
          </a:xfrm>
          <a:custGeom>
            <a:avLst/>
            <a:gdLst/>
            <a:ahLst/>
            <a:cxnLst/>
            <a:rect l="l" t="t" r="r" b="b"/>
            <a:pathLst>
              <a:path w="454660" h="650875">
                <a:moveTo>
                  <a:pt x="408686" y="0"/>
                </a:moveTo>
                <a:lnTo>
                  <a:pt x="45466" y="0"/>
                </a:lnTo>
                <a:lnTo>
                  <a:pt x="27753" y="3567"/>
                </a:lnTo>
                <a:lnTo>
                  <a:pt x="13303" y="13303"/>
                </a:lnTo>
                <a:lnTo>
                  <a:pt x="3567" y="27753"/>
                </a:lnTo>
                <a:lnTo>
                  <a:pt x="0" y="45465"/>
                </a:lnTo>
                <a:lnTo>
                  <a:pt x="0" y="605282"/>
                </a:lnTo>
                <a:lnTo>
                  <a:pt x="3567" y="622994"/>
                </a:lnTo>
                <a:lnTo>
                  <a:pt x="13303" y="637444"/>
                </a:lnTo>
                <a:lnTo>
                  <a:pt x="27753" y="647180"/>
                </a:lnTo>
                <a:lnTo>
                  <a:pt x="45466" y="650747"/>
                </a:lnTo>
                <a:lnTo>
                  <a:pt x="408686" y="650747"/>
                </a:lnTo>
                <a:lnTo>
                  <a:pt x="426398" y="647180"/>
                </a:lnTo>
                <a:lnTo>
                  <a:pt x="440848" y="637444"/>
                </a:lnTo>
                <a:lnTo>
                  <a:pt x="450584" y="622994"/>
                </a:lnTo>
                <a:lnTo>
                  <a:pt x="454152" y="605282"/>
                </a:lnTo>
                <a:lnTo>
                  <a:pt x="454152" y="45465"/>
                </a:lnTo>
                <a:lnTo>
                  <a:pt x="450584" y="27753"/>
                </a:lnTo>
                <a:lnTo>
                  <a:pt x="440848" y="13303"/>
                </a:lnTo>
                <a:lnTo>
                  <a:pt x="426398" y="3567"/>
                </a:lnTo>
                <a:lnTo>
                  <a:pt x="40868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56990" y="395516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8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29383" y="3794759"/>
            <a:ext cx="454659" cy="650875"/>
          </a:xfrm>
          <a:custGeom>
            <a:avLst/>
            <a:gdLst/>
            <a:ahLst/>
            <a:cxnLst/>
            <a:rect l="l" t="t" r="r" b="b"/>
            <a:pathLst>
              <a:path w="454660" h="650875">
                <a:moveTo>
                  <a:pt x="408686" y="0"/>
                </a:moveTo>
                <a:lnTo>
                  <a:pt x="45466" y="0"/>
                </a:lnTo>
                <a:lnTo>
                  <a:pt x="27753" y="3567"/>
                </a:lnTo>
                <a:lnTo>
                  <a:pt x="13303" y="13303"/>
                </a:lnTo>
                <a:lnTo>
                  <a:pt x="3567" y="27753"/>
                </a:lnTo>
                <a:lnTo>
                  <a:pt x="0" y="45465"/>
                </a:lnTo>
                <a:lnTo>
                  <a:pt x="0" y="605282"/>
                </a:lnTo>
                <a:lnTo>
                  <a:pt x="3567" y="622994"/>
                </a:lnTo>
                <a:lnTo>
                  <a:pt x="13303" y="637444"/>
                </a:lnTo>
                <a:lnTo>
                  <a:pt x="27753" y="647180"/>
                </a:lnTo>
                <a:lnTo>
                  <a:pt x="45466" y="650747"/>
                </a:lnTo>
                <a:lnTo>
                  <a:pt x="408686" y="650747"/>
                </a:lnTo>
                <a:lnTo>
                  <a:pt x="426398" y="647180"/>
                </a:lnTo>
                <a:lnTo>
                  <a:pt x="440848" y="637444"/>
                </a:lnTo>
                <a:lnTo>
                  <a:pt x="450584" y="622994"/>
                </a:lnTo>
                <a:lnTo>
                  <a:pt x="454152" y="605282"/>
                </a:lnTo>
                <a:lnTo>
                  <a:pt x="454152" y="45465"/>
                </a:lnTo>
                <a:lnTo>
                  <a:pt x="450584" y="27753"/>
                </a:lnTo>
                <a:lnTo>
                  <a:pt x="440848" y="13303"/>
                </a:lnTo>
                <a:lnTo>
                  <a:pt x="426398" y="3567"/>
                </a:lnTo>
                <a:lnTo>
                  <a:pt x="40868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41017" y="395516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0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147061" y="3475990"/>
            <a:ext cx="1811020" cy="568960"/>
            <a:chOff x="2147061" y="3475990"/>
            <a:chExt cx="1811020" cy="568960"/>
          </a:xfrm>
        </p:grpSpPr>
        <p:sp>
          <p:nvSpPr>
            <p:cNvPr id="12" name="object 12"/>
            <p:cNvSpPr/>
            <p:nvPr/>
          </p:nvSpPr>
          <p:spPr>
            <a:xfrm>
              <a:off x="2157221" y="3486150"/>
              <a:ext cx="1790700" cy="548640"/>
            </a:xfrm>
            <a:custGeom>
              <a:avLst/>
              <a:gdLst/>
              <a:ahLst/>
              <a:cxnLst/>
              <a:rect l="l" t="t" r="r" b="b"/>
              <a:pathLst>
                <a:path w="1790700" h="548639">
                  <a:moveTo>
                    <a:pt x="173583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93775"/>
                  </a:lnTo>
                  <a:lnTo>
                    <a:pt x="4304" y="515153"/>
                  </a:lnTo>
                  <a:lnTo>
                    <a:pt x="16049" y="532590"/>
                  </a:lnTo>
                  <a:lnTo>
                    <a:pt x="33486" y="544335"/>
                  </a:lnTo>
                  <a:lnTo>
                    <a:pt x="54863" y="548639"/>
                  </a:lnTo>
                  <a:lnTo>
                    <a:pt x="1735836" y="548639"/>
                  </a:lnTo>
                  <a:lnTo>
                    <a:pt x="1757213" y="544335"/>
                  </a:lnTo>
                  <a:lnTo>
                    <a:pt x="1774650" y="532590"/>
                  </a:lnTo>
                  <a:lnTo>
                    <a:pt x="1786395" y="515153"/>
                  </a:lnTo>
                  <a:lnTo>
                    <a:pt x="1790700" y="493775"/>
                  </a:lnTo>
                  <a:lnTo>
                    <a:pt x="1790700" y="54863"/>
                  </a:lnTo>
                  <a:lnTo>
                    <a:pt x="1786395" y="33486"/>
                  </a:lnTo>
                  <a:lnTo>
                    <a:pt x="1774650" y="16049"/>
                  </a:lnTo>
                  <a:lnTo>
                    <a:pt x="1757213" y="4304"/>
                  </a:lnTo>
                  <a:lnTo>
                    <a:pt x="173583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57221" y="3486150"/>
              <a:ext cx="1790700" cy="548640"/>
            </a:xfrm>
            <a:custGeom>
              <a:avLst/>
              <a:gdLst/>
              <a:ahLst/>
              <a:cxnLst/>
              <a:rect l="l" t="t" r="r" b="b"/>
              <a:pathLst>
                <a:path w="1790700" h="54863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735836" y="0"/>
                  </a:lnTo>
                  <a:lnTo>
                    <a:pt x="1757213" y="4304"/>
                  </a:lnTo>
                  <a:lnTo>
                    <a:pt x="1774650" y="16049"/>
                  </a:lnTo>
                  <a:lnTo>
                    <a:pt x="1786395" y="33486"/>
                  </a:lnTo>
                  <a:lnTo>
                    <a:pt x="1790700" y="54863"/>
                  </a:lnTo>
                  <a:lnTo>
                    <a:pt x="1790700" y="493775"/>
                  </a:lnTo>
                  <a:lnTo>
                    <a:pt x="1786395" y="515153"/>
                  </a:lnTo>
                  <a:lnTo>
                    <a:pt x="1774650" y="532590"/>
                  </a:lnTo>
                  <a:lnTo>
                    <a:pt x="1757213" y="544335"/>
                  </a:lnTo>
                  <a:lnTo>
                    <a:pt x="1735836" y="548639"/>
                  </a:lnTo>
                  <a:lnTo>
                    <a:pt x="54863" y="548639"/>
                  </a:lnTo>
                  <a:lnTo>
                    <a:pt x="33486" y="544335"/>
                  </a:lnTo>
                  <a:lnTo>
                    <a:pt x="16049" y="532590"/>
                  </a:lnTo>
                  <a:lnTo>
                    <a:pt x="4304" y="515153"/>
                  </a:lnTo>
                  <a:lnTo>
                    <a:pt x="0" y="493775"/>
                  </a:lnTo>
                  <a:lnTo>
                    <a:pt x="0" y="5486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828035" y="3494913"/>
            <a:ext cx="447675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71744" y="3794759"/>
            <a:ext cx="455930" cy="650875"/>
          </a:xfrm>
          <a:custGeom>
            <a:avLst/>
            <a:gdLst/>
            <a:ahLst/>
            <a:cxnLst/>
            <a:rect l="l" t="t" r="r" b="b"/>
            <a:pathLst>
              <a:path w="455929" h="650875">
                <a:moveTo>
                  <a:pt x="410082" y="0"/>
                </a:moveTo>
                <a:lnTo>
                  <a:pt x="45592" y="0"/>
                </a:lnTo>
                <a:lnTo>
                  <a:pt x="27860" y="3587"/>
                </a:lnTo>
                <a:lnTo>
                  <a:pt x="13366" y="13366"/>
                </a:lnTo>
                <a:lnTo>
                  <a:pt x="3587" y="27860"/>
                </a:lnTo>
                <a:lnTo>
                  <a:pt x="0" y="45592"/>
                </a:lnTo>
                <a:lnTo>
                  <a:pt x="0" y="605154"/>
                </a:lnTo>
                <a:lnTo>
                  <a:pt x="3587" y="622887"/>
                </a:lnTo>
                <a:lnTo>
                  <a:pt x="13366" y="637381"/>
                </a:lnTo>
                <a:lnTo>
                  <a:pt x="27860" y="647160"/>
                </a:lnTo>
                <a:lnTo>
                  <a:pt x="45592" y="650747"/>
                </a:lnTo>
                <a:lnTo>
                  <a:pt x="410082" y="650747"/>
                </a:lnTo>
                <a:lnTo>
                  <a:pt x="427815" y="647160"/>
                </a:lnTo>
                <a:lnTo>
                  <a:pt x="442309" y="637381"/>
                </a:lnTo>
                <a:lnTo>
                  <a:pt x="452088" y="622887"/>
                </a:lnTo>
                <a:lnTo>
                  <a:pt x="455675" y="605154"/>
                </a:lnTo>
                <a:lnTo>
                  <a:pt x="455675" y="45592"/>
                </a:lnTo>
                <a:lnTo>
                  <a:pt x="452088" y="27860"/>
                </a:lnTo>
                <a:lnTo>
                  <a:pt x="442309" y="13366"/>
                </a:lnTo>
                <a:lnTo>
                  <a:pt x="427815" y="3587"/>
                </a:lnTo>
                <a:lnTo>
                  <a:pt x="410082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522214" y="3957650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latin typeface="Verdana"/>
                <a:cs typeface="Verdana"/>
              </a:rPr>
              <a:t>12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974591" y="3476244"/>
            <a:ext cx="1812289" cy="568960"/>
            <a:chOff x="3974591" y="3476244"/>
            <a:chExt cx="1812289" cy="568960"/>
          </a:xfrm>
        </p:grpSpPr>
        <p:sp>
          <p:nvSpPr>
            <p:cNvPr id="18" name="object 18"/>
            <p:cNvSpPr/>
            <p:nvPr/>
          </p:nvSpPr>
          <p:spPr>
            <a:xfrm>
              <a:off x="3984497" y="3486150"/>
              <a:ext cx="1792605" cy="548640"/>
            </a:xfrm>
            <a:custGeom>
              <a:avLst/>
              <a:gdLst/>
              <a:ahLst/>
              <a:cxnLst/>
              <a:rect l="l" t="t" r="r" b="b"/>
              <a:pathLst>
                <a:path w="1792604" h="548639">
                  <a:moveTo>
                    <a:pt x="1737360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93775"/>
                  </a:lnTo>
                  <a:lnTo>
                    <a:pt x="4304" y="515153"/>
                  </a:lnTo>
                  <a:lnTo>
                    <a:pt x="16049" y="532590"/>
                  </a:lnTo>
                  <a:lnTo>
                    <a:pt x="33486" y="544335"/>
                  </a:lnTo>
                  <a:lnTo>
                    <a:pt x="54863" y="548639"/>
                  </a:lnTo>
                  <a:lnTo>
                    <a:pt x="1737360" y="548639"/>
                  </a:lnTo>
                  <a:lnTo>
                    <a:pt x="1758737" y="544335"/>
                  </a:lnTo>
                  <a:lnTo>
                    <a:pt x="1776174" y="532590"/>
                  </a:lnTo>
                  <a:lnTo>
                    <a:pt x="1787919" y="515153"/>
                  </a:lnTo>
                  <a:lnTo>
                    <a:pt x="1792224" y="493775"/>
                  </a:lnTo>
                  <a:lnTo>
                    <a:pt x="1792224" y="54863"/>
                  </a:lnTo>
                  <a:lnTo>
                    <a:pt x="1787919" y="33486"/>
                  </a:lnTo>
                  <a:lnTo>
                    <a:pt x="1776174" y="16049"/>
                  </a:lnTo>
                  <a:lnTo>
                    <a:pt x="1758737" y="4304"/>
                  </a:lnTo>
                  <a:lnTo>
                    <a:pt x="173736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84497" y="3486150"/>
              <a:ext cx="1792605" cy="548640"/>
            </a:xfrm>
            <a:custGeom>
              <a:avLst/>
              <a:gdLst/>
              <a:ahLst/>
              <a:cxnLst/>
              <a:rect l="l" t="t" r="r" b="b"/>
              <a:pathLst>
                <a:path w="1792604" h="54863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737360" y="0"/>
                  </a:lnTo>
                  <a:lnTo>
                    <a:pt x="1758737" y="4304"/>
                  </a:lnTo>
                  <a:lnTo>
                    <a:pt x="1776174" y="16049"/>
                  </a:lnTo>
                  <a:lnTo>
                    <a:pt x="1787919" y="33486"/>
                  </a:lnTo>
                  <a:lnTo>
                    <a:pt x="1792224" y="54863"/>
                  </a:lnTo>
                  <a:lnTo>
                    <a:pt x="1792224" y="493775"/>
                  </a:lnTo>
                  <a:lnTo>
                    <a:pt x="1787919" y="515153"/>
                  </a:lnTo>
                  <a:lnTo>
                    <a:pt x="1776174" y="532590"/>
                  </a:lnTo>
                  <a:lnTo>
                    <a:pt x="1758737" y="544335"/>
                  </a:lnTo>
                  <a:lnTo>
                    <a:pt x="1737360" y="548639"/>
                  </a:lnTo>
                  <a:lnTo>
                    <a:pt x="54863" y="548639"/>
                  </a:lnTo>
                  <a:lnTo>
                    <a:pt x="33486" y="544335"/>
                  </a:lnTo>
                  <a:lnTo>
                    <a:pt x="16049" y="532590"/>
                  </a:lnTo>
                  <a:lnTo>
                    <a:pt x="4304" y="515153"/>
                  </a:lnTo>
                  <a:lnTo>
                    <a:pt x="0" y="493775"/>
                  </a:lnTo>
                  <a:lnTo>
                    <a:pt x="0" y="5486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655946" y="3494913"/>
            <a:ext cx="448309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13771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22566" y="196850"/>
          <a:ext cx="3613784" cy="2826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45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0459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045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873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380"/>
                        </a:lnSpc>
                      </a:pPr>
                      <a:r>
                        <a:rPr sz="2000" b="1" spc="-5" dirty="0">
                          <a:latin typeface="Gothic Uralic"/>
                          <a:cs typeface="Gothic Uralic"/>
                        </a:rPr>
                        <a:t>Process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6230" marR="203835" indent="-106680">
                        <a:lnSpc>
                          <a:spcPts val="2350"/>
                        </a:lnSpc>
                        <a:spcBef>
                          <a:spcPts val="700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Arr</a:t>
                      </a:r>
                      <a:r>
                        <a:rPr sz="2000" b="1" spc="-10" dirty="0">
                          <a:latin typeface="Gothic Uralic"/>
                          <a:cs typeface="Gothic Uralic"/>
                        </a:rPr>
                        <a:t>i</a:t>
                      </a:r>
                      <a:r>
                        <a:rPr sz="2000" b="1" spc="-5" dirty="0">
                          <a:latin typeface="Gothic Uralic"/>
                          <a:cs typeface="Gothic Uralic"/>
                        </a:rPr>
                        <a:t>val  </a:t>
                      </a:r>
                      <a:r>
                        <a:rPr sz="20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6230" marR="309880" indent="1270">
                        <a:lnSpc>
                          <a:spcPts val="2350"/>
                        </a:lnSpc>
                        <a:spcBef>
                          <a:spcPts val="700"/>
                        </a:spcBef>
                      </a:pPr>
                      <a:r>
                        <a:rPr sz="2000" b="1" spc="-5" dirty="0">
                          <a:latin typeface="Gothic Uralic"/>
                          <a:cs typeface="Gothic Uralic"/>
                        </a:rPr>
                        <a:t>Bur</a:t>
                      </a:r>
                      <a:r>
                        <a:rPr sz="2000" b="1" spc="-15" dirty="0">
                          <a:latin typeface="Gothic Uralic"/>
                          <a:cs typeface="Gothic Uralic"/>
                        </a:rPr>
                        <a:t>s</a:t>
                      </a:r>
                      <a:r>
                        <a:rPr sz="2000" b="1" dirty="0">
                          <a:latin typeface="Gothic Uralic"/>
                          <a:cs typeface="Gothic Uralic"/>
                        </a:rPr>
                        <a:t>t  Time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9729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spc="5" dirty="0">
                          <a:latin typeface="Gothic Uralic"/>
                          <a:cs typeface="Gothic Uralic"/>
                        </a:rPr>
                        <a:t>P1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8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spc="5" dirty="0">
                          <a:latin typeface="Gothic Uralic"/>
                          <a:cs typeface="Gothic Uralic"/>
                        </a:rPr>
                        <a:t>P2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9729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P3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9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9602"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P4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75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7016495" y="658368"/>
            <a:ext cx="3531235" cy="963294"/>
            <a:chOff x="7016495" y="658368"/>
            <a:chExt cx="3531235" cy="963294"/>
          </a:xfrm>
        </p:grpSpPr>
        <p:sp>
          <p:nvSpPr>
            <p:cNvPr id="4" name="object 4"/>
            <p:cNvSpPr/>
            <p:nvPr/>
          </p:nvSpPr>
          <p:spPr>
            <a:xfrm>
              <a:off x="7026401" y="668274"/>
              <a:ext cx="3511550" cy="943610"/>
            </a:xfrm>
            <a:custGeom>
              <a:avLst/>
              <a:gdLst/>
              <a:ahLst/>
              <a:cxnLst/>
              <a:rect l="l" t="t" r="r" b="b"/>
              <a:pathLst>
                <a:path w="3511550" h="943610">
                  <a:moveTo>
                    <a:pt x="2946400" y="0"/>
                  </a:moveTo>
                  <a:lnTo>
                    <a:pt x="564896" y="0"/>
                  </a:lnTo>
                  <a:lnTo>
                    <a:pt x="513470" y="1927"/>
                  </a:lnTo>
                  <a:lnTo>
                    <a:pt x="463340" y="7600"/>
                  </a:lnTo>
                  <a:lnTo>
                    <a:pt x="414704" y="16850"/>
                  </a:lnTo>
                  <a:lnTo>
                    <a:pt x="367763" y="29512"/>
                  </a:lnTo>
                  <a:lnTo>
                    <a:pt x="322714" y="45418"/>
                  </a:lnTo>
                  <a:lnTo>
                    <a:pt x="279757" y="64403"/>
                  </a:lnTo>
                  <a:lnTo>
                    <a:pt x="239092" y="86299"/>
                  </a:lnTo>
                  <a:lnTo>
                    <a:pt x="200917" y="110940"/>
                  </a:lnTo>
                  <a:lnTo>
                    <a:pt x="165433" y="138160"/>
                  </a:lnTo>
                  <a:lnTo>
                    <a:pt x="132838" y="167791"/>
                  </a:lnTo>
                  <a:lnTo>
                    <a:pt x="103331" y="199668"/>
                  </a:lnTo>
                  <a:lnTo>
                    <a:pt x="77112" y="233623"/>
                  </a:lnTo>
                  <a:lnTo>
                    <a:pt x="54380" y="269490"/>
                  </a:lnTo>
                  <a:lnTo>
                    <a:pt x="35334" y="307103"/>
                  </a:lnTo>
                  <a:lnTo>
                    <a:pt x="20174" y="346295"/>
                  </a:lnTo>
                  <a:lnTo>
                    <a:pt x="9099" y="386899"/>
                  </a:lnTo>
                  <a:lnTo>
                    <a:pt x="2308" y="428749"/>
                  </a:lnTo>
                  <a:lnTo>
                    <a:pt x="0" y="471677"/>
                  </a:lnTo>
                  <a:lnTo>
                    <a:pt x="2308" y="514606"/>
                  </a:lnTo>
                  <a:lnTo>
                    <a:pt x="9099" y="556456"/>
                  </a:lnTo>
                  <a:lnTo>
                    <a:pt x="20174" y="597060"/>
                  </a:lnTo>
                  <a:lnTo>
                    <a:pt x="35334" y="636252"/>
                  </a:lnTo>
                  <a:lnTo>
                    <a:pt x="54380" y="673865"/>
                  </a:lnTo>
                  <a:lnTo>
                    <a:pt x="77112" y="709732"/>
                  </a:lnTo>
                  <a:lnTo>
                    <a:pt x="103331" y="743687"/>
                  </a:lnTo>
                  <a:lnTo>
                    <a:pt x="132838" y="775564"/>
                  </a:lnTo>
                  <a:lnTo>
                    <a:pt x="165433" y="805195"/>
                  </a:lnTo>
                  <a:lnTo>
                    <a:pt x="200917" y="832415"/>
                  </a:lnTo>
                  <a:lnTo>
                    <a:pt x="239092" y="857056"/>
                  </a:lnTo>
                  <a:lnTo>
                    <a:pt x="279757" y="878952"/>
                  </a:lnTo>
                  <a:lnTo>
                    <a:pt x="322714" y="897937"/>
                  </a:lnTo>
                  <a:lnTo>
                    <a:pt x="367763" y="913843"/>
                  </a:lnTo>
                  <a:lnTo>
                    <a:pt x="414704" y="926505"/>
                  </a:lnTo>
                  <a:lnTo>
                    <a:pt x="463340" y="935755"/>
                  </a:lnTo>
                  <a:lnTo>
                    <a:pt x="513470" y="941428"/>
                  </a:lnTo>
                  <a:lnTo>
                    <a:pt x="564896" y="943355"/>
                  </a:lnTo>
                  <a:lnTo>
                    <a:pt x="2946400" y="943355"/>
                  </a:lnTo>
                  <a:lnTo>
                    <a:pt x="2997825" y="941428"/>
                  </a:lnTo>
                  <a:lnTo>
                    <a:pt x="3047955" y="935755"/>
                  </a:lnTo>
                  <a:lnTo>
                    <a:pt x="3096591" y="926505"/>
                  </a:lnTo>
                  <a:lnTo>
                    <a:pt x="3143532" y="913843"/>
                  </a:lnTo>
                  <a:lnTo>
                    <a:pt x="3188581" y="897937"/>
                  </a:lnTo>
                  <a:lnTo>
                    <a:pt x="3231538" y="878952"/>
                  </a:lnTo>
                  <a:lnTo>
                    <a:pt x="3272203" y="857056"/>
                  </a:lnTo>
                  <a:lnTo>
                    <a:pt x="3310378" y="832415"/>
                  </a:lnTo>
                  <a:lnTo>
                    <a:pt x="3345862" y="805195"/>
                  </a:lnTo>
                  <a:lnTo>
                    <a:pt x="3378457" y="775564"/>
                  </a:lnTo>
                  <a:lnTo>
                    <a:pt x="3407964" y="743687"/>
                  </a:lnTo>
                  <a:lnTo>
                    <a:pt x="3434183" y="709732"/>
                  </a:lnTo>
                  <a:lnTo>
                    <a:pt x="3456915" y="673865"/>
                  </a:lnTo>
                  <a:lnTo>
                    <a:pt x="3475961" y="636252"/>
                  </a:lnTo>
                  <a:lnTo>
                    <a:pt x="3491121" y="597060"/>
                  </a:lnTo>
                  <a:lnTo>
                    <a:pt x="3502196" y="556456"/>
                  </a:lnTo>
                  <a:lnTo>
                    <a:pt x="3508987" y="514606"/>
                  </a:lnTo>
                  <a:lnTo>
                    <a:pt x="3511296" y="471677"/>
                  </a:lnTo>
                  <a:lnTo>
                    <a:pt x="3508987" y="428749"/>
                  </a:lnTo>
                  <a:lnTo>
                    <a:pt x="3502196" y="386899"/>
                  </a:lnTo>
                  <a:lnTo>
                    <a:pt x="3491121" y="346295"/>
                  </a:lnTo>
                  <a:lnTo>
                    <a:pt x="3475961" y="307103"/>
                  </a:lnTo>
                  <a:lnTo>
                    <a:pt x="3456915" y="269490"/>
                  </a:lnTo>
                  <a:lnTo>
                    <a:pt x="3434183" y="233623"/>
                  </a:lnTo>
                  <a:lnTo>
                    <a:pt x="3407964" y="199668"/>
                  </a:lnTo>
                  <a:lnTo>
                    <a:pt x="3378457" y="167791"/>
                  </a:lnTo>
                  <a:lnTo>
                    <a:pt x="3345862" y="138160"/>
                  </a:lnTo>
                  <a:lnTo>
                    <a:pt x="3310378" y="110940"/>
                  </a:lnTo>
                  <a:lnTo>
                    <a:pt x="3272203" y="86299"/>
                  </a:lnTo>
                  <a:lnTo>
                    <a:pt x="3231538" y="64403"/>
                  </a:lnTo>
                  <a:lnTo>
                    <a:pt x="3188581" y="45418"/>
                  </a:lnTo>
                  <a:lnTo>
                    <a:pt x="3143532" y="29512"/>
                  </a:lnTo>
                  <a:lnTo>
                    <a:pt x="3096591" y="16850"/>
                  </a:lnTo>
                  <a:lnTo>
                    <a:pt x="3047955" y="7600"/>
                  </a:lnTo>
                  <a:lnTo>
                    <a:pt x="2997825" y="1927"/>
                  </a:lnTo>
                  <a:lnTo>
                    <a:pt x="2946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26401" y="668274"/>
              <a:ext cx="3511550" cy="943610"/>
            </a:xfrm>
            <a:custGeom>
              <a:avLst/>
              <a:gdLst/>
              <a:ahLst/>
              <a:cxnLst/>
              <a:rect l="l" t="t" r="r" b="b"/>
              <a:pathLst>
                <a:path w="3511550" h="943610">
                  <a:moveTo>
                    <a:pt x="564896" y="0"/>
                  </a:moveTo>
                  <a:lnTo>
                    <a:pt x="2946400" y="0"/>
                  </a:lnTo>
                  <a:lnTo>
                    <a:pt x="2997825" y="1927"/>
                  </a:lnTo>
                  <a:lnTo>
                    <a:pt x="3047955" y="7600"/>
                  </a:lnTo>
                  <a:lnTo>
                    <a:pt x="3096591" y="16850"/>
                  </a:lnTo>
                  <a:lnTo>
                    <a:pt x="3143532" y="29512"/>
                  </a:lnTo>
                  <a:lnTo>
                    <a:pt x="3188581" y="45418"/>
                  </a:lnTo>
                  <a:lnTo>
                    <a:pt x="3231538" y="64403"/>
                  </a:lnTo>
                  <a:lnTo>
                    <a:pt x="3272203" y="86299"/>
                  </a:lnTo>
                  <a:lnTo>
                    <a:pt x="3310378" y="110940"/>
                  </a:lnTo>
                  <a:lnTo>
                    <a:pt x="3345862" y="138160"/>
                  </a:lnTo>
                  <a:lnTo>
                    <a:pt x="3378457" y="167791"/>
                  </a:lnTo>
                  <a:lnTo>
                    <a:pt x="3407964" y="199668"/>
                  </a:lnTo>
                  <a:lnTo>
                    <a:pt x="3434183" y="233623"/>
                  </a:lnTo>
                  <a:lnTo>
                    <a:pt x="3456915" y="269490"/>
                  </a:lnTo>
                  <a:lnTo>
                    <a:pt x="3475961" y="307103"/>
                  </a:lnTo>
                  <a:lnTo>
                    <a:pt x="3491121" y="346295"/>
                  </a:lnTo>
                  <a:lnTo>
                    <a:pt x="3502196" y="386899"/>
                  </a:lnTo>
                  <a:lnTo>
                    <a:pt x="3508987" y="428749"/>
                  </a:lnTo>
                  <a:lnTo>
                    <a:pt x="3511296" y="471677"/>
                  </a:lnTo>
                  <a:lnTo>
                    <a:pt x="3508987" y="514606"/>
                  </a:lnTo>
                  <a:lnTo>
                    <a:pt x="3502196" y="556456"/>
                  </a:lnTo>
                  <a:lnTo>
                    <a:pt x="3491121" y="597060"/>
                  </a:lnTo>
                  <a:lnTo>
                    <a:pt x="3475961" y="636252"/>
                  </a:lnTo>
                  <a:lnTo>
                    <a:pt x="3456915" y="673865"/>
                  </a:lnTo>
                  <a:lnTo>
                    <a:pt x="3434183" y="709732"/>
                  </a:lnTo>
                  <a:lnTo>
                    <a:pt x="3407964" y="743687"/>
                  </a:lnTo>
                  <a:lnTo>
                    <a:pt x="3378457" y="775564"/>
                  </a:lnTo>
                  <a:lnTo>
                    <a:pt x="3345862" y="805195"/>
                  </a:lnTo>
                  <a:lnTo>
                    <a:pt x="3310378" y="832415"/>
                  </a:lnTo>
                  <a:lnTo>
                    <a:pt x="3272203" y="857056"/>
                  </a:lnTo>
                  <a:lnTo>
                    <a:pt x="3231538" y="878952"/>
                  </a:lnTo>
                  <a:lnTo>
                    <a:pt x="3188581" y="897937"/>
                  </a:lnTo>
                  <a:lnTo>
                    <a:pt x="3143532" y="913843"/>
                  </a:lnTo>
                  <a:lnTo>
                    <a:pt x="3096591" y="926505"/>
                  </a:lnTo>
                  <a:lnTo>
                    <a:pt x="3047955" y="935755"/>
                  </a:lnTo>
                  <a:lnTo>
                    <a:pt x="2997825" y="941428"/>
                  </a:lnTo>
                  <a:lnTo>
                    <a:pt x="2946400" y="943355"/>
                  </a:lnTo>
                  <a:lnTo>
                    <a:pt x="564896" y="943355"/>
                  </a:lnTo>
                  <a:lnTo>
                    <a:pt x="513470" y="941428"/>
                  </a:lnTo>
                  <a:lnTo>
                    <a:pt x="463340" y="935755"/>
                  </a:lnTo>
                  <a:lnTo>
                    <a:pt x="414704" y="926505"/>
                  </a:lnTo>
                  <a:lnTo>
                    <a:pt x="367763" y="913843"/>
                  </a:lnTo>
                  <a:lnTo>
                    <a:pt x="322714" y="897937"/>
                  </a:lnTo>
                  <a:lnTo>
                    <a:pt x="279757" y="878952"/>
                  </a:lnTo>
                  <a:lnTo>
                    <a:pt x="239092" y="857056"/>
                  </a:lnTo>
                  <a:lnTo>
                    <a:pt x="200917" y="832415"/>
                  </a:lnTo>
                  <a:lnTo>
                    <a:pt x="165433" y="805195"/>
                  </a:lnTo>
                  <a:lnTo>
                    <a:pt x="132838" y="775564"/>
                  </a:lnTo>
                  <a:lnTo>
                    <a:pt x="103331" y="743687"/>
                  </a:lnTo>
                  <a:lnTo>
                    <a:pt x="77112" y="709732"/>
                  </a:lnTo>
                  <a:lnTo>
                    <a:pt x="54380" y="673865"/>
                  </a:lnTo>
                  <a:lnTo>
                    <a:pt x="35334" y="636252"/>
                  </a:lnTo>
                  <a:lnTo>
                    <a:pt x="20174" y="597060"/>
                  </a:lnTo>
                  <a:lnTo>
                    <a:pt x="9099" y="556456"/>
                  </a:lnTo>
                  <a:lnTo>
                    <a:pt x="2308" y="514606"/>
                  </a:lnTo>
                  <a:lnTo>
                    <a:pt x="0" y="471677"/>
                  </a:lnTo>
                  <a:lnTo>
                    <a:pt x="2308" y="428749"/>
                  </a:lnTo>
                  <a:lnTo>
                    <a:pt x="9099" y="386899"/>
                  </a:lnTo>
                  <a:lnTo>
                    <a:pt x="20174" y="346295"/>
                  </a:lnTo>
                  <a:lnTo>
                    <a:pt x="35334" y="307103"/>
                  </a:lnTo>
                  <a:lnTo>
                    <a:pt x="54380" y="269490"/>
                  </a:lnTo>
                  <a:lnTo>
                    <a:pt x="77112" y="233623"/>
                  </a:lnTo>
                  <a:lnTo>
                    <a:pt x="103331" y="199668"/>
                  </a:lnTo>
                  <a:lnTo>
                    <a:pt x="132838" y="167791"/>
                  </a:lnTo>
                  <a:lnTo>
                    <a:pt x="165433" y="138160"/>
                  </a:lnTo>
                  <a:lnTo>
                    <a:pt x="200917" y="110940"/>
                  </a:lnTo>
                  <a:lnTo>
                    <a:pt x="239092" y="86299"/>
                  </a:lnTo>
                  <a:lnTo>
                    <a:pt x="279757" y="64403"/>
                  </a:lnTo>
                  <a:lnTo>
                    <a:pt x="322714" y="45418"/>
                  </a:lnTo>
                  <a:lnTo>
                    <a:pt x="367763" y="29512"/>
                  </a:lnTo>
                  <a:lnTo>
                    <a:pt x="414704" y="16850"/>
                  </a:lnTo>
                  <a:lnTo>
                    <a:pt x="463340" y="7600"/>
                  </a:lnTo>
                  <a:lnTo>
                    <a:pt x="513470" y="1927"/>
                  </a:lnTo>
                  <a:lnTo>
                    <a:pt x="564896" y="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241030" y="302463"/>
            <a:ext cx="1562100" cy="10267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AF50"/>
                </a:solidFill>
                <a:latin typeface="Gothic Uralic"/>
                <a:cs typeface="Gothic Uralic"/>
              </a:rPr>
              <a:t>Ready</a:t>
            </a:r>
            <a:r>
              <a:rPr sz="1800" b="1" spc="-70" dirty="0">
                <a:solidFill>
                  <a:srgbClr val="00AF50"/>
                </a:solidFill>
                <a:latin typeface="Gothic Uralic"/>
                <a:cs typeface="Gothic Uralic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Gothic Uralic"/>
                <a:cs typeface="Gothic Uralic"/>
              </a:rPr>
              <a:t>Queue</a:t>
            </a:r>
            <a:endParaRPr sz="1800">
              <a:latin typeface="Gothic Uralic"/>
              <a:cs typeface="Gothic Uralic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Gothic Uralic"/>
              <a:cs typeface="Gothic Uralic"/>
            </a:endParaRPr>
          </a:p>
          <a:p>
            <a:pPr marL="198755">
              <a:lnSpc>
                <a:spcPct val="100000"/>
              </a:lnSpc>
            </a:pPr>
            <a:r>
              <a:rPr sz="2400" b="1" spc="-5" dirty="0">
                <a:latin typeface="Gothic Uralic"/>
                <a:cs typeface="Gothic Uralic"/>
              </a:rPr>
              <a:t>P3</a:t>
            </a:r>
            <a:r>
              <a:rPr sz="2400" b="1" spc="-10" dirty="0">
                <a:latin typeface="Gothic Uralic"/>
                <a:cs typeface="Gothic Uralic"/>
              </a:rPr>
              <a:t> </a:t>
            </a:r>
            <a:r>
              <a:rPr sz="2400" b="1" spc="-5" dirty="0">
                <a:latin typeface="Gothic Uralic"/>
                <a:cs typeface="Gothic Uralic"/>
              </a:rPr>
              <a:t>P4</a:t>
            </a:r>
            <a:endParaRPr sz="24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44467" y="3794759"/>
            <a:ext cx="454659" cy="650875"/>
          </a:xfrm>
          <a:custGeom>
            <a:avLst/>
            <a:gdLst/>
            <a:ahLst/>
            <a:cxnLst/>
            <a:rect l="l" t="t" r="r" b="b"/>
            <a:pathLst>
              <a:path w="454660" h="650875">
                <a:moveTo>
                  <a:pt x="408686" y="0"/>
                </a:moveTo>
                <a:lnTo>
                  <a:pt x="45466" y="0"/>
                </a:lnTo>
                <a:lnTo>
                  <a:pt x="27753" y="3567"/>
                </a:lnTo>
                <a:lnTo>
                  <a:pt x="13303" y="13303"/>
                </a:lnTo>
                <a:lnTo>
                  <a:pt x="3567" y="27753"/>
                </a:lnTo>
                <a:lnTo>
                  <a:pt x="0" y="45465"/>
                </a:lnTo>
                <a:lnTo>
                  <a:pt x="0" y="605282"/>
                </a:lnTo>
                <a:lnTo>
                  <a:pt x="3567" y="622994"/>
                </a:lnTo>
                <a:lnTo>
                  <a:pt x="13303" y="637444"/>
                </a:lnTo>
                <a:lnTo>
                  <a:pt x="27753" y="647180"/>
                </a:lnTo>
                <a:lnTo>
                  <a:pt x="45466" y="650747"/>
                </a:lnTo>
                <a:lnTo>
                  <a:pt x="408686" y="650747"/>
                </a:lnTo>
                <a:lnTo>
                  <a:pt x="426398" y="647180"/>
                </a:lnTo>
                <a:lnTo>
                  <a:pt x="440848" y="637444"/>
                </a:lnTo>
                <a:lnTo>
                  <a:pt x="450584" y="622994"/>
                </a:lnTo>
                <a:lnTo>
                  <a:pt x="454152" y="605282"/>
                </a:lnTo>
                <a:lnTo>
                  <a:pt x="454152" y="45465"/>
                </a:lnTo>
                <a:lnTo>
                  <a:pt x="450584" y="27753"/>
                </a:lnTo>
                <a:lnTo>
                  <a:pt x="440848" y="13303"/>
                </a:lnTo>
                <a:lnTo>
                  <a:pt x="426398" y="3567"/>
                </a:lnTo>
                <a:lnTo>
                  <a:pt x="40868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56990" y="395516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8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29383" y="3794759"/>
            <a:ext cx="454659" cy="650875"/>
          </a:xfrm>
          <a:custGeom>
            <a:avLst/>
            <a:gdLst/>
            <a:ahLst/>
            <a:cxnLst/>
            <a:rect l="l" t="t" r="r" b="b"/>
            <a:pathLst>
              <a:path w="454660" h="650875">
                <a:moveTo>
                  <a:pt x="408686" y="0"/>
                </a:moveTo>
                <a:lnTo>
                  <a:pt x="45466" y="0"/>
                </a:lnTo>
                <a:lnTo>
                  <a:pt x="27753" y="3567"/>
                </a:lnTo>
                <a:lnTo>
                  <a:pt x="13303" y="13303"/>
                </a:lnTo>
                <a:lnTo>
                  <a:pt x="3567" y="27753"/>
                </a:lnTo>
                <a:lnTo>
                  <a:pt x="0" y="45465"/>
                </a:lnTo>
                <a:lnTo>
                  <a:pt x="0" y="605282"/>
                </a:lnTo>
                <a:lnTo>
                  <a:pt x="3567" y="622994"/>
                </a:lnTo>
                <a:lnTo>
                  <a:pt x="13303" y="637444"/>
                </a:lnTo>
                <a:lnTo>
                  <a:pt x="27753" y="647180"/>
                </a:lnTo>
                <a:lnTo>
                  <a:pt x="45466" y="650747"/>
                </a:lnTo>
                <a:lnTo>
                  <a:pt x="408686" y="650747"/>
                </a:lnTo>
                <a:lnTo>
                  <a:pt x="426398" y="647180"/>
                </a:lnTo>
                <a:lnTo>
                  <a:pt x="440848" y="637444"/>
                </a:lnTo>
                <a:lnTo>
                  <a:pt x="450584" y="622994"/>
                </a:lnTo>
                <a:lnTo>
                  <a:pt x="454152" y="605282"/>
                </a:lnTo>
                <a:lnTo>
                  <a:pt x="454152" y="45465"/>
                </a:lnTo>
                <a:lnTo>
                  <a:pt x="450584" y="27753"/>
                </a:lnTo>
                <a:lnTo>
                  <a:pt x="440848" y="13303"/>
                </a:lnTo>
                <a:lnTo>
                  <a:pt x="426398" y="3567"/>
                </a:lnTo>
                <a:lnTo>
                  <a:pt x="40868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41017" y="395516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0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147061" y="3475990"/>
            <a:ext cx="1811020" cy="568960"/>
            <a:chOff x="2147061" y="3475990"/>
            <a:chExt cx="1811020" cy="568960"/>
          </a:xfrm>
        </p:grpSpPr>
        <p:sp>
          <p:nvSpPr>
            <p:cNvPr id="12" name="object 12"/>
            <p:cNvSpPr/>
            <p:nvPr/>
          </p:nvSpPr>
          <p:spPr>
            <a:xfrm>
              <a:off x="2157221" y="3486150"/>
              <a:ext cx="1790700" cy="548640"/>
            </a:xfrm>
            <a:custGeom>
              <a:avLst/>
              <a:gdLst/>
              <a:ahLst/>
              <a:cxnLst/>
              <a:rect l="l" t="t" r="r" b="b"/>
              <a:pathLst>
                <a:path w="1790700" h="548639">
                  <a:moveTo>
                    <a:pt x="173583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93775"/>
                  </a:lnTo>
                  <a:lnTo>
                    <a:pt x="4304" y="515153"/>
                  </a:lnTo>
                  <a:lnTo>
                    <a:pt x="16049" y="532590"/>
                  </a:lnTo>
                  <a:lnTo>
                    <a:pt x="33486" y="544335"/>
                  </a:lnTo>
                  <a:lnTo>
                    <a:pt x="54863" y="548639"/>
                  </a:lnTo>
                  <a:lnTo>
                    <a:pt x="1735836" y="548639"/>
                  </a:lnTo>
                  <a:lnTo>
                    <a:pt x="1757213" y="544335"/>
                  </a:lnTo>
                  <a:lnTo>
                    <a:pt x="1774650" y="532590"/>
                  </a:lnTo>
                  <a:lnTo>
                    <a:pt x="1786395" y="515153"/>
                  </a:lnTo>
                  <a:lnTo>
                    <a:pt x="1790700" y="493775"/>
                  </a:lnTo>
                  <a:lnTo>
                    <a:pt x="1790700" y="54863"/>
                  </a:lnTo>
                  <a:lnTo>
                    <a:pt x="1786395" y="33486"/>
                  </a:lnTo>
                  <a:lnTo>
                    <a:pt x="1774650" y="16049"/>
                  </a:lnTo>
                  <a:lnTo>
                    <a:pt x="1757213" y="4304"/>
                  </a:lnTo>
                  <a:lnTo>
                    <a:pt x="173583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57221" y="3486150"/>
              <a:ext cx="1790700" cy="548640"/>
            </a:xfrm>
            <a:custGeom>
              <a:avLst/>
              <a:gdLst/>
              <a:ahLst/>
              <a:cxnLst/>
              <a:rect l="l" t="t" r="r" b="b"/>
              <a:pathLst>
                <a:path w="1790700" h="54863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735836" y="0"/>
                  </a:lnTo>
                  <a:lnTo>
                    <a:pt x="1757213" y="4304"/>
                  </a:lnTo>
                  <a:lnTo>
                    <a:pt x="1774650" y="16049"/>
                  </a:lnTo>
                  <a:lnTo>
                    <a:pt x="1786395" y="33486"/>
                  </a:lnTo>
                  <a:lnTo>
                    <a:pt x="1790700" y="54863"/>
                  </a:lnTo>
                  <a:lnTo>
                    <a:pt x="1790700" y="493775"/>
                  </a:lnTo>
                  <a:lnTo>
                    <a:pt x="1786395" y="515153"/>
                  </a:lnTo>
                  <a:lnTo>
                    <a:pt x="1774650" y="532590"/>
                  </a:lnTo>
                  <a:lnTo>
                    <a:pt x="1757213" y="544335"/>
                  </a:lnTo>
                  <a:lnTo>
                    <a:pt x="1735836" y="548639"/>
                  </a:lnTo>
                  <a:lnTo>
                    <a:pt x="54863" y="548639"/>
                  </a:lnTo>
                  <a:lnTo>
                    <a:pt x="33486" y="544335"/>
                  </a:lnTo>
                  <a:lnTo>
                    <a:pt x="16049" y="532590"/>
                  </a:lnTo>
                  <a:lnTo>
                    <a:pt x="4304" y="515153"/>
                  </a:lnTo>
                  <a:lnTo>
                    <a:pt x="0" y="493775"/>
                  </a:lnTo>
                  <a:lnTo>
                    <a:pt x="0" y="5486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828035" y="3494913"/>
            <a:ext cx="447675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71744" y="3794759"/>
            <a:ext cx="455930" cy="650875"/>
          </a:xfrm>
          <a:custGeom>
            <a:avLst/>
            <a:gdLst/>
            <a:ahLst/>
            <a:cxnLst/>
            <a:rect l="l" t="t" r="r" b="b"/>
            <a:pathLst>
              <a:path w="455929" h="650875">
                <a:moveTo>
                  <a:pt x="410082" y="0"/>
                </a:moveTo>
                <a:lnTo>
                  <a:pt x="45592" y="0"/>
                </a:lnTo>
                <a:lnTo>
                  <a:pt x="27860" y="3587"/>
                </a:lnTo>
                <a:lnTo>
                  <a:pt x="13366" y="13366"/>
                </a:lnTo>
                <a:lnTo>
                  <a:pt x="3587" y="27860"/>
                </a:lnTo>
                <a:lnTo>
                  <a:pt x="0" y="45592"/>
                </a:lnTo>
                <a:lnTo>
                  <a:pt x="0" y="605154"/>
                </a:lnTo>
                <a:lnTo>
                  <a:pt x="3587" y="622887"/>
                </a:lnTo>
                <a:lnTo>
                  <a:pt x="13366" y="637381"/>
                </a:lnTo>
                <a:lnTo>
                  <a:pt x="27860" y="647160"/>
                </a:lnTo>
                <a:lnTo>
                  <a:pt x="45592" y="650747"/>
                </a:lnTo>
                <a:lnTo>
                  <a:pt x="410082" y="650747"/>
                </a:lnTo>
                <a:lnTo>
                  <a:pt x="427815" y="647160"/>
                </a:lnTo>
                <a:lnTo>
                  <a:pt x="442309" y="637381"/>
                </a:lnTo>
                <a:lnTo>
                  <a:pt x="452088" y="622887"/>
                </a:lnTo>
                <a:lnTo>
                  <a:pt x="455675" y="605154"/>
                </a:lnTo>
                <a:lnTo>
                  <a:pt x="455675" y="45592"/>
                </a:lnTo>
                <a:lnTo>
                  <a:pt x="452088" y="27860"/>
                </a:lnTo>
                <a:lnTo>
                  <a:pt x="442309" y="13366"/>
                </a:lnTo>
                <a:lnTo>
                  <a:pt x="427815" y="3587"/>
                </a:lnTo>
                <a:lnTo>
                  <a:pt x="410082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580379" y="3957650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latin typeface="Verdana"/>
                <a:cs typeface="Verdana"/>
              </a:rPr>
              <a:t>12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974338" y="3475990"/>
            <a:ext cx="1812925" cy="568960"/>
            <a:chOff x="3974338" y="3475990"/>
            <a:chExt cx="1812925" cy="568960"/>
          </a:xfrm>
        </p:grpSpPr>
        <p:sp>
          <p:nvSpPr>
            <p:cNvPr id="18" name="object 18"/>
            <p:cNvSpPr/>
            <p:nvPr/>
          </p:nvSpPr>
          <p:spPr>
            <a:xfrm>
              <a:off x="3984498" y="3486150"/>
              <a:ext cx="1792605" cy="548640"/>
            </a:xfrm>
            <a:custGeom>
              <a:avLst/>
              <a:gdLst/>
              <a:ahLst/>
              <a:cxnLst/>
              <a:rect l="l" t="t" r="r" b="b"/>
              <a:pathLst>
                <a:path w="1792604" h="548639">
                  <a:moveTo>
                    <a:pt x="1737360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93775"/>
                  </a:lnTo>
                  <a:lnTo>
                    <a:pt x="4304" y="515153"/>
                  </a:lnTo>
                  <a:lnTo>
                    <a:pt x="16049" y="532590"/>
                  </a:lnTo>
                  <a:lnTo>
                    <a:pt x="33486" y="544335"/>
                  </a:lnTo>
                  <a:lnTo>
                    <a:pt x="54863" y="548639"/>
                  </a:lnTo>
                  <a:lnTo>
                    <a:pt x="1737360" y="548639"/>
                  </a:lnTo>
                  <a:lnTo>
                    <a:pt x="1758737" y="544335"/>
                  </a:lnTo>
                  <a:lnTo>
                    <a:pt x="1776174" y="532590"/>
                  </a:lnTo>
                  <a:lnTo>
                    <a:pt x="1787919" y="515153"/>
                  </a:lnTo>
                  <a:lnTo>
                    <a:pt x="1792224" y="493775"/>
                  </a:lnTo>
                  <a:lnTo>
                    <a:pt x="1792224" y="54863"/>
                  </a:lnTo>
                  <a:lnTo>
                    <a:pt x="1787919" y="33486"/>
                  </a:lnTo>
                  <a:lnTo>
                    <a:pt x="1776174" y="16049"/>
                  </a:lnTo>
                  <a:lnTo>
                    <a:pt x="1758737" y="4304"/>
                  </a:lnTo>
                  <a:lnTo>
                    <a:pt x="173736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84498" y="3486150"/>
              <a:ext cx="1792605" cy="548640"/>
            </a:xfrm>
            <a:custGeom>
              <a:avLst/>
              <a:gdLst/>
              <a:ahLst/>
              <a:cxnLst/>
              <a:rect l="l" t="t" r="r" b="b"/>
              <a:pathLst>
                <a:path w="1792604" h="54863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737360" y="0"/>
                  </a:lnTo>
                  <a:lnTo>
                    <a:pt x="1758737" y="4304"/>
                  </a:lnTo>
                  <a:lnTo>
                    <a:pt x="1776174" y="16049"/>
                  </a:lnTo>
                  <a:lnTo>
                    <a:pt x="1787919" y="33486"/>
                  </a:lnTo>
                  <a:lnTo>
                    <a:pt x="1792224" y="54863"/>
                  </a:lnTo>
                  <a:lnTo>
                    <a:pt x="1792224" y="493775"/>
                  </a:lnTo>
                  <a:lnTo>
                    <a:pt x="1787919" y="515153"/>
                  </a:lnTo>
                  <a:lnTo>
                    <a:pt x="1776174" y="532590"/>
                  </a:lnTo>
                  <a:lnTo>
                    <a:pt x="1758737" y="544335"/>
                  </a:lnTo>
                  <a:lnTo>
                    <a:pt x="1737360" y="548639"/>
                  </a:lnTo>
                  <a:lnTo>
                    <a:pt x="54863" y="548639"/>
                  </a:lnTo>
                  <a:lnTo>
                    <a:pt x="33486" y="544335"/>
                  </a:lnTo>
                  <a:lnTo>
                    <a:pt x="16049" y="532590"/>
                  </a:lnTo>
                  <a:lnTo>
                    <a:pt x="4304" y="515153"/>
                  </a:lnTo>
                  <a:lnTo>
                    <a:pt x="0" y="493775"/>
                  </a:lnTo>
                  <a:lnTo>
                    <a:pt x="0" y="5486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655946" y="3494913"/>
            <a:ext cx="448309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400543" y="3794759"/>
            <a:ext cx="454659" cy="650875"/>
          </a:xfrm>
          <a:custGeom>
            <a:avLst/>
            <a:gdLst/>
            <a:ahLst/>
            <a:cxnLst/>
            <a:rect l="l" t="t" r="r" b="b"/>
            <a:pathLst>
              <a:path w="454659" h="650875">
                <a:moveTo>
                  <a:pt x="408685" y="0"/>
                </a:moveTo>
                <a:lnTo>
                  <a:pt x="45465" y="0"/>
                </a:lnTo>
                <a:lnTo>
                  <a:pt x="27753" y="3567"/>
                </a:lnTo>
                <a:lnTo>
                  <a:pt x="13303" y="13303"/>
                </a:lnTo>
                <a:lnTo>
                  <a:pt x="3567" y="27753"/>
                </a:lnTo>
                <a:lnTo>
                  <a:pt x="0" y="45465"/>
                </a:lnTo>
                <a:lnTo>
                  <a:pt x="0" y="605282"/>
                </a:lnTo>
                <a:lnTo>
                  <a:pt x="3567" y="622994"/>
                </a:lnTo>
                <a:lnTo>
                  <a:pt x="13303" y="637444"/>
                </a:lnTo>
                <a:lnTo>
                  <a:pt x="27753" y="647180"/>
                </a:lnTo>
                <a:lnTo>
                  <a:pt x="45465" y="650747"/>
                </a:lnTo>
                <a:lnTo>
                  <a:pt x="408685" y="650747"/>
                </a:lnTo>
                <a:lnTo>
                  <a:pt x="426398" y="647180"/>
                </a:lnTo>
                <a:lnTo>
                  <a:pt x="440848" y="637444"/>
                </a:lnTo>
                <a:lnTo>
                  <a:pt x="450584" y="622994"/>
                </a:lnTo>
                <a:lnTo>
                  <a:pt x="454151" y="605282"/>
                </a:lnTo>
                <a:lnTo>
                  <a:pt x="454151" y="45465"/>
                </a:lnTo>
                <a:lnTo>
                  <a:pt x="450584" y="27753"/>
                </a:lnTo>
                <a:lnTo>
                  <a:pt x="440848" y="13303"/>
                </a:lnTo>
                <a:lnTo>
                  <a:pt x="426398" y="3567"/>
                </a:lnTo>
                <a:lnTo>
                  <a:pt x="40868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611618" y="3957650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latin typeface="Verdana"/>
                <a:cs typeface="Verdana"/>
              </a:rPr>
              <a:t>21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801867" y="3476244"/>
            <a:ext cx="1812289" cy="568960"/>
            <a:chOff x="5801867" y="3476244"/>
            <a:chExt cx="1812289" cy="568960"/>
          </a:xfrm>
        </p:grpSpPr>
        <p:sp>
          <p:nvSpPr>
            <p:cNvPr id="24" name="object 24"/>
            <p:cNvSpPr/>
            <p:nvPr/>
          </p:nvSpPr>
          <p:spPr>
            <a:xfrm>
              <a:off x="5811773" y="3486150"/>
              <a:ext cx="1792605" cy="548640"/>
            </a:xfrm>
            <a:custGeom>
              <a:avLst/>
              <a:gdLst/>
              <a:ahLst/>
              <a:cxnLst/>
              <a:rect l="l" t="t" r="r" b="b"/>
              <a:pathLst>
                <a:path w="1792604" h="548639">
                  <a:moveTo>
                    <a:pt x="1737359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93775"/>
                  </a:lnTo>
                  <a:lnTo>
                    <a:pt x="4304" y="515153"/>
                  </a:lnTo>
                  <a:lnTo>
                    <a:pt x="16049" y="532590"/>
                  </a:lnTo>
                  <a:lnTo>
                    <a:pt x="33486" y="544335"/>
                  </a:lnTo>
                  <a:lnTo>
                    <a:pt x="54863" y="548639"/>
                  </a:lnTo>
                  <a:lnTo>
                    <a:pt x="1737359" y="548639"/>
                  </a:lnTo>
                  <a:lnTo>
                    <a:pt x="1758737" y="544335"/>
                  </a:lnTo>
                  <a:lnTo>
                    <a:pt x="1776174" y="532590"/>
                  </a:lnTo>
                  <a:lnTo>
                    <a:pt x="1787919" y="515153"/>
                  </a:lnTo>
                  <a:lnTo>
                    <a:pt x="1792224" y="493775"/>
                  </a:lnTo>
                  <a:lnTo>
                    <a:pt x="1792224" y="54863"/>
                  </a:lnTo>
                  <a:lnTo>
                    <a:pt x="1787919" y="33486"/>
                  </a:lnTo>
                  <a:lnTo>
                    <a:pt x="1776174" y="16049"/>
                  </a:lnTo>
                  <a:lnTo>
                    <a:pt x="1758737" y="4304"/>
                  </a:lnTo>
                  <a:lnTo>
                    <a:pt x="173735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11773" y="3486150"/>
              <a:ext cx="1792605" cy="548640"/>
            </a:xfrm>
            <a:custGeom>
              <a:avLst/>
              <a:gdLst/>
              <a:ahLst/>
              <a:cxnLst/>
              <a:rect l="l" t="t" r="r" b="b"/>
              <a:pathLst>
                <a:path w="1792604" h="54863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737359" y="0"/>
                  </a:lnTo>
                  <a:lnTo>
                    <a:pt x="1758737" y="4304"/>
                  </a:lnTo>
                  <a:lnTo>
                    <a:pt x="1776174" y="16049"/>
                  </a:lnTo>
                  <a:lnTo>
                    <a:pt x="1787919" y="33486"/>
                  </a:lnTo>
                  <a:lnTo>
                    <a:pt x="1792224" y="54863"/>
                  </a:lnTo>
                  <a:lnTo>
                    <a:pt x="1792224" y="493775"/>
                  </a:lnTo>
                  <a:lnTo>
                    <a:pt x="1787919" y="515153"/>
                  </a:lnTo>
                  <a:lnTo>
                    <a:pt x="1776174" y="532590"/>
                  </a:lnTo>
                  <a:lnTo>
                    <a:pt x="1758737" y="544335"/>
                  </a:lnTo>
                  <a:lnTo>
                    <a:pt x="1737359" y="548639"/>
                  </a:lnTo>
                  <a:lnTo>
                    <a:pt x="54863" y="548639"/>
                  </a:lnTo>
                  <a:lnTo>
                    <a:pt x="33486" y="544335"/>
                  </a:lnTo>
                  <a:lnTo>
                    <a:pt x="16049" y="532590"/>
                  </a:lnTo>
                  <a:lnTo>
                    <a:pt x="4304" y="515153"/>
                  </a:lnTo>
                  <a:lnTo>
                    <a:pt x="0" y="493775"/>
                  </a:lnTo>
                  <a:lnTo>
                    <a:pt x="0" y="5486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484111" y="3494913"/>
            <a:ext cx="447675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58976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22566" y="196850"/>
          <a:ext cx="3613784" cy="2826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45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0459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045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873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380"/>
                        </a:lnSpc>
                      </a:pPr>
                      <a:r>
                        <a:rPr sz="2000" b="1" spc="-5" dirty="0">
                          <a:latin typeface="Gothic Uralic"/>
                          <a:cs typeface="Gothic Uralic"/>
                        </a:rPr>
                        <a:t>Process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6230" marR="203835" indent="-106680">
                        <a:lnSpc>
                          <a:spcPts val="2350"/>
                        </a:lnSpc>
                        <a:spcBef>
                          <a:spcPts val="700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Arr</a:t>
                      </a:r>
                      <a:r>
                        <a:rPr sz="2000" b="1" spc="-10" dirty="0">
                          <a:latin typeface="Gothic Uralic"/>
                          <a:cs typeface="Gothic Uralic"/>
                        </a:rPr>
                        <a:t>i</a:t>
                      </a:r>
                      <a:r>
                        <a:rPr sz="2000" b="1" spc="-5" dirty="0">
                          <a:latin typeface="Gothic Uralic"/>
                          <a:cs typeface="Gothic Uralic"/>
                        </a:rPr>
                        <a:t>val  </a:t>
                      </a:r>
                      <a:r>
                        <a:rPr sz="20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6230" marR="309880" indent="1270">
                        <a:lnSpc>
                          <a:spcPts val="2350"/>
                        </a:lnSpc>
                        <a:spcBef>
                          <a:spcPts val="700"/>
                        </a:spcBef>
                      </a:pPr>
                      <a:r>
                        <a:rPr sz="2000" b="1" spc="-5" dirty="0">
                          <a:latin typeface="Gothic Uralic"/>
                          <a:cs typeface="Gothic Uralic"/>
                        </a:rPr>
                        <a:t>Bur</a:t>
                      </a:r>
                      <a:r>
                        <a:rPr sz="2000" b="1" spc="-15" dirty="0">
                          <a:latin typeface="Gothic Uralic"/>
                          <a:cs typeface="Gothic Uralic"/>
                        </a:rPr>
                        <a:t>s</a:t>
                      </a:r>
                      <a:r>
                        <a:rPr sz="2000" b="1" dirty="0">
                          <a:latin typeface="Gothic Uralic"/>
                          <a:cs typeface="Gothic Uralic"/>
                        </a:rPr>
                        <a:t>t  Time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9729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spc="5" dirty="0">
                          <a:latin typeface="Gothic Uralic"/>
                          <a:cs typeface="Gothic Uralic"/>
                        </a:rPr>
                        <a:t>P1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8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spc="5" dirty="0">
                          <a:latin typeface="Gothic Uralic"/>
                          <a:cs typeface="Gothic Uralic"/>
                        </a:rPr>
                        <a:t>P2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9729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P3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9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9602"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P4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75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7016495" y="658368"/>
            <a:ext cx="3531235" cy="963294"/>
            <a:chOff x="7016495" y="658368"/>
            <a:chExt cx="3531235" cy="963294"/>
          </a:xfrm>
        </p:grpSpPr>
        <p:sp>
          <p:nvSpPr>
            <p:cNvPr id="4" name="object 4"/>
            <p:cNvSpPr/>
            <p:nvPr/>
          </p:nvSpPr>
          <p:spPr>
            <a:xfrm>
              <a:off x="7026401" y="668274"/>
              <a:ext cx="3511550" cy="943610"/>
            </a:xfrm>
            <a:custGeom>
              <a:avLst/>
              <a:gdLst/>
              <a:ahLst/>
              <a:cxnLst/>
              <a:rect l="l" t="t" r="r" b="b"/>
              <a:pathLst>
                <a:path w="3511550" h="943610">
                  <a:moveTo>
                    <a:pt x="2946400" y="0"/>
                  </a:moveTo>
                  <a:lnTo>
                    <a:pt x="564896" y="0"/>
                  </a:lnTo>
                  <a:lnTo>
                    <a:pt x="513470" y="1927"/>
                  </a:lnTo>
                  <a:lnTo>
                    <a:pt x="463340" y="7600"/>
                  </a:lnTo>
                  <a:lnTo>
                    <a:pt x="414704" y="16850"/>
                  </a:lnTo>
                  <a:lnTo>
                    <a:pt x="367763" y="29512"/>
                  </a:lnTo>
                  <a:lnTo>
                    <a:pt x="322714" y="45418"/>
                  </a:lnTo>
                  <a:lnTo>
                    <a:pt x="279757" y="64403"/>
                  </a:lnTo>
                  <a:lnTo>
                    <a:pt x="239092" y="86299"/>
                  </a:lnTo>
                  <a:lnTo>
                    <a:pt x="200917" y="110940"/>
                  </a:lnTo>
                  <a:lnTo>
                    <a:pt x="165433" y="138160"/>
                  </a:lnTo>
                  <a:lnTo>
                    <a:pt x="132838" y="167791"/>
                  </a:lnTo>
                  <a:lnTo>
                    <a:pt x="103331" y="199668"/>
                  </a:lnTo>
                  <a:lnTo>
                    <a:pt x="77112" y="233623"/>
                  </a:lnTo>
                  <a:lnTo>
                    <a:pt x="54380" y="269490"/>
                  </a:lnTo>
                  <a:lnTo>
                    <a:pt x="35334" y="307103"/>
                  </a:lnTo>
                  <a:lnTo>
                    <a:pt x="20174" y="346295"/>
                  </a:lnTo>
                  <a:lnTo>
                    <a:pt x="9099" y="386899"/>
                  </a:lnTo>
                  <a:lnTo>
                    <a:pt x="2308" y="428749"/>
                  </a:lnTo>
                  <a:lnTo>
                    <a:pt x="0" y="471677"/>
                  </a:lnTo>
                  <a:lnTo>
                    <a:pt x="2308" y="514606"/>
                  </a:lnTo>
                  <a:lnTo>
                    <a:pt x="9099" y="556456"/>
                  </a:lnTo>
                  <a:lnTo>
                    <a:pt x="20174" y="597060"/>
                  </a:lnTo>
                  <a:lnTo>
                    <a:pt x="35334" y="636252"/>
                  </a:lnTo>
                  <a:lnTo>
                    <a:pt x="54380" y="673865"/>
                  </a:lnTo>
                  <a:lnTo>
                    <a:pt x="77112" y="709732"/>
                  </a:lnTo>
                  <a:lnTo>
                    <a:pt x="103331" y="743687"/>
                  </a:lnTo>
                  <a:lnTo>
                    <a:pt x="132838" y="775564"/>
                  </a:lnTo>
                  <a:lnTo>
                    <a:pt x="165433" y="805195"/>
                  </a:lnTo>
                  <a:lnTo>
                    <a:pt x="200917" y="832415"/>
                  </a:lnTo>
                  <a:lnTo>
                    <a:pt x="239092" y="857056"/>
                  </a:lnTo>
                  <a:lnTo>
                    <a:pt x="279757" y="878952"/>
                  </a:lnTo>
                  <a:lnTo>
                    <a:pt x="322714" y="897937"/>
                  </a:lnTo>
                  <a:lnTo>
                    <a:pt x="367763" y="913843"/>
                  </a:lnTo>
                  <a:lnTo>
                    <a:pt x="414704" y="926505"/>
                  </a:lnTo>
                  <a:lnTo>
                    <a:pt x="463340" y="935755"/>
                  </a:lnTo>
                  <a:lnTo>
                    <a:pt x="513470" y="941428"/>
                  </a:lnTo>
                  <a:lnTo>
                    <a:pt x="564896" y="943355"/>
                  </a:lnTo>
                  <a:lnTo>
                    <a:pt x="2946400" y="943355"/>
                  </a:lnTo>
                  <a:lnTo>
                    <a:pt x="2997825" y="941428"/>
                  </a:lnTo>
                  <a:lnTo>
                    <a:pt x="3047955" y="935755"/>
                  </a:lnTo>
                  <a:lnTo>
                    <a:pt x="3096591" y="926505"/>
                  </a:lnTo>
                  <a:lnTo>
                    <a:pt x="3143532" y="913843"/>
                  </a:lnTo>
                  <a:lnTo>
                    <a:pt x="3188581" y="897937"/>
                  </a:lnTo>
                  <a:lnTo>
                    <a:pt x="3231538" y="878952"/>
                  </a:lnTo>
                  <a:lnTo>
                    <a:pt x="3272203" y="857056"/>
                  </a:lnTo>
                  <a:lnTo>
                    <a:pt x="3310378" y="832415"/>
                  </a:lnTo>
                  <a:lnTo>
                    <a:pt x="3345862" y="805195"/>
                  </a:lnTo>
                  <a:lnTo>
                    <a:pt x="3378457" y="775564"/>
                  </a:lnTo>
                  <a:lnTo>
                    <a:pt x="3407964" y="743687"/>
                  </a:lnTo>
                  <a:lnTo>
                    <a:pt x="3434183" y="709732"/>
                  </a:lnTo>
                  <a:lnTo>
                    <a:pt x="3456915" y="673865"/>
                  </a:lnTo>
                  <a:lnTo>
                    <a:pt x="3475961" y="636252"/>
                  </a:lnTo>
                  <a:lnTo>
                    <a:pt x="3491121" y="597060"/>
                  </a:lnTo>
                  <a:lnTo>
                    <a:pt x="3502196" y="556456"/>
                  </a:lnTo>
                  <a:lnTo>
                    <a:pt x="3508987" y="514606"/>
                  </a:lnTo>
                  <a:lnTo>
                    <a:pt x="3511296" y="471677"/>
                  </a:lnTo>
                  <a:lnTo>
                    <a:pt x="3508987" y="428749"/>
                  </a:lnTo>
                  <a:lnTo>
                    <a:pt x="3502196" y="386899"/>
                  </a:lnTo>
                  <a:lnTo>
                    <a:pt x="3491121" y="346295"/>
                  </a:lnTo>
                  <a:lnTo>
                    <a:pt x="3475961" y="307103"/>
                  </a:lnTo>
                  <a:lnTo>
                    <a:pt x="3456915" y="269490"/>
                  </a:lnTo>
                  <a:lnTo>
                    <a:pt x="3434183" y="233623"/>
                  </a:lnTo>
                  <a:lnTo>
                    <a:pt x="3407964" y="199668"/>
                  </a:lnTo>
                  <a:lnTo>
                    <a:pt x="3378457" y="167791"/>
                  </a:lnTo>
                  <a:lnTo>
                    <a:pt x="3345862" y="138160"/>
                  </a:lnTo>
                  <a:lnTo>
                    <a:pt x="3310378" y="110940"/>
                  </a:lnTo>
                  <a:lnTo>
                    <a:pt x="3272203" y="86299"/>
                  </a:lnTo>
                  <a:lnTo>
                    <a:pt x="3231538" y="64403"/>
                  </a:lnTo>
                  <a:lnTo>
                    <a:pt x="3188581" y="45418"/>
                  </a:lnTo>
                  <a:lnTo>
                    <a:pt x="3143532" y="29512"/>
                  </a:lnTo>
                  <a:lnTo>
                    <a:pt x="3096591" y="16850"/>
                  </a:lnTo>
                  <a:lnTo>
                    <a:pt x="3047955" y="7600"/>
                  </a:lnTo>
                  <a:lnTo>
                    <a:pt x="2997825" y="1927"/>
                  </a:lnTo>
                  <a:lnTo>
                    <a:pt x="2946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26401" y="668274"/>
              <a:ext cx="3511550" cy="943610"/>
            </a:xfrm>
            <a:custGeom>
              <a:avLst/>
              <a:gdLst/>
              <a:ahLst/>
              <a:cxnLst/>
              <a:rect l="l" t="t" r="r" b="b"/>
              <a:pathLst>
                <a:path w="3511550" h="943610">
                  <a:moveTo>
                    <a:pt x="564896" y="0"/>
                  </a:moveTo>
                  <a:lnTo>
                    <a:pt x="2946400" y="0"/>
                  </a:lnTo>
                  <a:lnTo>
                    <a:pt x="2997825" y="1927"/>
                  </a:lnTo>
                  <a:lnTo>
                    <a:pt x="3047955" y="7600"/>
                  </a:lnTo>
                  <a:lnTo>
                    <a:pt x="3096591" y="16850"/>
                  </a:lnTo>
                  <a:lnTo>
                    <a:pt x="3143532" y="29512"/>
                  </a:lnTo>
                  <a:lnTo>
                    <a:pt x="3188581" y="45418"/>
                  </a:lnTo>
                  <a:lnTo>
                    <a:pt x="3231538" y="64403"/>
                  </a:lnTo>
                  <a:lnTo>
                    <a:pt x="3272203" y="86299"/>
                  </a:lnTo>
                  <a:lnTo>
                    <a:pt x="3310378" y="110940"/>
                  </a:lnTo>
                  <a:lnTo>
                    <a:pt x="3345862" y="138160"/>
                  </a:lnTo>
                  <a:lnTo>
                    <a:pt x="3378457" y="167791"/>
                  </a:lnTo>
                  <a:lnTo>
                    <a:pt x="3407964" y="199668"/>
                  </a:lnTo>
                  <a:lnTo>
                    <a:pt x="3434183" y="233623"/>
                  </a:lnTo>
                  <a:lnTo>
                    <a:pt x="3456915" y="269490"/>
                  </a:lnTo>
                  <a:lnTo>
                    <a:pt x="3475961" y="307103"/>
                  </a:lnTo>
                  <a:lnTo>
                    <a:pt x="3491121" y="346295"/>
                  </a:lnTo>
                  <a:lnTo>
                    <a:pt x="3502196" y="386899"/>
                  </a:lnTo>
                  <a:lnTo>
                    <a:pt x="3508987" y="428749"/>
                  </a:lnTo>
                  <a:lnTo>
                    <a:pt x="3511296" y="471677"/>
                  </a:lnTo>
                  <a:lnTo>
                    <a:pt x="3508987" y="514606"/>
                  </a:lnTo>
                  <a:lnTo>
                    <a:pt x="3502196" y="556456"/>
                  </a:lnTo>
                  <a:lnTo>
                    <a:pt x="3491121" y="597060"/>
                  </a:lnTo>
                  <a:lnTo>
                    <a:pt x="3475961" y="636252"/>
                  </a:lnTo>
                  <a:lnTo>
                    <a:pt x="3456915" y="673865"/>
                  </a:lnTo>
                  <a:lnTo>
                    <a:pt x="3434183" y="709732"/>
                  </a:lnTo>
                  <a:lnTo>
                    <a:pt x="3407964" y="743687"/>
                  </a:lnTo>
                  <a:lnTo>
                    <a:pt x="3378457" y="775564"/>
                  </a:lnTo>
                  <a:lnTo>
                    <a:pt x="3345862" y="805195"/>
                  </a:lnTo>
                  <a:lnTo>
                    <a:pt x="3310378" y="832415"/>
                  </a:lnTo>
                  <a:lnTo>
                    <a:pt x="3272203" y="857056"/>
                  </a:lnTo>
                  <a:lnTo>
                    <a:pt x="3231538" y="878952"/>
                  </a:lnTo>
                  <a:lnTo>
                    <a:pt x="3188581" y="897937"/>
                  </a:lnTo>
                  <a:lnTo>
                    <a:pt x="3143532" y="913843"/>
                  </a:lnTo>
                  <a:lnTo>
                    <a:pt x="3096591" y="926505"/>
                  </a:lnTo>
                  <a:lnTo>
                    <a:pt x="3047955" y="935755"/>
                  </a:lnTo>
                  <a:lnTo>
                    <a:pt x="2997825" y="941428"/>
                  </a:lnTo>
                  <a:lnTo>
                    <a:pt x="2946400" y="943355"/>
                  </a:lnTo>
                  <a:lnTo>
                    <a:pt x="564896" y="943355"/>
                  </a:lnTo>
                  <a:lnTo>
                    <a:pt x="513470" y="941428"/>
                  </a:lnTo>
                  <a:lnTo>
                    <a:pt x="463340" y="935755"/>
                  </a:lnTo>
                  <a:lnTo>
                    <a:pt x="414704" y="926505"/>
                  </a:lnTo>
                  <a:lnTo>
                    <a:pt x="367763" y="913843"/>
                  </a:lnTo>
                  <a:lnTo>
                    <a:pt x="322714" y="897937"/>
                  </a:lnTo>
                  <a:lnTo>
                    <a:pt x="279757" y="878952"/>
                  </a:lnTo>
                  <a:lnTo>
                    <a:pt x="239092" y="857056"/>
                  </a:lnTo>
                  <a:lnTo>
                    <a:pt x="200917" y="832415"/>
                  </a:lnTo>
                  <a:lnTo>
                    <a:pt x="165433" y="805195"/>
                  </a:lnTo>
                  <a:lnTo>
                    <a:pt x="132838" y="775564"/>
                  </a:lnTo>
                  <a:lnTo>
                    <a:pt x="103331" y="743687"/>
                  </a:lnTo>
                  <a:lnTo>
                    <a:pt x="77112" y="709732"/>
                  </a:lnTo>
                  <a:lnTo>
                    <a:pt x="54380" y="673865"/>
                  </a:lnTo>
                  <a:lnTo>
                    <a:pt x="35334" y="636252"/>
                  </a:lnTo>
                  <a:lnTo>
                    <a:pt x="20174" y="597060"/>
                  </a:lnTo>
                  <a:lnTo>
                    <a:pt x="9099" y="556456"/>
                  </a:lnTo>
                  <a:lnTo>
                    <a:pt x="2308" y="514606"/>
                  </a:lnTo>
                  <a:lnTo>
                    <a:pt x="0" y="471677"/>
                  </a:lnTo>
                  <a:lnTo>
                    <a:pt x="2308" y="428749"/>
                  </a:lnTo>
                  <a:lnTo>
                    <a:pt x="9099" y="386899"/>
                  </a:lnTo>
                  <a:lnTo>
                    <a:pt x="20174" y="346295"/>
                  </a:lnTo>
                  <a:lnTo>
                    <a:pt x="35334" y="307103"/>
                  </a:lnTo>
                  <a:lnTo>
                    <a:pt x="54380" y="269490"/>
                  </a:lnTo>
                  <a:lnTo>
                    <a:pt x="77112" y="233623"/>
                  </a:lnTo>
                  <a:lnTo>
                    <a:pt x="103331" y="199668"/>
                  </a:lnTo>
                  <a:lnTo>
                    <a:pt x="132838" y="167791"/>
                  </a:lnTo>
                  <a:lnTo>
                    <a:pt x="165433" y="138160"/>
                  </a:lnTo>
                  <a:lnTo>
                    <a:pt x="200917" y="110940"/>
                  </a:lnTo>
                  <a:lnTo>
                    <a:pt x="239092" y="86299"/>
                  </a:lnTo>
                  <a:lnTo>
                    <a:pt x="279757" y="64403"/>
                  </a:lnTo>
                  <a:lnTo>
                    <a:pt x="322714" y="45418"/>
                  </a:lnTo>
                  <a:lnTo>
                    <a:pt x="367763" y="29512"/>
                  </a:lnTo>
                  <a:lnTo>
                    <a:pt x="414704" y="16850"/>
                  </a:lnTo>
                  <a:lnTo>
                    <a:pt x="463340" y="7600"/>
                  </a:lnTo>
                  <a:lnTo>
                    <a:pt x="513470" y="1927"/>
                  </a:lnTo>
                  <a:lnTo>
                    <a:pt x="564896" y="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241030" y="302463"/>
            <a:ext cx="1562100" cy="10267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AF50"/>
                </a:solidFill>
                <a:latin typeface="Gothic Uralic"/>
                <a:cs typeface="Gothic Uralic"/>
              </a:rPr>
              <a:t>Ready</a:t>
            </a:r>
            <a:r>
              <a:rPr sz="1800" b="1" spc="-70" dirty="0">
                <a:solidFill>
                  <a:srgbClr val="00AF50"/>
                </a:solidFill>
                <a:latin typeface="Gothic Uralic"/>
                <a:cs typeface="Gothic Uralic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Gothic Uralic"/>
                <a:cs typeface="Gothic Uralic"/>
              </a:rPr>
              <a:t>Queue</a:t>
            </a:r>
            <a:endParaRPr sz="1800">
              <a:latin typeface="Gothic Uralic"/>
              <a:cs typeface="Gothic Uralic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Gothic Uralic"/>
              <a:cs typeface="Gothic Uralic"/>
            </a:endParaRPr>
          </a:p>
          <a:p>
            <a:pPr marL="454659">
              <a:lnSpc>
                <a:spcPct val="100000"/>
              </a:lnSpc>
            </a:pPr>
            <a:r>
              <a:rPr sz="2400" b="1" spc="-5" dirty="0">
                <a:latin typeface="Gothic Uralic"/>
                <a:cs typeface="Gothic Uralic"/>
              </a:rPr>
              <a:t>P4</a:t>
            </a:r>
            <a:endParaRPr sz="24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44467" y="3794759"/>
            <a:ext cx="454659" cy="650875"/>
          </a:xfrm>
          <a:custGeom>
            <a:avLst/>
            <a:gdLst/>
            <a:ahLst/>
            <a:cxnLst/>
            <a:rect l="l" t="t" r="r" b="b"/>
            <a:pathLst>
              <a:path w="454660" h="650875">
                <a:moveTo>
                  <a:pt x="408686" y="0"/>
                </a:moveTo>
                <a:lnTo>
                  <a:pt x="45466" y="0"/>
                </a:lnTo>
                <a:lnTo>
                  <a:pt x="27753" y="3567"/>
                </a:lnTo>
                <a:lnTo>
                  <a:pt x="13303" y="13303"/>
                </a:lnTo>
                <a:lnTo>
                  <a:pt x="3567" y="27753"/>
                </a:lnTo>
                <a:lnTo>
                  <a:pt x="0" y="45465"/>
                </a:lnTo>
                <a:lnTo>
                  <a:pt x="0" y="605282"/>
                </a:lnTo>
                <a:lnTo>
                  <a:pt x="3567" y="622994"/>
                </a:lnTo>
                <a:lnTo>
                  <a:pt x="13303" y="637444"/>
                </a:lnTo>
                <a:lnTo>
                  <a:pt x="27753" y="647180"/>
                </a:lnTo>
                <a:lnTo>
                  <a:pt x="45466" y="650747"/>
                </a:lnTo>
                <a:lnTo>
                  <a:pt x="408686" y="650747"/>
                </a:lnTo>
                <a:lnTo>
                  <a:pt x="426398" y="647180"/>
                </a:lnTo>
                <a:lnTo>
                  <a:pt x="440848" y="637444"/>
                </a:lnTo>
                <a:lnTo>
                  <a:pt x="450584" y="622994"/>
                </a:lnTo>
                <a:lnTo>
                  <a:pt x="454152" y="605282"/>
                </a:lnTo>
                <a:lnTo>
                  <a:pt x="454152" y="45465"/>
                </a:lnTo>
                <a:lnTo>
                  <a:pt x="450584" y="27753"/>
                </a:lnTo>
                <a:lnTo>
                  <a:pt x="440848" y="13303"/>
                </a:lnTo>
                <a:lnTo>
                  <a:pt x="426398" y="3567"/>
                </a:lnTo>
                <a:lnTo>
                  <a:pt x="40868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56990" y="395516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8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29383" y="3794759"/>
            <a:ext cx="454659" cy="650875"/>
          </a:xfrm>
          <a:custGeom>
            <a:avLst/>
            <a:gdLst/>
            <a:ahLst/>
            <a:cxnLst/>
            <a:rect l="l" t="t" r="r" b="b"/>
            <a:pathLst>
              <a:path w="454660" h="650875">
                <a:moveTo>
                  <a:pt x="408686" y="0"/>
                </a:moveTo>
                <a:lnTo>
                  <a:pt x="45466" y="0"/>
                </a:lnTo>
                <a:lnTo>
                  <a:pt x="27753" y="3567"/>
                </a:lnTo>
                <a:lnTo>
                  <a:pt x="13303" y="13303"/>
                </a:lnTo>
                <a:lnTo>
                  <a:pt x="3567" y="27753"/>
                </a:lnTo>
                <a:lnTo>
                  <a:pt x="0" y="45465"/>
                </a:lnTo>
                <a:lnTo>
                  <a:pt x="0" y="605282"/>
                </a:lnTo>
                <a:lnTo>
                  <a:pt x="3567" y="622994"/>
                </a:lnTo>
                <a:lnTo>
                  <a:pt x="13303" y="637444"/>
                </a:lnTo>
                <a:lnTo>
                  <a:pt x="27753" y="647180"/>
                </a:lnTo>
                <a:lnTo>
                  <a:pt x="45466" y="650747"/>
                </a:lnTo>
                <a:lnTo>
                  <a:pt x="408686" y="650747"/>
                </a:lnTo>
                <a:lnTo>
                  <a:pt x="426398" y="647180"/>
                </a:lnTo>
                <a:lnTo>
                  <a:pt x="440848" y="637444"/>
                </a:lnTo>
                <a:lnTo>
                  <a:pt x="450584" y="622994"/>
                </a:lnTo>
                <a:lnTo>
                  <a:pt x="454152" y="605282"/>
                </a:lnTo>
                <a:lnTo>
                  <a:pt x="454152" y="45465"/>
                </a:lnTo>
                <a:lnTo>
                  <a:pt x="450584" y="27753"/>
                </a:lnTo>
                <a:lnTo>
                  <a:pt x="440848" y="13303"/>
                </a:lnTo>
                <a:lnTo>
                  <a:pt x="426398" y="3567"/>
                </a:lnTo>
                <a:lnTo>
                  <a:pt x="40868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41017" y="395516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0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147061" y="3475990"/>
            <a:ext cx="1811020" cy="568960"/>
            <a:chOff x="2147061" y="3475990"/>
            <a:chExt cx="1811020" cy="568960"/>
          </a:xfrm>
        </p:grpSpPr>
        <p:sp>
          <p:nvSpPr>
            <p:cNvPr id="12" name="object 12"/>
            <p:cNvSpPr/>
            <p:nvPr/>
          </p:nvSpPr>
          <p:spPr>
            <a:xfrm>
              <a:off x="2157221" y="3486150"/>
              <a:ext cx="1790700" cy="548640"/>
            </a:xfrm>
            <a:custGeom>
              <a:avLst/>
              <a:gdLst/>
              <a:ahLst/>
              <a:cxnLst/>
              <a:rect l="l" t="t" r="r" b="b"/>
              <a:pathLst>
                <a:path w="1790700" h="548639">
                  <a:moveTo>
                    <a:pt x="173583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93775"/>
                  </a:lnTo>
                  <a:lnTo>
                    <a:pt x="4304" y="515153"/>
                  </a:lnTo>
                  <a:lnTo>
                    <a:pt x="16049" y="532590"/>
                  </a:lnTo>
                  <a:lnTo>
                    <a:pt x="33486" y="544335"/>
                  </a:lnTo>
                  <a:lnTo>
                    <a:pt x="54863" y="548639"/>
                  </a:lnTo>
                  <a:lnTo>
                    <a:pt x="1735836" y="548639"/>
                  </a:lnTo>
                  <a:lnTo>
                    <a:pt x="1757213" y="544335"/>
                  </a:lnTo>
                  <a:lnTo>
                    <a:pt x="1774650" y="532590"/>
                  </a:lnTo>
                  <a:lnTo>
                    <a:pt x="1786395" y="515153"/>
                  </a:lnTo>
                  <a:lnTo>
                    <a:pt x="1790700" y="493775"/>
                  </a:lnTo>
                  <a:lnTo>
                    <a:pt x="1790700" y="54863"/>
                  </a:lnTo>
                  <a:lnTo>
                    <a:pt x="1786395" y="33486"/>
                  </a:lnTo>
                  <a:lnTo>
                    <a:pt x="1774650" y="16049"/>
                  </a:lnTo>
                  <a:lnTo>
                    <a:pt x="1757213" y="4304"/>
                  </a:lnTo>
                  <a:lnTo>
                    <a:pt x="173583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57221" y="3486150"/>
              <a:ext cx="1790700" cy="548640"/>
            </a:xfrm>
            <a:custGeom>
              <a:avLst/>
              <a:gdLst/>
              <a:ahLst/>
              <a:cxnLst/>
              <a:rect l="l" t="t" r="r" b="b"/>
              <a:pathLst>
                <a:path w="1790700" h="54863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735836" y="0"/>
                  </a:lnTo>
                  <a:lnTo>
                    <a:pt x="1757213" y="4304"/>
                  </a:lnTo>
                  <a:lnTo>
                    <a:pt x="1774650" y="16049"/>
                  </a:lnTo>
                  <a:lnTo>
                    <a:pt x="1786395" y="33486"/>
                  </a:lnTo>
                  <a:lnTo>
                    <a:pt x="1790700" y="54863"/>
                  </a:lnTo>
                  <a:lnTo>
                    <a:pt x="1790700" y="493775"/>
                  </a:lnTo>
                  <a:lnTo>
                    <a:pt x="1786395" y="515153"/>
                  </a:lnTo>
                  <a:lnTo>
                    <a:pt x="1774650" y="532590"/>
                  </a:lnTo>
                  <a:lnTo>
                    <a:pt x="1757213" y="544335"/>
                  </a:lnTo>
                  <a:lnTo>
                    <a:pt x="1735836" y="548639"/>
                  </a:lnTo>
                  <a:lnTo>
                    <a:pt x="54863" y="548639"/>
                  </a:lnTo>
                  <a:lnTo>
                    <a:pt x="33486" y="544335"/>
                  </a:lnTo>
                  <a:lnTo>
                    <a:pt x="16049" y="532590"/>
                  </a:lnTo>
                  <a:lnTo>
                    <a:pt x="4304" y="515153"/>
                  </a:lnTo>
                  <a:lnTo>
                    <a:pt x="0" y="493775"/>
                  </a:lnTo>
                  <a:lnTo>
                    <a:pt x="0" y="5486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828035" y="3494913"/>
            <a:ext cx="447675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71744" y="3794759"/>
            <a:ext cx="455930" cy="650875"/>
          </a:xfrm>
          <a:custGeom>
            <a:avLst/>
            <a:gdLst/>
            <a:ahLst/>
            <a:cxnLst/>
            <a:rect l="l" t="t" r="r" b="b"/>
            <a:pathLst>
              <a:path w="455929" h="650875">
                <a:moveTo>
                  <a:pt x="410082" y="0"/>
                </a:moveTo>
                <a:lnTo>
                  <a:pt x="45592" y="0"/>
                </a:lnTo>
                <a:lnTo>
                  <a:pt x="27860" y="3587"/>
                </a:lnTo>
                <a:lnTo>
                  <a:pt x="13366" y="13366"/>
                </a:lnTo>
                <a:lnTo>
                  <a:pt x="3587" y="27860"/>
                </a:lnTo>
                <a:lnTo>
                  <a:pt x="0" y="45592"/>
                </a:lnTo>
                <a:lnTo>
                  <a:pt x="0" y="605154"/>
                </a:lnTo>
                <a:lnTo>
                  <a:pt x="3587" y="622887"/>
                </a:lnTo>
                <a:lnTo>
                  <a:pt x="13366" y="637381"/>
                </a:lnTo>
                <a:lnTo>
                  <a:pt x="27860" y="647160"/>
                </a:lnTo>
                <a:lnTo>
                  <a:pt x="45592" y="650747"/>
                </a:lnTo>
                <a:lnTo>
                  <a:pt x="410082" y="650747"/>
                </a:lnTo>
                <a:lnTo>
                  <a:pt x="427815" y="647160"/>
                </a:lnTo>
                <a:lnTo>
                  <a:pt x="442309" y="637381"/>
                </a:lnTo>
                <a:lnTo>
                  <a:pt x="452088" y="622887"/>
                </a:lnTo>
                <a:lnTo>
                  <a:pt x="455675" y="605154"/>
                </a:lnTo>
                <a:lnTo>
                  <a:pt x="455675" y="45592"/>
                </a:lnTo>
                <a:lnTo>
                  <a:pt x="452088" y="27860"/>
                </a:lnTo>
                <a:lnTo>
                  <a:pt x="442309" y="13366"/>
                </a:lnTo>
                <a:lnTo>
                  <a:pt x="427815" y="3587"/>
                </a:lnTo>
                <a:lnTo>
                  <a:pt x="410082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580379" y="3957650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latin typeface="Verdana"/>
                <a:cs typeface="Verdana"/>
              </a:rPr>
              <a:t>12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974338" y="3475990"/>
            <a:ext cx="1812925" cy="568960"/>
            <a:chOff x="3974338" y="3475990"/>
            <a:chExt cx="1812925" cy="568960"/>
          </a:xfrm>
        </p:grpSpPr>
        <p:sp>
          <p:nvSpPr>
            <p:cNvPr id="18" name="object 18"/>
            <p:cNvSpPr/>
            <p:nvPr/>
          </p:nvSpPr>
          <p:spPr>
            <a:xfrm>
              <a:off x="3984498" y="3486150"/>
              <a:ext cx="1792605" cy="548640"/>
            </a:xfrm>
            <a:custGeom>
              <a:avLst/>
              <a:gdLst/>
              <a:ahLst/>
              <a:cxnLst/>
              <a:rect l="l" t="t" r="r" b="b"/>
              <a:pathLst>
                <a:path w="1792604" h="548639">
                  <a:moveTo>
                    <a:pt x="1737360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93775"/>
                  </a:lnTo>
                  <a:lnTo>
                    <a:pt x="4304" y="515153"/>
                  </a:lnTo>
                  <a:lnTo>
                    <a:pt x="16049" y="532590"/>
                  </a:lnTo>
                  <a:lnTo>
                    <a:pt x="33486" y="544335"/>
                  </a:lnTo>
                  <a:lnTo>
                    <a:pt x="54863" y="548639"/>
                  </a:lnTo>
                  <a:lnTo>
                    <a:pt x="1737360" y="548639"/>
                  </a:lnTo>
                  <a:lnTo>
                    <a:pt x="1758737" y="544335"/>
                  </a:lnTo>
                  <a:lnTo>
                    <a:pt x="1776174" y="532590"/>
                  </a:lnTo>
                  <a:lnTo>
                    <a:pt x="1787919" y="515153"/>
                  </a:lnTo>
                  <a:lnTo>
                    <a:pt x="1792224" y="493775"/>
                  </a:lnTo>
                  <a:lnTo>
                    <a:pt x="1792224" y="54863"/>
                  </a:lnTo>
                  <a:lnTo>
                    <a:pt x="1787919" y="33486"/>
                  </a:lnTo>
                  <a:lnTo>
                    <a:pt x="1776174" y="16049"/>
                  </a:lnTo>
                  <a:lnTo>
                    <a:pt x="1758737" y="4304"/>
                  </a:lnTo>
                  <a:lnTo>
                    <a:pt x="173736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84498" y="3486150"/>
              <a:ext cx="1792605" cy="548640"/>
            </a:xfrm>
            <a:custGeom>
              <a:avLst/>
              <a:gdLst/>
              <a:ahLst/>
              <a:cxnLst/>
              <a:rect l="l" t="t" r="r" b="b"/>
              <a:pathLst>
                <a:path w="1792604" h="54863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737360" y="0"/>
                  </a:lnTo>
                  <a:lnTo>
                    <a:pt x="1758737" y="4304"/>
                  </a:lnTo>
                  <a:lnTo>
                    <a:pt x="1776174" y="16049"/>
                  </a:lnTo>
                  <a:lnTo>
                    <a:pt x="1787919" y="33486"/>
                  </a:lnTo>
                  <a:lnTo>
                    <a:pt x="1792224" y="54863"/>
                  </a:lnTo>
                  <a:lnTo>
                    <a:pt x="1792224" y="493775"/>
                  </a:lnTo>
                  <a:lnTo>
                    <a:pt x="1787919" y="515153"/>
                  </a:lnTo>
                  <a:lnTo>
                    <a:pt x="1776174" y="532590"/>
                  </a:lnTo>
                  <a:lnTo>
                    <a:pt x="1758737" y="544335"/>
                  </a:lnTo>
                  <a:lnTo>
                    <a:pt x="1737360" y="548639"/>
                  </a:lnTo>
                  <a:lnTo>
                    <a:pt x="54863" y="548639"/>
                  </a:lnTo>
                  <a:lnTo>
                    <a:pt x="33486" y="544335"/>
                  </a:lnTo>
                  <a:lnTo>
                    <a:pt x="16049" y="532590"/>
                  </a:lnTo>
                  <a:lnTo>
                    <a:pt x="4304" y="515153"/>
                  </a:lnTo>
                  <a:lnTo>
                    <a:pt x="0" y="493775"/>
                  </a:lnTo>
                  <a:lnTo>
                    <a:pt x="0" y="5486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655946" y="3494913"/>
            <a:ext cx="448309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400543" y="3794759"/>
            <a:ext cx="454659" cy="650875"/>
          </a:xfrm>
          <a:custGeom>
            <a:avLst/>
            <a:gdLst/>
            <a:ahLst/>
            <a:cxnLst/>
            <a:rect l="l" t="t" r="r" b="b"/>
            <a:pathLst>
              <a:path w="454659" h="650875">
                <a:moveTo>
                  <a:pt x="408685" y="0"/>
                </a:moveTo>
                <a:lnTo>
                  <a:pt x="45465" y="0"/>
                </a:lnTo>
                <a:lnTo>
                  <a:pt x="27753" y="3567"/>
                </a:lnTo>
                <a:lnTo>
                  <a:pt x="13303" y="13303"/>
                </a:lnTo>
                <a:lnTo>
                  <a:pt x="3567" y="27753"/>
                </a:lnTo>
                <a:lnTo>
                  <a:pt x="0" y="45465"/>
                </a:lnTo>
                <a:lnTo>
                  <a:pt x="0" y="605282"/>
                </a:lnTo>
                <a:lnTo>
                  <a:pt x="3567" y="622994"/>
                </a:lnTo>
                <a:lnTo>
                  <a:pt x="13303" y="637444"/>
                </a:lnTo>
                <a:lnTo>
                  <a:pt x="27753" y="647180"/>
                </a:lnTo>
                <a:lnTo>
                  <a:pt x="45465" y="650747"/>
                </a:lnTo>
                <a:lnTo>
                  <a:pt x="408685" y="650747"/>
                </a:lnTo>
                <a:lnTo>
                  <a:pt x="426398" y="647180"/>
                </a:lnTo>
                <a:lnTo>
                  <a:pt x="440848" y="637444"/>
                </a:lnTo>
                <a:lnTo>
                  <a:pt x="450584" y="622994"/>
                </a:lnTo>
                <a:lnTo>
                  <a:pt x="454151" y="605282"/>
                </a:lnTo>
                <a:lnTo>
                  <a:pt x="454151" y="45465"/>
                </a:lnTo>
                <a:lnTo>
                  <a:pt x="450584" y="27753"/>
                </a:lnTo>
                <a:lnTo>
                  <a:pt x="440848" y="13303"/>
                </a:lnTo>
                <a:lnTo>
                  <a:pt x="426398" y="3567"/>
                </a:lnTo>
                <a:lnTo>
                  <a:pt x="40868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611618" y="3957650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latin typeface="Verdana"/>
                <a:cs typeface="Verdana"/>
              </a:rPr>
              <a:t>21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801867" y="3476244"/>
            <a:ext cx="1812289" cy="568960"/>
            <a:chOff x="5801867" y="3476244"/>
            <a:chExt cx="1812289" cy="568960"/>
          </a:xfrm>
        </p:grpSpPr>
        <p:sp>
          <p:nvSpPr>
            <p:cNvPr id="24" name="object 24"/>
            <p:cNvSpPr/>
            <p:nvPr/>
          </p:nvSpPr>
          <p:spPr>
            <a:xfrm>
              <a:off x="5811773" y="3486150"/>
              <a:ext cx="1792605" cy="548640"/>
            </a:xfrm>
            <a:custGeom>
              <a:avLst/>
              <a:gdLst/>
              <a:ahLst/>
              <a:cxnLst/>
              <a:rect l="l" t="t" r="r" b="b"/>
              <a:pathLst>
                <a:path w="1792604" h="548639">
                  <a:moveTo>
                    <a:pt x="1737359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93775"/>
                  </a:lnTo>
                  <a:lnTo>
                    <a:pt x="4304" y="515153"/>
                  </a:lnTo>
                  <a:lnTo>
                    <a:pt x="16049" y="532590"/>
                  </a:lnTo>
                  <a:lnTo>
                    <a:pt x="33486" y="544335"/>
                  </a:lnTo>
                  <a:lnTo>
                    <a:pt x="54863" y="548639"/>
                  </a:lnTo>
                  <a:lnTo>
                    <a:pt x="1737359" y="548639"/>
                  </a:lnTo>
                  <a:lnTo>
                    <a:pt x="1758737" y="544335"/>
                  </a:lnTo>
                  <a:lnTo>
                    <a:pt x="1776174" y="532590"/>
                  </a:lnTo>
                  <a:lnTo>
                    <a:pt x="1787919" y="515153"/>
                  </a:lnTo>
                  <a:lnTo>
                    <a:pt x="1792224" y="493775"/>
                  </a:lnTo>
                  <a:lnTo>
                    <a:pt x="1792224" y="54863"/>
                  </a:lnTo>
                  <a:lnTo>
                    <a:pt x="1787919" y="33486"/>
                  </a:lnTo>
                  <a:lnTo>
                    <a:pt x="1776174" y="16049"/>
                  </a:lnTo>
                  <a:lnTo>
                    <a:pt x="1758737" y="4304"/>
                  </a:lnTo>
                  <a:lnTo>
                    <a:pt x="173735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11773" y="3486150"/>
              <a:ext cx="1792605" cy="548640"/>
            </a:xfrm>
            <a:custGeom>
              <a:avLst/>
              <a:gdLst/>
              <a:ahLst/>
              <a:cxnLst/>
              <a:rect l="l" t="t" r="r" b="b"/>
              <a:pathLst>
                <a:path w="1792604" h="54863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737359" y="0"/>
                  </a:lnTo>
                  <a:lnTo>
                    <a:pt x="1758737" y="4304"/>
                  </a:lnTo>
                  <a:lnTo>
                    <a:pt x="1776174" y="16049"/>
                  </a:lnTo>
                  <a:lnTo>
                    <a:pt x="1787919" y="33486"/>
                  </a:lnTo>
                  <a:lnTo>
                    <a:pt x="1792224" y="54863"/>
                  </a:lnTo>
                  <a:lnTo>
                    <a:pt x="1792224" y="493775"/>
                  </a:lnTo>
                  <a:lnTo>
                    <a:pt x="1787919" y="515153"/>
                  </a:lnTo>
                  <a:lnTo>
                    <a:pt x="1776174" y="532590"/>
                  </a:lnTo>
                  <a:lnTo>
                    <a:pt x="1758737" y="544335"/>
                  </a:lnTo>
                  <a:lnTo>
                    <a:pt x="1737359" y="548639"/>
                  </a:lnTo>
                  <a:lnTo>
                    <a:pt x="54863" y="548639"/>
                  </a:lnTo>
                  <a:lnTo>
                    <a:pt x="33486" y="544335"/>
                  </a:lnTo>
                  <a:lnTo>
                    <a:pt x="16049" y="532590"/>
                  </a:lnTo>
                  <a:lnTo>
                    <a:pt x="4304" y="515153"/>
                  </a:lnTo>
                  <a:lnTo>
                    <a:pt x="0" y="493775"/>
                  </a:lnTo>
                  <a:lnTo>
                    <a:pt x="0" y="5486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484111" y="3494913"/>
            <a:ext cx="447675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794760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22566" y="196850"/>
          <a:ext cx="3613784" cy="28268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45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0459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0459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873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ts val="2380"/>
                        </a:lnSpc>
                      </a:pPr>
                      <a:r>
                        <a:rPr sz="2000" b="1" spc="-5" dirty="0">
                          <a:latin typeface="Gothic Uralic"/>
                          <a:cs typeface="Gothic Uralic"/>
                        </a:rPr>
                        <a:t>Process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6230" marR="203835" indent="-106680">
                        <a:lnSpc>
                          <a:spcPts val="2350"/>
                        </a:lnSpc>
                        <a:spcBef>
                          <a:spcPts val="700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Arr</a:t>
                      </a:r>
                      <a:r>
                        <a:rPr sz="2000" b="1" spc="-10" dirty="0">
                          <a:latin typeface="Gothic Uralic"/>
                          <a:cs typeface="Gothic Uralic"/>
                        </a:rPr>
                        <a:t>i</a:t>
                      </a:r>
                      <a:r>
                        <a:rPr sz="2000" b="1" spc="-5" dirty="0">
                          <a:latin typeface="Gothic Uralic"/>
                          <a:cs typeface="Gothic Uralic"/>
                        </a:rPr>
                        <a:t>val  </a:t>
                      </a:r>
                      <a:r>
                        <a:rPr sz="20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6230" marR="309880" indent="1270">
                        <a:lnSpc>
                          <a:spcPts val="2350"/>
                        </a:lnSpc>
                        <a:spcBef>
                          <a:spcPts val="700"/>
                        </a:spcBef>
                      </a:pPr>
                      <a:r>
                        <a:rPr sz="2000" b="1" spc="-5" dirty="0">
                          <a:latin typeface="Gothic Uralic"/>
                          <a:cs typeface="Gothic Uralic"/>
                        </a:rPr>
                        <a:t>Bur</a:t>
                      </a:r>
                      <a:r>
                        <a:rPr sz="2000" b="1" spc="-15" dirty="0">
                          <a:latin typeface="Gothic Uralic"/>
                          <a:cs typeface="Gothic Uralic"/>
                        </a:rPr>
                        <a:t>s</a:t>
                      </a:r>
                      <a:r>
                        <a:rPr sz="2000" b="1" dirty="0">
                          <a:latin typeface="Gothic Uralic"/>
                          <a:cs typeface="Gothic Uralic"/>
                        </a:rPr>
                        <a:t>t  Time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9729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spc="5" dirty="0">
                          <a:latin typeface="Gothic Uralic"/>
                          <a:cs typeface="Gothic Uralic"/>
                        </a:rPr>
                        <a:t>P1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8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spc="5" dirty="0">
                          <a:latin typeface="Gothic Uralic"/>
                          <a:cs typeface="Gothic Uralic"/>
                        </a:rPr>
                        <a:t>P2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9729"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P3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80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9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9602"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P4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75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  <a:spcBef>
                          <a:spcPts val="509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7016495" y="658368"/>
            <a:ext cx="3531235" cy="963294"/>
            <a:chOff x="7016495" y="658368"/>
            <a:chExt cx="3531235" cy="963294"/>
          </a:xfrm>
        </p:grpSpPr>
        <p:sp>
          <p:nvSpPr>
            <p:cNvPr id="4" name="object 4"/>
            <p:cNvSpPr/>
            <p:nvPr/>
          </p:nvSpPr>
          <p:spPr>
            <a:xfrm>
              <a:off x="7026401" y="668274"/>
              <a:ext cx="3511550" cy="943610"/>
            </a:xfrm>
            <a:custGeom>
              <a:avLst/>
              <a:gdLst/>
              <a:ahLst/>
              <a:cxnLst/>
              <a:rect l="l" t="t" r="r" b="b"/>
              <a:pathLst>
                <a:path w="3511550" h="943610">
                  <a:moveTo>
                    <a:pt x="2946400" y="0"/>
                  </a:moveTo>
                  <a:lnTo>
                    <a:pt x="564896" y="0"/>
                  </a:lnTo>
                  <a:lnTo>
                    <a:pt x="513470" y="1927"/>
                  </a:lnTo>
                  <a:lnTo>
                    <a:pt x="463340" y="7600"/>
                  </a:lnTo>
                  <a:lnTo>
                    <a:pt x="414704" y="16850"/>
                  </a:lnTo>
                  <a:lnTo>
                    <a:pt x="367763" y="29512"/>
                  </a:lnTo>
                  <a:lnTo>
                    <a:pt x="322714" y="45418"/>
                  </a:lnTo>
                  <a:lnTo>
                    <a:pt x="279757" y="64403"/>
                  </a:lnTo>
                  <a:lnTo>
                    <a:pt x="239092" y="86299"/>
                  </a:lnTo>
                  <a:lnTo>
                    <a:pt x="200917" y="110940"/>
                  </a:lnTo>
                  <a:lnTo>
                    <a:pt x="165433" y="138160"/>
                  </a:lnTo>
                  <a:lnTo>
                    <a:pt x="132838" y="167791"/>
                  </a:lnTo>
                  <a:lnTo>
                    <a:pt x="103331" y="199668"/>
                  </a:lnTo>
                  <a:lnTo>
                    <a:pt x="77112" y="233623"/>
                  </a:lnTo>
                  <a:lnTo>
                    <a:pt x="54380" y="269490"/>
                  </a:lnTo>
                  <a:lnTo>
                    <a:pt x="35334" y="307103"/>
                  </a:lnTo>
                  <a:lnTo>
                    <a:pt x="20174" y="346295"/>
                  </a:lnTo>
                  <a:lnTo>
                    <a:pt x="9099" y="386899"/>
                  </a:lnTo>
                  <a:lnTo>
                    <a:pt x="2308" y="428749"/>
                  </a:lnTo>
                  <a:lnTo>
                    <a:pt x="0" y="471677"/>
                  </a:lnTo>
                  <a:lnTo>
                    <a:pt x="2308" y="514606"/>
                  </a:lnTo>
                  <a:lnTo>
                    <a:pt x="9099" y="556456"/>
                  </a:lnTo>
                  <a:lnTo>
                    <a:pt x="20174" y="597060"/>
                  </a:lnTo>
                  <a:lnTo>
                    <a:pt x="35334" y="636252"/>
                  </a:lnTo>
                  <a:lnTo>
                    <a:pt x="54380" y="673865"/>
                  </a:lnTo>
                  <a:lnTo>
                    <a:pt x="77112" y="709732"/>
                  </a:lnTo>
                  <a:lnTo>
                    <a:pt x="103331" y="743687"/>
                  </a:lnTo>
                  <a:lnTo>
                    <a:pt x="132838" y="775564"/>
                  </a:lnTo>
                  <a:lnTo>
                    <a:pt x="165433" y="805195"/>
                  </a:lnTo>
                  <a:lnTo>
                    <a:pt x="200917" y="832415"/>
                  </a:lnTo>
                  <a:lnTo>
                    <a:pt x="239092" y="857056"/>
                  </a:lnTo>
                  <a:lnTo>
                    <a:pt x="279757" y="878952"/>
                  </a:lnTo>
                  <a:lnTo>
                    <a:pt x="322714" y="897937"/>
                  </a:lnTo>
                  <a:lnTo>
                    <a:pt x="367763" y="913843"/>
                  </a:lnTo>
                  <a:lnTo>
                    <a:pt x="414704" y="926505"/>
                  </a:lnTo>
                  <a:lnTo>
                    <a:pt x="463340" y="935755"/>
                  </a:lnTo>
                  <a:lnTo>
                    <a:pt x="513470" y="941428"/>
                  </a:lnTo>
                  <a:lnTo>
                    <a:pt x="564896" y="943355"/>
                  </a:lnTo>
                  <a:lnTo>
                    <a:pt x="2946400" y="943355"/>
                  </a:lnTo>
                  <a:lnTo>
                    <a:pt x="2997825" y="941428"/>
                  </a:lnTo>
                  <a:lnTo>
                    <a:pt x="3047955" y="935755"/>
                  </a:lnTo>
                  <a:lnTo>
                    <a:pt x="3096591" y="926505"/>
                  </a:lnTo>
                  <a:lnTo>
                    <a:pt x="3143532" y="913843"/>
                  </a:lnTo>
                  <a:lnTo>
                    <a:pt x="3188581" y="897937"/>
                  </a:lnTo>
                  <a:lnTo>
                    <a:pt x="3231538" y="878952"/>
                  </a:lnTo>
                  <a:lnTo>
                    <a:pt x="3272203" y="857056"/>
                  </a:lnTo>
                  <a:lnTo>
                    <a:pt x="3310378" y="832415"/>
                  </a:lnTo>
                  <a:lnTo>
                    <a:pt x="3345862" y="805195"/>
                  </a:lnTo>
                  <a:lnTo>
                    <a:pt x="3378457" y="775564"/>
                  </a:lnTo>
                  <a:lnTo>
                    <a:pt x="3407964" y="743687"/>
                  </a:lnTo>
                  <a:lnTo>
                    <a:pt x="3434183" y="709732"/>
                  </a:lnTo>
                  <a:lnTo>
                    <a:pt x="3456915" y="673865"/>
                  </a:lnTo>
                  <a:lnTo>
                    <a:pt x="3475961" y="636252"/>
                  </a:lnTo>
                  <a:lnTo>
                    <a:pt x="3491121" y="597060"/>
                  </a:lnTo>
                  <a:lnTo>
                    <a:pt x="3502196" y="556456"/>
                  </a:lnTo>
                  <a:lnTo>
                    <a:pt x="3508987" y="514606"/>
                  </a:lnTo>
                  <a:lnTo>
                    <a:pt x="3511296" y="471677"/>
                  </a:lnTo>
                  <a:lnTo>
                    <a:pt x="3508987" y="428749"/>
                  </a:lnTo>
                  <a:lnTo>
                    <a:pt x="3502196" y="386899"/>
                  </a:lnTo>
                  <a:lnTo>
                    <a:pt x="3491121" y="346295"/>
                  </a:lnTo>
                  <a:lnTo>
                    <a:pt x="3475961" y="307103"/>
                  </a:lnTo>
                  <a:lnTo>
                    <a:pt x="3456915" y="269490"/>
                  </a:lnTo>
                  <a:lnTo>
                    <a:pt x="3434183" y="233623"/>
                  </a:lnTo>
                  <a:lnTo>
                    <a:pt x="3407964" y="199668"/>
                  </a:lnTo>
                  <a:lnTo>
                    <a:pt x="3378457" y="167791"/>
                  </a:lnTo>
                  <a:lnTo>
                    <a:pt x="3345862" y="138160"/>
                  </a:lnTo>
                  <a:lnTo>
                    <a:pt x="3310378" y="110940"/>
                  </a:lnTo>
                  <a:lnTo>
                    <a:pt x="3272203" y="86299"/>
                  </a:lnTo>
                  <a:lnTo>
                    <a:pt x="3231538" y="64403"/>
                  </a:lnTo>
                  <a:lnTo>
                    <a:pt x="3188581" y="45418"/>
                  </a:lnTo>
                  <a:lnTo>
                    <a:pt x="3143532" y="29512"/>
                  </a:lnTo>
                  <a:lnTo>
                    <a:pt x="3096591" y="16850"/>
                  </a:lnTo>
                  <a:lnTo>
                    <a:pt x="3047955" y="7600"/>
                  </a:lnTo>
                  <a:lnTo>
                    <a:pt x="2997825" y="1927"/>
                  </a:lnTo>
                  <a:lnTo>
                    <a:pt x="2946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026401" y="668274"/>
              <a:ext cx="3511550" cy="943610"/>
            </a:xfrm>
            <a:custGeom>
              <a:avLst/>
              <a:gdLst/>
              <a:ahLst/>
              <a:cxnLst/>
              <a:rect l="l" t="t" r="r" b="b"/>
              <a:pathLst>
                <a:path w="3511550" h="943610">
                  <a:moveTo>
                    <a:pt x="564896" y="0"/>
                  </a:moveTo>
                  <a:lnTo>
                    <a:pt x="2946400" y="0"/>
                  </a:lnTo>
                  <a:lnTo>
                    <a:pt x="2997825" y="1927"/>
                  </a:lnTo>
                  <a:lnTo>
                    <a:pt x="3047955" y="7600"/>
                  </a:lnTo>
                  <a:lnTo>
                    <a:pt x="3096591" y="16850"/>
                  </a:lnTo>
                  <a:lnTo>
                    <a:pt x="3143532" y="29512"/>
                  </a:lnTo>
                  <a:lnTo>
                    <a:pt x="3188581" y="45418"/>
                  </a:lnTo>
                  <a:lnTo>
                    <a:pt x="3231538" y="64403"/>
                  </a:lnTo>
                  <a:lnTo>
                    <a:pt x="3272203" y="86299"/>
                  </a:lnTo>
                  <a:lnTo>
                    <a:pt x="3310378" y="110940"/>
                  </a:lnTo>
                  <a:lnTo>
                    <a:pt x="3345862" y="138160"/>
                  </a:lnTo>
                  <a:lnTo>
                    <a:pt x="3378457" y="167791"/>
                  </a:lnTo>
                  <a:lnTo>
                    <a:pt x="3407964" y="199668"/>
                  </a:lnTo>
                  <a:lnTo>
                    <a:pt x="3434183" y="233623"/>
                  </a:lnTo>
                  <a:lnTo>
                    <a:pt x="3456915" y="269490"/>
                  </a:lnTo>
                  <a:lnTo>
                    <a:pt x="3475961" y="307103"/>
                  </a:lnTo>
                  <a:lnTo>
                    <a:pt x="3491121" y="346295"/>
                  </a:lnTo>
                  <a:lnTo>
                    <a:pt x="3502196" y="386899"/>
                  </a:lnTo>
                  <a:lnTo>
                    <a:pt x="3508987" y="428749"/>
                  </a:lnTo>
                  <a:lnTo>
                    <a:pt x="3511296" y="471677"/>
                  </a:lnTo>
                  <a:lnTo>
                    <a:pt x="3508987" y="514606"/>
                  </a:lnTo>
                  <a:lnTo>
                    <a:pt x="3502196" y="556456"/>
                  </a:lnTo>
                  <a:lnTo>
                    <a:pt x="3491121" y="597060"/>
                  </a:lnTo>
                  <a:lnTo>
                    <a:pt x="3475961" y="636252"/>
                  </a:lnTo>
                  <a:lnTo>
                    <a:pt x="3456915" y="673865"/>
                  </a:lnTo>
                  <a:lnTo>
                    <a:pt x="3434183" y="709732"/>
                  </a:lnTo>
                  <a:lnTo>
                    <a:pt x="3407964" y="743687"/>
                  </a:lnTo>
                  <a:lnTo>
                    <a:pt x="3378457" y="775564"/>
                  </a:lnTo>
                  <a:lnTo>
                    <a:pt x="3345862" y="805195"/>
                  </a:lnTo>
                  <a:lnTo>
                    <a:pt x="3310378" y="832415"/>
                  </a:lnTo>
                  <a:lnTo>
                    <a:pt x="3272203" y="857056"/>
                  </a:lnTo>
                  <a:lnTo>
                    <a:pt x="3231538" y="878952"/>
                  </a:lnTo>
                  <a:lnTo>
                    <a:pt x="3188581" y="897937"/>
                  </a:lnTo>
                  <a:lnTo>
                    <a:pt x="3143532" y="913843"/>
                  </a:lnTo>
                  <a:lnTo>
                    <a:pt x="3096591" y="926505"/>
                  </a:lnTo>
                  <a:lnTo>
                    <a:pt x="3047955" y="935755"/>
                  </a:lnTo>
                  <a:lnTo>
                    <a:pt x="2997825" y="941428"/>
                  </a:lnTo>
                  <a:lnTo>
                    <a:pt x="2946400" y="943355"/>
                  </a:lnTo>
                  <a:lnTo>
                    <a:pt x="564896" y="943355"/>
                  </a:lnTo>
                  <a:lnTo>
                    <a:pt x="513470" y="941428"/>
                  </a:lnTo>
                  <a:lnTo>
                    <a:pt x="463340" y="935755"/>
                  </a:lnTo>
                  <a:lnTo>
                    <a:pt x="414704" y="926505"/>
                  </a:lnTo>
                  <a:lnTo>
                    <a:pt x="367763" y="913843"/>
                  </a:lnTo>
                  <a:lnTo>
                    <a:pt x="322714" y="897937"/>
                  </a:lnTo>
                  <a:lnTo>
                    <a:pt x="279757" y="878952"/>
                  </a:lnTo>
                  <a:lnTo>
                    <a:pt x="239092" y="857056"/>
                  </a:lnTo>
                  <a:lnTo>
                    <a:pt x="200917" y="832415"/>
                  </a:lnTo>
                  <a:lnTo>
                    <a:pt x="165433" y="805195"/>
                  </a:lnTo>
                  <a:lnTo>
                    <a:pt x="132838" y="775564"/>
                  </a:lnTo>
                  <a:lnTo>
                    <a:pt x="103331" y="743687"/>
                  </a:lnTo>
                  <a:lnTo>
                    <a:pt x="77112" y="709732"/>
                  </a:lnTo>
                  <a:lnTo>
                    <a:pt x="54380" y="673865"/>
                  </a:lnTo>
                  <a:lnTo>
                    <a:pt x="35334" y="636252"/>
                  </a:lnTo>
                  <a:lnTo>
                    <a:pt x="20174" y="597060"/>
                  </a:lnTo>
                  <a:lnTo>
                    <a:pt x="9099" y="556456"/>
                  </a:lnTo>
                  <a:lnTo>
                    <a:pt x="2308" y="514606"/>
                  </a:lnTo>
                  <a:lnTo>
                    <a:pt x="0" y="471677"/>
                  </a:lnTo>
                  <a:lnTo>
                    <a:pt x="2308" y="428749"/>
                  </a:lnTo>
                  <a:lnTo>
                    <a:pt x="9099" y="386899"/>
                  </a:lnTo>
                  <a:lnTo>
                    <a:pt x="20174" y="346295"/>
                  </a:lnTo>
                  <a:lnTo>
                    <a:pt x="35334" y="307103"/>
                  </a:lnTo>
                  <a:lnTo>
                    <a:pt x="54380" y="269490"/>
                  </a:lnTo>
                  <a:lnTo>
                    <a:pt x="77112" y="233623"/>
                  </a:lnTo>
                  <a:lnTo>
                    <a:pt x="103331" y="199668"/>
                  </a:lnTo>
                  <a:lnTo>
                    <a:pt x="132838" y="167791"/>
                  </a:lnTo>
                  <a:lnTo>
                    <a:pt x="165433" y="138160"/>
                  </a:lnTo>
                  <a:lnTo>
                    <a:pt x="200917" y="110940"/>
                  </a:lnTo>
                  <a:lnTo>
                    <a:pt x="239092" y="86299"/>
                  </a:lnTo>
                  <a:lnTo>
                    <a:pt x="279757" y="64403"/>
                  </a:lnTo>
                  <a:lnTo>
                    <a:pt x="322714" y="45418"/>
                  </a:lnTo>
                  <a:lnTo>
                    <a:pt x="367763" y="29512"/>
                  </a:lnTo>
                  <a:lnTo>
                    <a:pt x="414704" y="16850"/>
                  </a:lnTo>
                  <a:lnTo>
                    <a:pt x="463340" y="7600"/>
                  </a:lnTo>
                  <a:lnTo>
                    <a:pt x="513470" y="1927"/>
                  </a:lnTo>
                  <a:lnTo>
                    <a:pt x="564896" y="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241030" y="302463"/>
            <a:ext cx="15621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AF50"/>
                </a:solidFill>
                <a:latin typeface="Gothic Uralic"/>
                <a:cs typeface="Gothic Uralic"/>
              </a:rPr>
              <a:t>Ready</a:t>
            </a:r>
            <a:r>
              <a:rPr sz="1800" b="1" spc="-70" dirty="0">
                <a:solidFill>
                  <a:srgbClr val="00AF50"/>
                </a:solidFill>
                <a:latin typeface="Gothic Uralic"/>
                <a:cs typeface="Gothic Uralic"/>
              </a:rPr>
              <a:t> </a:t>
            </a:r>
            <a:r>
              <a:rPr sz="1800" b="1" spc="-5" dirty="0">
                <a:solidFill>
                  <a:srgbClr val="00AF50"/>
                </a:solidFill>
                <a:latin typeface="Gothic Uralic"/>
                <a:cs typeface="Gothic Uralic"/>
              </a:rPr>
              <a:t>Queue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744467" y="3794759"/>
            <a:ext cx="454659" cy="650875"/>
          </a:xfrm>
          <a:custGeom>
            <a:avLst/>
            <a:gdLst/>
            <a:ahLst/>
            <a:cxnLst/>
            <a:rect l="l" t="t" r="r" b="b"/>
            <a:pathLst>
              <a:path w="454660" h="650875">
                <a:moveTo>
                  <a:pt x="408686" y="0"/>
                </a:moveTo>
                <a:lnTo>
                  <a:pt x="45466" y="0"/>
                </a:lnTo>
                <a:lnTo>
                  <a:pt x="27753" y="3567"/>
                </a:lnTo>
                <a:lnTo>
                  <a:pt x="13303" y="13303"/>
                </a:lnTo>
                <a:lnTo>
                  <a:pt x="3567" y="27753"/>
                </a:lnTo>
                <a:lnTo>
                  <a:pt x="0" y="45465"/>
                </a:lnTo>
                <a:lnTo>
                  <a:pt x="0" y="605282"/>
                </a:lnTo>
                <a:lnTo>
                  <a:pt x="3567" y="622994"/>
                </a:lnTo>
                <a:lnTo>
                  <a:pt x="13303" y="637444"/>
                </a:lnTo>
                <a:lnTo>
                  <a:pt x="27753" y="647180"/>
                </a:lnTo>
                <a:lnTo>
                  <a:pt x="45466" y="650747"/>
                </a:lnTo>
                <a:lnTo>
                  <a:pt x="408686" y="650747"/>
                </a:lnTo>
                <a:lnTo>
                  <a:pt x="426398" y="647180"/>
                </a:lnTo>
                <a:lnTo>
                  <a:pt x="440848" y="637444"/>
                </a:lnTo>
                <a:lnTo>
                  <a:pt x="450584" y="622994"/>
                </a:lnTo>
                <a:lnTo>
                  <a:pt x="454152" y="605282"/>
                </a:lnTo>
                <a:lnTo>
                  <a:pt x="454152" y="45465"/>
                </a:lnTo>
                <a:lnTo>
                  <a:pt x="450584" y="27753"/>
                </a:lnTo>
                <a:lnTo>
                  <a:pt x="440848" y="13303"/>
                </a:lnTo>
                <a:lnTo>
                  <a:pt x="426398" y="3567"/>
                </a:lnTo>
                <a:lnTo>
                  <a:pt x="40868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56990" y="395516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8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29383" y="3794759"/>
            <a:ext cx="454659" cy="650875"/>
          </a:xfrm>
          <a:custGeom>
            <a:avLst/>
            <a:gdLst/>
            <a:ahLst/>
            <a:cxnLst/>
            <a:rect l="l" t="t" r="r" b="b"/>
            <a:pathLst>
              <a:path w="454660" h="650875">
                <a:moveTo>
                  <a:pt x="408686" y="0"/>
                </a:moveTo>
                <a:lnTo>
                  <a:pt x="45466" y="0"/>
                </a:lnTo>
                <a:lnTo>
                  <a:pt x="27753" y="3567"/>
                </a:lnTo>
                <a:lnTo>
                  <a:pt x="13303" y="13303"/>
                </a:lnTo>
                <a:lnTo>
                  <a:pt x="3567" y="27753"/>
                </a:lnTo>
                <a:lnTo>
                  <a:pt x="0" y="45465"/>
                </a:lnTo>
                <a:lnTo>
                  <a:pt x="0" y="605282"/>
                </a:lnTo>
                <a:lnTo>
                  <a:pt x="3567" y="622994"/>
                </a:lnTo>
                <a:lnTo>
                  <a:pt x="13303" y="637444"/>
                </a:lnTo>
                <a:lnTo>
                  <a:pt x="27753" y="647180"/>
                </a:lnTo>
                <a:lnTo>
                  <a:pt x="45466" y="650747"/>
                </a:lnTo>
                <a:lnTo>
                  <a:pt x="408686" y="650747"/>
                </a:lnTo>
                <a:lnTo>
                  <a:pt x="426398" y="647180"/>
                </a:lnTo>
                <a:lnTo>
                  <a:pt x="440848" y="637444"/>
                </a:lnTo>
                <a:lnTo>
                  <a:pt x="450584" y="622994"/>
                </a:lnTo>
                <a:lnTo>
                  <a:pt x="454152" y="605282"/>
                </a:lnTo>
                <a:lnTo>
                  <a:pt x="454152" y="45465"/>
                </a:lnTo>
                <a:lnTo>
                  <a:pt x="450584" y="27753"/>
                </a:lnTo>
                <a:lnTo>
                  <a:pt x="440848" y="13303"/>
                </a:lnTo>
                <a:lnTo>
                  <a:pt x="426398" y="3567"/>
                </a:lnTo>
                <a:lnTo>
                  <a:pt x="40868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041017" y="395516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0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147061" y="3475990"/>
            <a:ext cx="1811020" cy="568960"/>
            <a:chOff x="2147061" y="3475990"/>
            <a:chExt cx="1811020" cy="568960"/>
          </a:xfrm>
        </p:grpSpPr>
        <p:sp>
          <p:nvSpPr>
            <p:cNvPr id="12" name="object 12"/>
            <p:cNvSpPr/>
            <p:nvPr/>
          </p:nvSpPr>
          <p:spPr>
            <a:xfrm>
              <a:off x="2157221" y="3486150"/>
              <a:ext cx="1790700" cy="548640"/>
            </a:xfrm>
            <a:custGeom>
              <a:avLst/>
              <a:gdLst/>
              <a:ahLst/>
              <a:cxnLst/>
              <a:rect l="l" t="t" r="r" b="b"/>
              <a:pathLst>
                <a:path w="1790700" h="548639">
                  <a:moveTo>
                    <a:pt x="1735836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93775"/>
                  </a:lnTo>
                  <a:lnTo>
                    <a:pt x="4304" y="515153"/>
                  </a:lnTo>
                  <a:lnTo>
                    <a:pt x="16049" y="532590"/>
                  </a:lnTo>
                  <a:lnTo>
                    <a:pt x="33486" y="544335"/>
                  </a:lnTo>
                  <a:lnTo>
                    <a:pt x="54863" y="548639"/>
                  </a:lnTo>
                  <a:lnTo>
                    <a:pt x="1735836" y="548639"/>
                  </a:lnTo>
                  <a:lnTo>
                    <a:pt x="1757213" y="544335"/>
                  </a:lnTo>
                  <a:lnTo>
                    <a:pt x="1774650" y="532590"/>
                  </a:lnTo>
                  <a:lnTo>
                    <a:pt x="1786395" y="515153"/>
                  </a:lnTo>
                  <a:lnTo>
                    <a:pt x="1790700" y="493775"/>
                  </a:lnTo>
                  <a:lnTo>
                    <a:pt x="1790700" y="54863"/>
                  </a:lnTo>
                  <a:lnTo>
                    <a:pt x="1786395" y="33486"/>
                  </a:lnTo>
                  <a:lnTo>
                    <a:pt x="1774650" y="16049"/>
                  </a:lnTo>
                  <a:lnTo>
                    <a:pt x="1757213" y="4304"/>
                  </a:lnTo>
                  <a:lnTo>
                    <a:pt x="173583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57221" y="3486150"/>
              <a:ext cx="1790700" cy="548640"/>
            </a:xfrm>
            <a:custGeom>
              <a:avLst/>
              <a:gdLst/>
              <a:ahLst/>
              <a:cxnLst/>
              <a:rect l="l" t="t" r="r" b="b"/>
              <a:pathLst>
                <a:path w="1790700" h="54863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735836" y="0"/>
                  </a:lnTo>
                  <a:lnTo>
                    <a:pt x="1757213" y="4304"/>
                  </a:lnTo>
                  <a:lnTo>
                    <a:pt x="1774650" y="16049"/>
                  </a:lnTo>
                  <a:lnTo>
                    <a:pt x="1786395" y="33486"/>
                  </a:lnTo>
                  <a:lnTo>
                    <a:pt x="1790700" y="54863"/>
                  </a:lnTo>
                  <a:lnTo>
                    <a:pt x="1790700" y="493775"/>
                  </a:lnTo>
                  <a:lnTo>
                    <a:pt x="1786395" y="515153"/>
                  </a:lnTo>
                  <a:lnTo>
                    <a:pt x="1774650" y="532590"/>
                  </a:lnTo>
                  <a:lnTo>
                    <a:pt x="1757213" y="544335"/>
                  </a:lnTo>
                  <a:lnTo>
                    <a:pt x="1735836" y="548639"/>
                  </a:lnTo>
                  <a:lnTo>
                    <a:pt x="54863" y="548639"/>
                  </a:lnTo>
                  <a:lnTo>
                    <a:pt x="33486" y="544335"/>
                  </a:lnTo>
                  <a:lnTo>
                    <a:pt x="16049" y="532590"/>
                  </a:lnTo>
                  <a:lnTo>
                    <a:pt x="4304" y="515153"/>
                  </a:lnTo>
                  <a:lnTo>
                    <a:pt x="0" y="493775"/>
                  </a:lnTo>
                  <a:lnTo>
                    <a:pt x="0" y="5486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828035" y="3494913"/>
            <a:ext cx="447675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571744" y="3794759"/>
            <a:ext cx="455930" cy="650875"/>
          </a:xfrm>
          <a:custGeom>
            <a:avLst/>
            <a:gdLst/>
            <a:ahLst/>
            <a:cxnLst/>
            <a:rect l="l" t="t" r="r" b="b"/>
            <a:pathLst>
              <a:path w="455929" h="650875">
                <a:moveTo>
                  <a:pt x="410082" y="0"/>
                </a:moveTo>
                <a:lnTo>
                  <a:pt x="45592" y="0"/>
                </a:lnTo>
                <a:lnTo>
                  <a:pt x="27860" y="3587"/>
                </a:lnTo>
                <a:lnTo>
                  <a:pt x="13366" y="13366"/>
                </a:lnTo>
                <a:lnTo>
                  <a:pt x="3587" y="27860"/>
                </a:lnTo>
                <a:lnTo>
                  <a:pt x="0" y="45592"/>
                </a:lnTo>
                <a:lnTo>
                  <a:pt x="0" y="605154"/>
                </a:lnTo>
                <a:lnTo>
                  <a:pt x="3587" y="622887"/>
                </a:lnTo>
                <a:lnTo>
                  <a:pt x="13366" y="637381"/>
                </a:lnTo>
                <a:lnTo>
                  <a:pt x="27860" y="647160"/>
                </a:lnTo>
                <a:lnTo>
                  <a:pt x="45592" y="650747"/>
                </a:lnTo>
                <a:lnTo>
                  <a:pt x="410082" y="650747"/>
                </a:lnTo>
                <a:lnTo>
                  <a:pt x="427815" y="647160"/>
                </a:lnTo>
                <a:lnTo>
                  <a:pt x="442309" y="637381"/>
                </a:lnTo>
                <a:lnTo>
                  <a:pt x="452088" y="622887"/>
                </a:lnTo>
                <a:lnTo>
                  <a:pt x="455675" y="605154"/>
                </a:lnTo>
                <a:lnTo>
                  <a:pt x="455675" y="45592"/>
                </a:lnTo>
                <a:lnTo>
                  <a:pt x="452088" y="27860"/>
                </a:lnTo>
                <a:lnTo>
                  <a:pt x="442309" y="13366"/>
                </a:lnTo>
                <a:lnTo>
                  <a:pt x="427815" y="3587"/>
                </a:lnTo>
                <a:lnTo>
                  <a:pt x="410082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580379" y="3957650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latin typeface="Verdana"/>
                <a:cs typeface="Verdana"/>
              </a:rPr>
              <a:t>12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974338" y="3475990"/>
            <a:ext cx="1812925" cy="568960"/>
            <a:chOff x="3974338" y="3475990"/>
            <a:chExt cx="1812925" cy="568960"/>
          </a:xfrm>
        </p:grpSpPr>
        <p:sp>
          <p:nvSpPr>
            <p:cNvPr id="18" name="object 18"/>
            <p:cNvSpPr/>
            <p:nvPr/>
          </p:nvSpPr>
          <p:spPr>
            <a:xfrm>
              <a:off x="3984498" y="3486150"/>
              <a:ext cx="1792605" cy="548640"/>
            </a:xfrm>
            <a:custGeom>
              <a:avLst/>
              <a:gdLst/>
              <a:ahLst/>
              <a:cxnLst/>
              <a:rect l="l" t="t" r="r" b="b"/>
              <a:pathLst>
                <a:path w="1792604" h="548639">
                  <a:moveTo>
                    <a:pt x="1737360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93775"/>
                  </a:lnTo>
                  <a:lnTo>
                    <a:pt x="4304" y="515153"/>
                  </a:lnTo>
                  <a:lnTo>
                    <a:pt x="16049" y="532590"/>
                  </a:lnTo>
                  <a:lnTo>
                    <a:pt x="33486" y="544335"/>
                  </a:lnTo>
                  <a:lnTo>
                    <a:pt x="54863" y="548639"/>
                  </a:lnTo>
                  <a:lnTo>
                    <a:pt x="1737360" y="548639"/>
                  </a:lnTo>
                  <a:lnTo>
                    <a:pt x="1758737" y="544335"/>
                  </a:lnTo>
                  <a:lnTo>
                    <a:pt x="1776174" y="532590"/>
                  </a:lnTo>
                  <a:lnTo>
                    <a:pt x="1787919" y="515153"/>
                  </a:lnTo>
                  <a:lnTo>
                    <a:pt x="1792224" y="493775"/>
                  </a:lnTo>
                  <a:lnTo>
                    <a:pt x="1792224" y="54863"/>
                  </a:lnTo>
                  <a:lnTo>
                    <a:pt x="1787919" y="33486"/>
                  </a:lnTo>
                  <a:lnTo>
                    <a:pt x="1776174" y="16049"/>
                  </a:lnTo>
                  <a:lnTo>
                    <a:pt x="1758737" y="4304"/>
                  </a:lnTo>
                  <a:lnTo>
                    <a:pt x="173736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84498" y="3486150"/>
              <a:ext cx="1792605" cy="548640"/>
            </a:xfrm>
            <a:custGeom>
              <a:avLst/>
              <a:gdLst/>
              <a:ahLst/>
              <a:cxnLst/>
              <a:rect l="l" t="t" r="r" b="b"/>
              <a:pathLst>
                <a:path w="1792604" h="54863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737360" y="0"/>
                  </a:lnTo>
                  <a:lnTo>
                    <a:pt x="1758737" y="4304"/>
                  </a:lnTo>
                  <a:lnTo>
                    <a:pt x="1776174" y="16049"/>
                  </a:lnTo>
                  <a:lnTo>
                    <a:pt x="1787919" y="33486"/>
                  </a:lnTo>
                  <a:lnTo>
                    <a:pt x="1792224" y="54863"/>
                  </a:lnTo>
                  <a:lnTo>
                    <a:pt x="1792224" y="493775"/>
                  </a:lnTo>
                  <a:lnTo>
                    <a:pt x="1787919" y="515153"/>
                  </a:lnTo>
                  <a:lnTo>
                    <a:pt x="1776174" y="532590"/>
                  </a:lnTo>
                  <a:lnTo>
                    <a:pt x="1758737" y="544335"/>
                  </a:lnTo>
                  <a:lnTo>
                    <a:pt x="1737360" y="548639"/>
                  </a:lnTo>
                  <a:lnTo>
                    <a:pt x="54863" y="548639"/>
                  </a:lnTo>
                  <a:lnTo>
                    <a:pt x="33486" y="544335"/>
                  </a:lnTo>
                  <a:lnTo>
                    <a:pt x="16049" y="532590"/>
                  </a:lnTo>
                  <a:lnTo>
                    <a:pt x="4304" y="515153"/>
                  </a:lnTo>
                  <a:lnTo>
                    <a:pt x="0" y="493775"/>
                  </a:lnTo>
                  <a:lnTo>
                    <a:pt x="0" y="5486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655946" y="3494913"/>
            <a:ext cx="448309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400543" y="3794759"/>
            <a:ext cx="454659" cy="650875"/>
          </a:xfrm>
          <a:custGeom>
            <a:avLst/>
            <a:gdLst/>
            <a:ahLst/>
            <a:cxnLst/>
            <a:rect l="l" t="t" r="r" b="b"/>
            <a:pathLst>
              <a:path w="454659" h="650875">
                <a:moveTo>
                  <a:pt x="408685" y="0"/>
                </a:moveTo>
                <a:lnTo>
                  <a:pt x="45465" y="0"/>
                </a:lnTo>
                <a:lnTo>
                  <a:pt x="27753" y="3567"/>
                </a:lnTo>
                <a:lnTo>
                  <a:pt x="13303" y="13303"/>
                </a:lnTo>
                <a:lnTo>
                  <a:pt x="3567" y="27753"/>
                </a:lnTo>
                <a:lnTo>
                  <a:pt x="0" y="45465"/>
                </a:lnTo>
                <a:lnTo>
                  <a:pt x="0" y="605282"/>
                </a:lnTo>
                <a:lnTo>
                  <a:pt x="3567" y="622994"/>
                </a:lnTo>
                <a:lnTo>
                  <a:pt x="13303" y="637444"/>
                </a:lnTo>
                <a:lnTo>
                  <a:pt x="27753" y="647180"/>
                </a:lnTo>
                <a:lnTo>
                  <a:pt x="45465" y="650747"/>
                </a:lnTo>
                <a:lnTo>
                  <a:pt x="408685" y="650747"/>
                </a:lnTo>
                <a:lnTo>
                  <a:pt x="426398" y="647180"/>
                </a:lnTo>
                <a:lnTo>
                  <a:pt x="440848" y="637444"/>
                </a:lnTo>
                <a:lnTo>
                  <a:pt x="450584" y="622994"/>
                </a:lnTo>
                <a:lnTo>
                  <a:pt x="454151" y="605282"/>
                </a:lnTo>
                <a:lnTo>
                  <a:pt x="454151" y="45465"/>
                </a:lnTo>
                <a:lnTo>
                  <a:pt x="450584" y="27753"/>
                </a:lnTo>
                <a:lnTo>
                  <a:pt x="440848" y="13303"/>
                </a:lnTo>
                <a:lnTo>
                  <a:pt x="426398" y="3567"/>
                </a:lnTo>
                <a:lnTo>
                  <a:pt x="40868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451852" y="3957650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latin typeface="Verdana"/>
                <a:cs typeface="Verdana"/>
              </a:rPr>
              <a:t>21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801614" y="3475990"/>
            <a:ext cx="1812925" cy="568960"/>
            <a:chOff x="5801614" y="3475990"/>
            <a:chExt cx="1812925" cy="568960"/>
          </a:xfrm>
        </p:grpSpPr>
        <p:sp>
          <p:nvSpPr>
            <p:cNvPr id="24" name="object 24"/>
            <p:cNvSpPr/>
            <p:nvPr/>
          </p:nvSpPr>
          <p:spPr>
            <a:xfrm>
              <a:off x="5811774" y="3486150"/>
              <a:ext cx="1792605" cy="548640"/>
            </a:xfrm>
            <a:custGeom>
              <a:avLst/>
              <a:gdLst/>
              <a:ahLst/>
              <a:cxnLst/>
              <a:rect l="l" t="t" r="r" b="b"/>
              <a:pathLst>
                <a:path w="1792604" h="548639">
                  <a:moveTo>
                    <a:pt x="1737359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93775"/>
                  </a:lnTo>
                  <a:lnTo>
                    <a:pt x="4304" y="515153"/>
                  </a:lnTo>
                  <a:lnTo>
                    <a:pt x="16049" y="532590"/>
                  </a:lnTo>
                  <a:lnTo>
                    <a:pt x="33486" y="544335"/>
                  </a:lnTo>
                  <a:lnTo>
                    <a:pt x="54863" y="548639"/>
                  </a:lnTo>
                  <a:lnTo>
                    <a:pt x="1737359" y="548639"/>
                  </a:lnTo>
                  <a:lnTo>
                    <a:pt x="1758737" y="544335"/>
                  </a:lnTo>
                  <a:lnTo>
                    <a:pt x="1776174" y="532590"/>
                  </a:lnTo>
                  <a:lnTo>
                    <a:pt x="1787919" y="515153"/>
                  </a:lnTo>
                  <a:lnTo>
                    <a:pt x="1792224" y="493775"/>
                  </a:lnTo>
                  <a:lnTo>
                    <a:pt x="1792224" y="54863"/>
                  </a:lnTo>
                  <a:lnTo>
                    <a:pt x="1787919" y="33486"/>
                  </a:lnTo>
                  <a:lnTo>
                    <a:pt x="1776174" y="16049"/>
                  </a:lnTo>
                  <a:lnTo>
                    <a:pt x="1758737" y="4304"/>
                  </a:lnTo>
                  <a:lnTo>
                    <a:pt x="173735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11774" y="3486150"/>
              <a:ext cx="1792605" cy="548640"/>
            </a:xfrm>
            <a:custGeom>
              <a:avLst/>
              <a:gdLst/>
              <a:ahLst/>
              <a:cxnLst/>
              <a:rect l="l" t="t" r="r" b="b"/>
              <a:pathLst>
                <a:path w="1792604" h="54863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737359" y="0"/>
                  </a:lnTo>
                  <a:lnTo>
                    <a:pt x="1758737" y="4304"/>
                  </a:lnTo>
                  <a:lnTo>
                    <a:pt x="1776174" y="16049"/>
                  </a:lnTo>
                  <a:lnTo>
                    <a:pt x="1787919" y="33486"/>
                  </a:lnTo>
                  <a:lnTo>
                    <a:pt x="1792224" y="54863"/>
                  </a:lnTo>
                  <a:lnTo>
                    <a:pt x="1792224" y="493775"/>
                  </a:lnTo>
                  <a:lnTo>
                    <a:pt x="1787919" y="515153"/>
                  </a:lnTo>
                  <a:lnTo>
                    <a:pt x="1776174" y="532590"/>
                  </a:lnTo>
                  <a:lnTo>
                    <a:pt x="1758737" y="544335"/>
                  </a:lnTo>
                  <a:lnTo>
                    <a:pt x="1737359" y="548639"/>
                  </a:lnTo>
                  <a:lnTo>
                    <a:pt x="54863" y="548639"/>
                  </a:lnTo>
                  <a:lnTo>
                    <a:pt x="33486" y="544335"/>
                  </a:lnTo>
                  <a:lnTo>
                    <a:pt x="16049" y="532590"/>
                  </a:lnTo>
                  <a:lnTo>
                    <a:pt x="4304" y="515153"/>
                  </a:lnTo>
                  <a:lnTo>
                    <a:pt x="0" y="493775"/>
                  </a:lnTo>
                  <a:lnTo>
                    <a:pt x="0" y="5486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484111" y="3494913"/>
            <a:ext cx="447675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183623" y="3794759"/>
            <a:ext cx="454659" cy="650875"/>
          </a:xfrm>
          <a:custGeom>
            <a:avLst/>
            <a:gdLst/>
            <a:ahLst/>
            <a:cxnLst/>
            <a:rect l="l" t="t" r="r" b="b"/>
            <a:pathLst>
              <a:path w="454659" h="650875">
                <a:moveTo>
                  <a:pt x="408685" y="0"/>
                </a:moveTo>
                <a:lnTo>
                  <a:pt x="45466" y="0"/>
                </a:lnTo>
                <a:lnTo>
                  <a:pt x="27753" y="3567"/>
                </a:lnTo>
                <a:lnTo>
                  <a:pt x="13303" y="13303"/>
                </a:lnTo>
                <a:lnTo>
                  <a:pt x="3567" y="27753"/>
                </a:lnTo>
                <a:lnTo>
                  <a:pt x="0" y="45465"/>
                </a:lnTo>
                <a:lnTo>
                  <a:pt x="0" y="605282"/>
                </a:lnTo>
                <a:lnTo>
                  <a:pt x="3567" y="622994"/>
                </a:lnTo>
                <a:lnTo>
                  <a:pt x="13303" y="637444"/>
                </a:lnTo>
                <a:lnTo>
                  <a:pt x="27753" y="647180"/>
                </a:lnTo>
                <a:lnTo>
                  <a:pt x="45466" y="650747"/>
                </a:lnTo>
                <a:lnTo>
                  <a:pt x="408685" y="650747"/>
                </a:lnTo>
                <a:lnTo>
                  <a:pt x="426398" y="647180"/>
                </a:lnTo>
                <a:lnTo>
                  <a:pt x="440848" y="637444"/>
                </a:lnTo>
                <a:lnTo>
                  <a:pt x="450584" y="622994"/>
                </a:lnTo>
                <a:lnTo>
                  <a:pt x="454151" y="605282"/>
                </a:lnTo>
                <a:lnTo>
                  <a:pt x="454151" y="45465"/>
                </a:lnTo>
                <a:lnTo>
                  <a:pt x="450584" y="27753"/>
                </a:lnTo>
                <a:lnTo>
                  <a:pt x="440848" y="13303"/>
                </a:lnTo>
                <a:lnTo>
                  <a:pt x="426398" y="3567"/>
                </a:lnTo>
                <a:lnTo>
                  <a:pt x="40868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084056" y="3977132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latin typeface="Verdana"/>
                <a:cs typeface="Verdana"/>
              </a:rPr>
              <a:t>26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586471" y="3476244"/>
            <a:ext cx="1811020" cy="568960"/>
            <a:chOff x="7586471" y="3476244"/>
            <a:chExt cx="1811020" cy="568960"/>
          </a:xfrm>
        </p:grpSpPr>
        <p:sp>
          <p:nvSpPr>
            <p:cNvPr id="30" name="object 30"/>
            <p:cNvSpPr/>
            <p:nvPr/>
          </p:nvSpPr>
          <p:spPr>
            <a:xfrm>
              <a:off x="7596377" y="3486150"/>
              <a:ext cx="1790700" cy="548640"/>
            </a:xfrm>
            <a:custGeom>
              <a:avLst/>
              <a:gdLst/>
              <a:ahLst/>
              <a:cxnLst/>
              <a:rect l="l" t="t" r="r" b="b"/>
              <a:pathLst>
                <a:path w="1790700" h="548639">
                  <a:moveTo>
                    <a:pt x="1735836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93775"/>
                  </a:lnTo>
                  <a:lnTo>
                    <a:pt x="4304" y="515153"/>
                  </a:lnTo>
                  <a:lnTo>
                    <a:pt x="16049" y="532590"/>
                  </a:lnTo>
                  <a:lnTo>
                    <a:pt x="33486" y="544335"/>
                  </a:lnTo>
                  <a:lnTo>
                    <a:pt x="54864" y="548639"/>
                  </a:lnTo>
                  <a:lnTo>
                    <a:pt x="1735836" y="548639"/>
                  </a:lnTo>
                  <a:lnTo>
                    <a:pt x="1757213" y="544335"/>
                  </a:lnTo>
                  <a:lnTo>
                    <a:pt x="1774650" y="532590"/>
                  </a:lnTo>
                  <a:lnTo>
                    <a:pt x="1786395" y="515153"/>
                  </a:lnTo>
                  <a:lnTo>
                    <a:pt x="1790700" y="493775"/>
                  </a:lnTo>
                  <a:lnTo>
                    <a:pt x="1790700" y="54863"/>
                  </a:lnTo>
                  <a:lnTo>
                    <a:pt x="1786395" y="33486"/>
                  </a:lnTo>
                  <a:lnTo>
                    <a:pt x="1774650" y="16049"/>
                  </a:lnTo>
                  <a:lnTo>
                    <a:pt x="1757213" y="4304"/>
                  </a:lnTo>
                  <a:lnTo>
                    <a:pt x="173583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596377" y="3486150"/>
              <a:ext cx="1790700" cy="548640"/>
            </a:xfrm>
            <a:custGeom>
              <a:avLst/>
              <a:gdLst/>
              <a:ahLst/>
              <a:cxnLst/>
              <a:rect l="l" t="t" r="r" b="b"/>
              <a:pathLst>
                <a:path w="1790700" h="548639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1735836" y="0"/>
                  </a:lnTo>
                  <a:lnTo>
                    <a:pt x="1757213" y="4304"/>
                  </a:lnTo>
                  <a:lnTo>
                    <a:pt x="1774650" y="16049"/>
                  </a:lnTo>
                  <a:lnTo>
                    <a:pt x="1786395" y="33486"/>
                  </a:lnTo>
                  <a:lnTo>
                    <a:pt x="1790700" y="54863"/>
                  </a:lnTo>
                  <a:lnTo>
                    <a:pt x="1790700" y="493775"/>
                  </a:lnTo>
                  <a:lnTo>
                    <a:pt x="1786395" y="515153"/>
                  </a:lnTo>
                  <a:lnTo>
                    <a:pt x="1774650" y="532590"/>
                  </a:lnTo>
                  <a:lnTo>
                    <a:pt x="1757213" y="544335"/>
                  </a:lnTo>
                  <a:lnTo>
                    <a:pt x="1735836" y="548639"/>
                  </a:lnTo>
                  <a:lnTo>
                    <a:pt x="54864" y="548639"/>
                  </a:lnTo>
                  <a:lnTo>
                    <a:pt x="33486" y="544335"/>
                  </a:lnTo>
                  <a:lnTo>
                    <a:pt x="16049" y="532590"/>
                  </a:lnTo>
                  <a:lnTo>
                    <a:pt x="4304" y="515153"/>
                  </a:lnTo>
                  <a:lnTo>
                    <a:pt x="0" y="493775"/>
                  </a:lnTo>
                  <a:lnTo>
                    <a:pt x="0" y="5486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267445" y="3494913"/>
            <a:ext cx="447675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P4</a:t>
            </a:r>
            <a:endParaRPr sz="29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824733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96311" y="615695"/>
            <a:ext cx="454659" cy="650875"/>
          </a:xfrm>
          <a:custGeom>
            <a:avLst/>
            <a:gdLst/>
            <a:ahLst/>
            <a:cxnLst/>
            <a:rect l="l" t="t" r="r" b="b"/>
            <a:pathLst>
              <a:path w="454660" h="650875">
                <a:moveTo>
                  <a:pt x="408686" y="0"/>
                </a:moveTo>
                <a:lnTo>
                  <a:pt x="45465" y="0"/>
                </a:lnTo>
                <a:lnTo>
                  <a:pt x="27753" y="3567"/>
                </a:lnTo>
                <a:lnTo>
                  <a:pt x="13303" y="13303"/>
                </a:lnTo>
                <a:lnTo>
                  <a:pt x="3567" y="27753"/>
                </a:lnTo>
                <a:lnTo>
                  <a:pt x="0" y="45465"/>
                </a:lnTo>
                <a:lnTo>
                  <a:pt x="0" y="605281"/>
                </a:lnTo>
                <a:lnTo>
                  <a:pt x="3567" y="622994"/>
                </a:lnTo>
                <a:lnTo>
                  <a:pt x="13303" y="637444"/>
                </a:lnTo>
                <a:lnTo>
                  <a:pt x="27753" y="647180"/>
                </a:lnTo>
                <a:lnTo>
                  <a:pt x="45465" y="650748"/>
                </a:lnTo>
                <a:lnTo>
                  <a:pt x="408686" y="650748"/>
                </a:lnTo>
                <a:lnTo>
                  <a:pt x="426398" y="647180"/>
                </a:lnTo>
                <a:lnTo>
                  <a:pt x="440848" y="637444"/>
                </a:lnTo>
                <a:lnTo>
                  <a:pt x="450584" y="622994"/>
                </a:lnTo>
                <a:lnTo>
                  <a:pt x="454151" y="605281"/>
                </a:lnTo>
                <a:lnTo>
                  <a:pt x="454151" y="45465"/>
                </a:lnTo>
                <a:lnTo>
                  <a:pt x="450584" y="27753"/>
                </a:lnTo>
                <a:lnTo>
                  <a:pt x="440848" y="13303"/>
                </a:lnTo>
                <a:lnTo>
                  <a:pt x="426398" y="3567"/>
                </a:lnTo>
                <a:lnTo>
                  <a:pt x="40868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608579" y="775843"/>
            <a:ext cx="22987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235" dirty="0">
                <a:latin typeface="Verdana"/>
                <a:cs typeface="Verdana"/>
              </a:rPr>
              <a:t>8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9704" y="615695"/>
            <a:ext cx="455930" cy="650875"/>
          </a:xfrm>
          <a:custGeom>
            <a:avLst/>
            <a:gdLst/>
            <a:ahLst/>
            <a:cxnLst/>
            <a:rect l="l" t="t" r="r" b="b"/>
            <a:pathLst>
              <a:path w="455930" h="650875">
                <a:moveTo>
                  <a:pt x="410108" y="0"/>
                </a:moveTo>
                <a:lnTo>
                  <a:pt x="45567" y="0"/>
                </a:lnTo>
                <a:lnTo>
                  <a:pt x="27828" y="3587"/>
                </a:lnTo>
                <a:lnTo>
                  <a:pt x="13344" y="13366"/>
                </a:lnTo>
                <a:lnTo>
                  <a:pt x="3580" y="27860"/>
                </a:lnTo>
                <a:lnTo>
                  <a:pt x="0" y="45592"/>
                </a:lnTo>
                <a:lnTo>
                  <a:pt x="0" y="605154"/>
                </a:lnTo>
                <a:lnTo>
                  <a:pt x="3580" y="622887"/>
                </a:lnTo>
                <a:lnTo>
                  <a:pt x="13344" y="637381"/>
                </a:lnTo>
                <a:lnTo>
                  <a:pt x="27828" y="647160"/>
                </a:lnTo>
                <a:lnTo>
                  <a:pt x="45567" y="650748"/>
                </a:lnTo>
                <a:lnTo>
                  <a:pt x="410108" y="650748"/>
                </a:lnTo>
                <a:lnTo>
                  <a:pt x="427847" y="647160"/>
                </a:lnTo>
                <a:lnTo>
                  <a:pt x="442331" y="637381"/>
                </a:lnTo>
                <a:lnTo>
                  <a:pt x="452095" y="622887"/>
                </a:lnTo>
                <a:lnTo>
                  <a:pt x="455676" y="605154"/>
                </a:lnTo>
                <a:lnTo>
                  <a:pt x="455676" y="45592"/>
                </a:lnTo>
                <a:lnTo>
                  <a:pt x="452095" y="27860"/>
                </a:lnTo>
                <a:lnTo>
                  <a:pt x="442331" y="13366"/>
                </a:lnTo>
                <a:lnTo>
                  <a:pt x="427847" y="3587"/>
                </a:lnTo>
                <a:lnTo>
                  <a:pt x="410108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92886" y="775843"/>
            <a:ext cx="22987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235" dirty="0">
                <a:latin typeface="Verdana"/>
                <a:cs typeface="Verdana"/>
              </a:rPr>
              <a:t>0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98905" y="296925"/>
            <a:ext cx="1811020" cy="568960"/>
            <a:chOff x="898905" y="296925"/>
            <a:chExt cx="1811020" cy="568960"/>
          </a:xfrm>
        </p:grpSpPr>
        <p:sp>
          <p:nvSpPr>
            <p:cNvPr id="7" name="object 7"/>
            <p:cNvSpPr/>
            <p:nvPr/>
          </p:nvSpPr>
          <p:spPr>
            <a:xfrm>
              <a:off x="909065" y="307085"/>
              <a:ext cx="1790700" cy="548640"/>
            </a:xfrm>
            <a:custGeom>
              <a:avLst/>
              <a:gdLst/>
              <a:ahLst/>
              <a:cxnLst/>
              <a:rect l="l" t="t" r="r" b="b"/>
              <a:pathLst>
                <a:path w="1790700" h="548640">
                  <a:moveTo>
                    <a:pt x="1735836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4"/>
                  </a:lnTo>
                  <a:lnTo>
                    <a:pt x="0" y="493776"/>
                  </a:lnTo>
                  <a:lnTo>
                    <a:pt x="4311" y="515153"/>
                  </a:lnTo>
                  <a:lnTo>
                    <a:pt x="16068" y="532590"/>
                  </a:lnTo>
                  <a:lnTo>
                    <a:pt x="33507" y="544335"/>
                  </a:lnTo>
                  <a:lnTo>
                    <a:pt x="54864" y="548640"/>
                  </a:lnTo>
                  <a:lnTo>
                    <a:pt x="1735836" y="548640"/>
                  </a:lnTo>
                  <a:lnTo>
                    <a:pt x="1757213" y="544335"/>
                  </a:lnTo>
                  <a:lnTo>
                    <a:pt x="1774650" y="532590"/>
                  </a:lnTo>
                  <a:lnTo>
                    <a:pt x="1786395" y="515153"/>
                  </a:lnTo>
                  <a:lnTo>
                    <a:pt x="1790700" y="493776"/>
                  </a:lnTo>
                  <a:lnTo>
                    <a:pt x="1790700" y="54864"/>
                  </a:lnTo>
                  <a:lnTo>
                    <a:pt x="1786395" y="33486"/>
                  </a:lnTo>
                  <a:lnTo>
                    <a:pt x="1774650" y="16049"/>
                  </a:lnTo>
                  <a:lnTo>
                    <a:pt x="1757213" y="4304"/>
                  </a:lnTo>
                  <a:lnTo>
                    <a:pt x="173583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09065" y="307085"/>
              <a:ext cx="1790700" cy="548640"/>
            </a:xfrm>
            <a:custGeom>
              <a:avLst/>
              <a:gdLst/>
              <a:ahLst/>
              <a:cxnLst/>
              <a:rect l="l" t="t" r="r" b="b"/>
              <a:pathLst>
                <a:path w="1790700" h="548640">
                  <a:moveTo>
                    <a:pt x="0" y="54864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1735836" y="0"/>
                  </a:lnTo>
                  <a:lnTo>
                    <a:pt x="1757213" y="4304"/>
                  </a:lnTo>
                  <a:lnTo>
                    <a:pt x="1774650" y="16049"/>
                  </a:lnTo>
                  <a:lnTo>
                    <a:pt x="1786395" y="33486"/>
                  </a:lnTo>
                  <a:lnTo>
                    <a:pt x="1790700" y="54864"/>
                  </a:lnTo>
                  <a:lnTo>
                    <a:pt x="1790700" y="493776"/>
                  </a:lnTo>
                  <a:lnTo>
                    <a:pt x="1786395" y="515153"/>
                  </a:lnTo>
                  <a:lnTo>
                    <a:pt x="1774650" y="532590"/>
                  </a:lnTo>
                  <a:lnTo>
                    <a:pt x="1757213" y="544335"/>
                  </a:lnTo>
                  <a:lnTo>
                    <a:pt x="1735836" y="548640"/>
                  </a:lnTo>
                  <a:lnTo>
                    <a:pt x="54864" y="548640"/>
                  </a:lnTo>
                  <a:lnTo>
                    <a:pt x="33507" y="544335"/>
                  </a:lnTo>
                  <a:lnTo>
                    <a:pt x="16068" y="532590"/>
                  </a:lnTo>
                  <a:lnTo>
                    <a:pt x="4311" y="515153"/>
                  </a:lnTo>
                  <a:lnTo>
                    <a:pt x="0" y="493776"/>
                  </a:lnTo>
                  <a:lnTo>
                    <a:pt x="0" y="54864"/>
                  </a:lnTo>
                  <a:close/>
                </a:path>
              </a:pathLst>
            </a:custGeom>
            <a:ln w="1981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579625" y="315290"/>
            <a:ext cx="44767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323588" y="615695"/>
            <a:ext cx="455930" cy="650875"/>
          </a:xfrm>
          <a:custGeom>
            <a:avLst/>
            <a:gdLst/>
            <a:ahLst/>
            <a:cxnLst/>
            <a:rect l="l" t="t" r="r" b="b"/>
            <a:pathLst>
              <a:path w="455929" h="650875">
                <a:moveTo>
                  <a:pt x="410083" y="0"/>
                </a:moveTo>
                <a:lnTo>
                  <a:pt x="45592" y="0"/>
                </a:lnTo>
                <a:lnTo>
                  <a:pt x="27860" y="3587"/>
                </a:lnTo>
                <a:lnTo>
                  <a:pt x="13366" y="13366"/>
                </a:lnTo>
                <a:lnTo>
                  <a:pt x="3587" y="27860"/>
                </a:lnTo>
                <a:lnTo>
                  <a:pt x="0" y="45592"/>
                </a:lnTo>
                <a:lnTo>
                  <a:pt x="0" y="605154"/>
                </a:lnTo>
                <a:lnTo>
                  <a:pt x="3587" y="622887"/>
                </a:lnTo>
                <a:lnTo>
                  <a:pt x="13366" y="637381"/>
                </a:lnTo>
                <a:lnTo>
                  <a:pt x="27860" y="647160"/>
                </a:lnTo>
                <a:lnTo>
                  <a:pt x="45592" y="650748"/>
                </a:lnTo>
                <a:lnTo>
                  <a:pt x="410083" y="650748"/>
                </a:lnTo>
                <a:lnTo>
                  <a:pt x="427815" y="647160"/>
                </a:lnTo>
                <a:lnTo>
                  <a:pt x="442309" y="637381"/>
                </a:lnTo>
                <a:lnTo>
                  <a:pt x="452088" y="622887"/>
                </a:lnTo>
                <a:lnTo>
                  <a:pt x="455675" y="605154"/>
                </a:lnTo>
                <a:lnTo>
                  <a:pt x="455675" y="45592"/>
                </a:lnTo>
                <a:lnTo>
                  <a:pt x="452088" y="27860"/>
                </a:lnTo>
                <a:lnTo>
                  <a:pt x="442309" y="13366"/>
                </a:lnTo>
                <a:lnTo>
                  <a:pt x="427815" y="3587"/>
                </a:lnTo>
                <a:lnTo>
                  <a:pt x="410083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331970" y="778891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latin typeface="Verdana"/>
                <a:cs typeface="Verdana"/>
              </a:rPr>
              <a:t>12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726182" y="296925"/>
            <a:ext cx="1812925" cy="568960"/>
            <a:chOff x="2726182" y="296925"/>
            <a:chExt cx="1812925" cy="568960"/>
          </a:xfrm>
        </p:grpSpPr>
        <p:sp>
          <p:nvSpPr>
            <p:cNvPr id="13" name="object 13"/>
            <p:cNvSpPr/>
            <p:nvPr/>
          </p:nvSpPr>
          <p:spPr>
            <a:xfrm>
              <a:off x="2736342" y="307085"/>
              <a:ext cx="1792605" cy="548640"/>
            </a:xfrm>
            <a:custGeom>
              <a:avLst/>
              <a:gdLst/>
              <a:ahLst/>
              <a:cxnLst/>
              <a:rect l="l" t="t" r="r" b="b"/>
              <a:pathLst>
                <a:path w="1792604" h="548640">
                  <a:moveTo>
                    <a:pt x="1737359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4"/>
                  </a:lnTo>
                  <a:lnTo>
                    <a:pt x="0" y="493776"/>
                  </a:lnTo>
                  <a:lnTo>
                    <a:pt x="4304" y="515153"/>
                  </a:lnTo>
                  <a:lnTo>
                    <a:pt x="16049" y="532590"/>
                  </a:lnTo>
                  <a:lnTo>
                    <a:pt x="33486" y="544335"/>
                  </a:lnTo>
                  <a:lnTo>
                    <a:pt x="54863" y="548640"/>
                  </a:lnTo>
                  <a:lnTo>
                    <a:pt x="1737359" y="548640"/>
                  </a:lnTo>
                  <a:lnTo>
                    <a:pt x="1758737" y="544335"/>
                  </a:lnTo>
                  <a:lnTo>
                    <a:pt x="1776174" y="532590"/>
                  </a:lnTo>
                  <a:lnTo>
                    <a:pt x="1787919" y="515153"/>
                  </a:lnTo>
                  <a:lnTo>
                    <a:pt x="1792223" y="493776"/>
                  </a:lnTo>
                  <a:lnTo>
                    <a:pt x="1792223" y="54864"/>
                  </a:lnTo>
                  <a:lnTo>
                    <a:pt x="1787919" y="33486"/>
                  </a:lnTo>
                  <a:lnTo>
                    <a:pt x="1776174" y="16049"/>
                  </a:lnTo>
                  <a:lnTo>
                    <a:pt x="1758737" y="4304"/>
                  </a:lnTo>
                  <a:lnTo>
                    <a:pt x="173735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36342" y="307085"/>
              <a:ext cx="1792605" cy="548640"/>
            </a:xfrm>
            <a:custGeom>
              <a:avLst/>
              <a:gdLst/>
              <a:ahLst/>
              <a:cxnLst/>
              <a:rect l="l" t="t" r="r" b="b"/>
              <a:pathLst>
                <a:path w="1792604" h="548640">
                  <a:moveTo>
                    <a:pt x="0" y="54864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737359" y="0"/>
                  </a:lnTo>
                  <a:lnTo>
                    <a:pt x="1758737" y="4304"/>
                  </a:lnTo>
                  <a:lnTo>
                    <a:pt x="1776174" y="16049"/>
                  </a:lnTo>
                  <a:lnTo>
                    <a:pt x="1787919" y="33486"/>
                  </a:lnTo>
                  <a:lnTo>
                    <a:pt x="1792223" y="54864"/>
                  </a:lnTo>
                  <a:lnTo>
                    <a:pt x="1792223" y="493776"/>
                  </a:lnTo>
                  <a:lnTo>
                    <a:pt x="1787919" y="515153"/>
                  </a:lnTo>
                  <a:lnTo>
                    <a:pt x="1776174" y="532590"/>
                  </a:lnTo>
                  <a:lnTo>
                    <a:pt x="1758737" y="544335"/>
                  </a:lnTo>
                  <a:lnTo>
                    <a:pt x="1737359" y="548640"/>
                  </a:lnTo>
                  <a:lnTo>
                    <a:pt x="54863" y="548640"/>
                  </a:lnTo>
                  <a:lnTo>
                    <a:pt x="33486" y="544335"/>
                  </a:lnTo>
                  <a:lnTo>
                    <a:pt x="16049" y="532590"/>
                  </a:lnTo>
                  <a:lnTo>
                    <a:pt x="4304" y="515153"/>
                  </a:lnTo>
                  <a:lnTo>
                    <a:pt x="0" y="493776"/>
                  </a:lnTo>
                  <a:lnTo>
                    <a:pt x="0" y="54864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407790" y="315290"/>
            <a:ext cx="44767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152388" y="615695"/>
            <a:ext cx="454659" cy="650875"/>
          </a:xfrm>
          <a:custGeom>
            <a:avLst/>
            <a:gdLst/>
            <a:ahLst/>
            <a:cxnLst/>
            <a:rect l="l" t="t" r="r" b="b"/>
            <a:pathLst>
              <a:path w="454659" h="650875">
                <a:moveTo>
                  <a:pt x="408686" y="0"/>
                </a:moveTo>
                <a:lnTo>
                  <a:pt x="45465" y="0"/>
                </a:lnTo>
                <a:lnTo>
                  <a:pt x="27753" y="3567"/>
                </a:lnTo>
                <a:lnTo>
                  <a:pt x="13303" y="13303"/>
                </a:lnTo>
                <a:lnTo>
                  <a:pt x="3567" y="27753"/>
                </a:lnTo>
                <a:lnTo>
                  <a:pt x="0" y="45465"/>
                </a:lnTo>
                <a:lnTo>
                  <a:pt x="0" y="605281"/>
                </a:lnTo>
                <a:lnTo>
                  <a:pt x="3567" y="622994"/>
                </a:lnTo>
                <a:lnTo>
                  <a:pt x="13303" y="637444"/>
                </a:lnTo>
                <a:lnTo>
                  <a:pt x="27753" y="647180"/>
                </a:lnTo>
                <a:lnTo>
                  <a:pt x="45465" y="650748"/>
                </a:lnTo>
                <a:lnTo>
                  <a:pt x="408686" y="650748"/>
                </a:lnTo>
                <a:lnTo>
                  <a:pt x="426398" y="647180"/>
                </a:lnTo>
                <a:lnTo>
                  <a:pt x="440848" y="637444"/>
                </a:lnTo>
                <a:lnTo>
                  <a:pt x="450584" y="622994"/>
                </a:lnTo>
                <a:lnTo>
                  <a:pt x="454152" y="605281"/>
                </a:lnTo>
                <a:lnTo>
                  <a:pt x="454152" y="45465"/>
                </a:lnTo>
                <a:lnTo>
                  <a:pt x="450584" y="27753"/>
                </a:lnTo>
                <a:lnTo>
                  <a:pt x="440848" y="13303"/>
                </a:lnTo>
                <a:lnTo>
                  <a:pt x="426398" y="3567"/>
                </a:lnTo>
                <a:lnTo>
                  <a:pt x="40868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203696" y="778891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latin typeface="Verdana"/>
                <a:cs typeface="Verdana"/>
              </a:rPr>
              <a:t>21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553458" y="296925"/>
            <a:ext cx="1812925" cy="568960"/>
            <a:chOff x="4553458" y="296925"/>
            <a:chExt cx="1812925" cy="568960"/>
          </a:xfrm>
        </p:grpSpPr>
        <p:sp>
          <p:nvSpPr>
            <p:cNvPr id="19" name="object 19"/>
            <p:cNvSpPr/>
            <p:nvPr/>
          </p:nvSpPr>
          <p:spPr>
            <a:xfrm>
              <a:off x="4563618" y="307085"/>
              <a:ext cx="1792605" cy="548640"/>
            </a:xfrm>
            <a:custGeom>
              <a:avLst/>
              <a:gdLst/>
              <a:ahLst/>
              <a:cxnLst/>
              <a:rect l="l" t="t" r="r" b="b"/>
              <a:pathLst>
                <a:path w="1792604" h="548640">
                  <a:moveTo>
                    <a:pt x="1737360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4"/>
                  </a:lnTo>
                  <a:lnTo>
                    <a:pt x="0" y="493776"/>
                  </a:lnTo>
                  <a:lnTo>
                    <a:pt x="4304" y="515153"/>
                  </a:lnTo>
                  <a:lnTo>
                    <a:pt x="16049" y="532590"/>
                  </a:lnTo>
                  <a:lnTo>
                    <a:pt x="33486" y="544335"/>
                  </a:lnTo>
                  <a:lnTo>
                    <a:pt x="54864" y="548640"/>
                  </a:lnTo>
                  <a:lnTo>
                    <a:pt x="1737360" y="548640"/>
                  </a:lnTo>
                  <a:lnTo>
                    <a:pt x="1758737" y="544335"/>
                  </a:lnTo>
                  <a:lnTo>
                    <a:pt x="1776174" y="532590"/>
                  </a:lnTo>
                  <a:lnTo>
                    <a:pt x="1787919" y="515153"/>
                  </a:lnTo>
                  <a:lnTo>
                    <a:pt x="1792224" y="493776"/>
                  </a:lnTo>
                  <a:lnTo>
                    <a:pt x="1792224" y="54864"/>
                  </a:lnTo>
                  <a:lnTo>
                    <a:pt x="1787919" y="33486"/>
                  </a:lnTo>
                  <a:lnTo>
                    <a:pt x="1776174" y="16049"/>
                  </a:lnTo>
                  <a:lnTo>
                    <a:pt x="1758737" y="4304"/>
                  </a:lnTo>
                  <a:lnTo>
                    <a:pt x="173736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63618" y="307085"/>
              <a:ext cx="1792605" cy="548640"/>
            </a:xfrm>
            <a:custGeom>
              <a:avLst/>
              <a:gdLst/>
              <a:ahLst/>
              <a:cxnLst/>
              <a:rect l="l" t="t" r="r" b="b"/>
              <a:pathLst>
                <a:path w="1792604" h="548640">
                  <a:moveTo>
                    <a:pt x="0" y="54864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1737360" y="0"/>
                  </a:lnTo>
                  <a:lnTo>
                    <a:pt x="1758737" y="4304"/>
                  </a:lnTo>
                  <a:lnTo>
                    <a:pt x="1776174" y="16049"/>
                  </a:lnTo>
                  <a:lnTo>
                    <a:pt x="1787919" y="33486"/>
                  </a:lnTo>
                  <a:lnTo>
                    <a:pt x="1792224" y="54864"/>
                  </a:lnTo>
                  <a:lnTo>
                    <a:pt x="1792224" y="493776"/>
                  </a:lnTo>
                  <a:lnTo>
                    <a:pt x="1787919" y="515153"/>
                  </a:lnTo>
                  <a:lnTo>
                    <a:pt x="1776174" y="532590"/>
                  </a:lnTo>
                  <a:lnTo>
                    <a:pt x="1758737" y="544335"/>
                  </a:lnTo>
                  <a:lnTo>
                    <a:pt x="1737360" y="548640"/>
                  </a:lnTo>
                  <a:lnTo>
                    <a:pt x="54864" y="548640"/>
                  </a:lnTo>
                  <a:lnTo>
                    <a:pt x="33486" y="544335"/>
                  </a:lnTo>
                  <a:lnTo>
                    <a:pt x="16049" y="532590"/>
                  </a:lnTo>
                  <a:lnTo>
                    <a:pt x="4304" y="515153"/>
                  </a:lnTo>
                  <a:lnTo>
                    <a:pt x="0" y="493776"/>
                  </a:lnTo>
                  <a:lnTo>
                    <a:pt x="0" y="54864"/>
                  </a:lnTo>
                  <a:close/>
                </a:path>
              </a:pathLst>
            </a:custGeom>
            <a:ln w="1981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235702" y="315290"/>
            <a:ext cx="44767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935468" y="615695"/>
            <a:ext cx="454659" cy="650875"/>
          </a:xfrm>
          <a:custGeom>
            <a:avLst/>
            <a:gdLst/>
            <a:ahLst/>
            <a:cxnLst/>
            <a:rect l="l" t="t" r="r" b="b"/>
            <a:pathLst>
              <a:path w="454659" h="650875">
                <a:moveTo>
                  <a:pt x="408685" y="0"/>
                </a:moveTo>
                <a:lnTo>
                  <a:pt x="45465" y="0"/>
                </a:lnTo>
                <a:lnTo>
                  <a:pt x="27753" y="3567"/>
                </a:lnTo>
                <a:lnTo>
                  <a:pt x="13303" y="13303"/>
                </a:lnTo>
                <a:lnTo>
                  <a:pt x="3567" y="27753"/>
                </a:lnTo>
                <a:lnTo>
                  <a:pt x="0" y="45465"/>
                </a:lnTo>
                <a:lnTo>
                  <a:pt x="0" y="605281"/>
                </a:lnTo>
                <a:lnTo>
                  <a:pt x="3567" y="622994"/>
                </a:lnTo>
                <a:lnTo>
                  <a:pt x="13303" y="637444"/>
                </a:lnTo>
                <a:lnTo>
                  <a:pt x="27753" y="647180"/>
                </a:lnTo>
                <a:lnTo>
                  <a:pt x="45465" y="650748"/>
                </a:lnTo>
                <a:lnTo>
                  <a:pt x="408685" y="650748"/>
                </a:lnTo>
                <a:lnTo>
                  <a:pt x="426398" y="647180"/>
                </a:lnTo>
                <a:lnTo>
                  <a:pt x="440848" y="637444"/>
                </a:lnTo>
                <a:lnTo>
                  <a:pt x="450584" y="622994"/>
                </a:lnTo>
                <a:lnTo>
                  <a:pt x="454151" y="605281"/>
                </a:lnTo>
                <a:lnTo>
                  <a:pt x="454151" y="45465"/>
                </a:lnTo>
                <a:lnTo>
                  <a:pt x="450584" y="27753"/>
                </a:lnTo>
                <a:lnTo>
                  <a:pt x="440848" y="13303"/>
                </a:lnTo>
                <a:lnTo>
                  <a:pt x="426398" y="3567"/>
                </a:lnTo>
                <a:lnTo>
                  <a:pt x="40868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7835900" y="797813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latin typeface="Verdana"/>
                <a:cs typeface="Verdana"/>
              </a:rPr>
              <a:t>26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338315" y="297179"/>
            <a:ext cx="1811020" cy="568960"/>
            <a:chOff x="6338315" y="297179"/>
            <a:chExt cx="1811020" cy="568960"/>
          </a:xfrm>
        </p:grpSpPr>
        <p:sp>
          <p:nvSpPr>
            <p:cNvPr id="25" name="object 25"/>
            <p:cNvSpPr/>
            <p:nvPr/>
          </p:nvSpPr>
          <p:spPr>
            <a:xfrm>
              <a:off x="6348221" y="307085"/>
              <a:ext cx="1790700" cy="548640"/>
            </a:xfrm>
            <a:custGeom>
              <a:avLst/>
              <a:gdLst/>
              <a:ahLst/>
              <a:cxnLst/>
              <a:rect l="l" t="t" r="r" b="b"/>
              <a:pathLst>
                <a:path w="1790700" h="548640">
                  <a:moveTo>
                    <a:pt x="1735835" y="0"/>
                  </a:moveTo>
                  <a:lnTo>
                    <a:pt x="54863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4"/>
                  </a:lnTo>
                  <a:lnTo>
                    <a:pt x="0" y="493776"/>
                  </a:lnTo>
                  <a:lnTo>
                    <a:pt x="4304" y="515153"/>
                  </a:lnTo>
                  <a:lnTo>
                    <a:pt x="16049" y="532590"/>
                  </a:lnTo>
                  <a:lnTo>
                    <a:pt x="33486" y="544335"/>
                  </a:lnTo>
                  <a:lnTo>
                    <a:pt x="54863" y="548640"/>
                  </a:lnTo>
                  <a:lnTo>
                    <a:pt x="1735835" y="548640"/>
                  </a:lnTo>
                  <a:lnTo>
                    <a:pt x="1757213" y="544335"/>
                  </a:lnTo>
                  <a:lnTo>
                    <a:pt x="1774650" y="532590"/>
                  </a:lnTo>
                  <a:lnTo>
                    <a:pt x="1786395" y="515153"/>
                  </a:lnTo>
                  <a:lnTo>
                    <a:pt x="1790700" y="493776"/>
                  </a:lnTo>
                  <a:lnTo>
                    <a:pt x="1790700" y="54864"/>
                  </a:lnTo>
                  <a:lnTo>
                    <a:pt x="1786395" y="33486"/>
                  </a:lnTo>
                  <a:lnTo>
                    <a:pt x="1774650" y="16049"/>
                  </a:lnTo>
                  <a:lnTo>
                    <a:pt x="1757213" y="4304"/>
                  </a:lnTo>
                  <a:lnTo>
                    <a:pt x="173583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48221" y="307085"/>
              <a:ext cx="1790700" cy="548640"/>
            </a:xfrm>
            <a:custGeom>
              <a:avLst/>
              <a:gdLst/>
              <a:ahLst/>
              <a:cxnLst/>
              <a:rect l="l" t="t" r="r" b="b"/>
              <a:pathLst>
                <a:path w="1790700" h="548640">
                  <a:moveTo>
                    <a:pt x="0" y="54864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3" y="0"/>
                  </a:lnTo>
                  <a:lnTo>
                    <a:pt x="1735835" y="0"/>
                  </a:lnTo>
                  <a:lnTo>
                    <a:pt x="1757213" y="4304"/>
                  </a:lnTo>
                  <a:lnTo>
                    <a:pt x="1774650" y="16049"/>
                  </a:lnTo>
                  <a:lnTo>
                    <a:pt x="1786395" y="33486"/>
                  </a:lnTo>
                  <a:lnTo>
                    <a:pt x="1790700" y="54864"/>
                  </a:lnTo>
                  <a:lnTo>
                    <a:pt x="1790700" y="493776"/>
                  </a:lnTo>
                  <a:lnTo>
                    <a:pt x="1786395" y="515153"/>
                  </a:lnTo>
                  <a:lnTo>
                    <a:pt x="1774650" y="532590"/>
                  </a:lnTo>
                  <a:lnTo>
                    <a:pt x="1757213" y="544335"/>
                  </a:lnTo>
                  <a:lnTo>
                    <a:pt x="1735835" y="548640"/>
                  </a:lnTo>
                  <a:lnTo>
                    <a:pt x="54863" y="548640"/>
                  </a:lnTo>
                  <a:lnTo>
                    <a:pt x="33486" y="544335"/>
                  </a:lnTo>
                  <a:lnTo>
                    <a:pt x="16049" y="532590"/>
                  </a:lnTo>
                  <a:lnTo>
                    <a:pt x="4304" y="515153"/>
                  </a:lnTo>
                  <a:lnTo>
                    <a:pt x="0" y="493776"/>
                  </a:lnTo>
                  <a:lnTo>
                    <a:pt x="0" y="54864"/>
                  </a:lnTo>
                  <a:close/>
                </a:path>
              </a:pathLst>
            </a:custGeom>
            <a:ln w="1981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7019290" y="315290"/>
            <a:ext cx="44767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P4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636960" y="2469322"/>
            <a:ext cx="850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Times New Roman"/>
                <a:cs typeface="Times New Roman"/>
              </a:rPr>
              <a:t>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675282" y="1562513"/>
            <a:ext cx="850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Times New Roman"/>
                <a:cs typeface="Times New Roman"/>
              </a:rPr>
              <a:t>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331951" y="1162563"/>
            <a:ext cx="3831590" cy="187833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0"/>
              </a:spcBef>
            </a:pPr>
            <a:r>
              <a:rPr sz="1600" dirty="0">
                <a:latin typeface="Times New Roman"/>
                <a:cs typeface="Times New Roman"/>
              </a:rPr>
              <a:t>Turnaround Time (TAT) </a:t>
            </a:r>
            <a:r>
              <a:rPr sz="1600" dirty="0">
                <a:latin typeface="Symbol"/>
                <a:cs typeface="Symbol"/>
              </a:rPr>
              <a:t>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25" dirty="0">
                <a:latin typeface="Times New Roman"/>
                <a:cs typeface="Times New Roman"/>
              </a:rPr>
              <a:t>C</a:t>
            </a:r>
            <a:r>
              <a:rPr sz="1350" spc="37" baseline="-24691" dirty="0">
                <a:latin typeface="Times New Roman"/>
                <a:cs typeface="Times New Roman"/>
              </a:rPr>
              <a:t>i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260" dirty="0">
                <a:latin typeface="Times New Roman"/>
                <a:cs typeface="Times New Roman"/>
              </a:rPr>
              <a:t> </a:t>
            </a:r>
            <a:r>
              <a:rPr sz="1600" spc="45" dirty="0">
                <a:latin typeface="Times New Roman"/>
                <a:cs typeface="Times New Roman"/>
              </a:rPr>
              <a:t>A</a:t>
            </a:r>
            <a:r>
              <a:rPr sz="1350" spc="67" baseline="-24691" dirty="0">
                <a:latin typeface="Times New Roman"/>
                <a:cs typeface="Times New Roman"/>
              </a:rPr>
              <a:t>i</a:t>
            </a:r>
            <a:endParaRPr sz="1350" baseline="-24691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840"/>
              </a:spcBef>
            </a:pPr>
            <a:r>
              <a:rPr sz="1600" dirty="0">
                <a:latin typeface="Times New Roman"/>
                <a:cs typeface="Times New Roman"/>
              </a:rPr>
              <a:t>AvgTAT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</a:t>
            </a:r>
            <a:r>
              <a:rPr sz="1600" spc="-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1/n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3600" spc="292" baseline="-8101" dirty="0">
                <a:latin typeface="Symbol"/>
                <a:cs typeface="Symbol"/>
              </a:rPr>
              <a:t></a:t>
            </a:r>
            <a:r>
              <a:rPr sz="1600" spc="40" dirty="0">
                <a:latin typeface="Times New Roman"/>
                <a:cs typeface="Times New Roman"/>
              </a:rPr>
              <a:t>C</a:t>
            </a:r>
            <a:r>
              <a:rPr sz="1350" spc="15" baseline="-24691" dirty="0">
                <a:latin typeface="Times New Roman"/>
                <a:cs typeface="Times New Roman"/>
              </a:rPr>
              <a:t>i</a:t>
            </a:r>
            <a:r>
              <a:rPr sz="1350" baseline="-24691" dirty="0">
                <a:latin typeface="Times New Roman"/>
                <a:cs typeface="Times New Roman"/>
              </a:rPr>
              <a:t> </a:t>
            </a:r>
            <a:r>
              <a:rPr sz="1350" spc="37" baseline="-24691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155" dirty="0">
                <a:latin typeface="Times New Roman"/>
                <a:cs typeface="Times New Roman"/>
              </a:rPr>
              <a:t> </a:t>
            </a:r>
            <a:r>
              <a:rPr sz="1600" spc="80" dirty="0">
                <a:latin typeface="Times New Roman"/>
                <a:cs typeface="Times New Roman"/>
              </a:rPr>
              <a:t>A</a:t>
            </a:r>
            <a:r>
              <a:rPr sz="1350" spc="15" baseline="-24691" dirty="0">
                <a:latin typeface="Times New Roman"/>
                <a:cs typeface="Times New Roman"/>
              </a:rPr>
              <a:t>i</a:t>
            </a:r>
            <a:endParaRPr sz="1350" baseline="-24691">
              <a:latin typeface="Times New Roman"/>
              <a:cs typeface="Times New Roman"/>
            </a:endParaRPr>
          </a:p>
          <a:p>
            <a:pPr marL="1311275">
              <a:lnSpc>
                <a:spcPct val="100000"/>
              </a:lnSpc>
              <a:spcBef>
                <a:spcPts val="160"/>
              </a:spcBef>
            </a:pPr>
            <a:r>
              <a:rPr sz="900" spc="15" dirty="0">
                <a:latin typeface="Times New Roman"/>
                <a:cs typeface="Times New Roman"/>
              </a:rPr>
              <a:t>i</a:t>
            </a:r>
            <a:r>
              <a:rPr sz="900" spc="15" dirty="0">
                <a:latin typeface="Symbol"/>
                <a:cs typeface="Symbol"/>
              </a:rPr>
              <a:t></a:t>
            </a:r>
            <a:r>
              <a:rPr sz="900" spc="15" dirty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  <a:p>
            <a:pPr marL="44450">
              <a:lnSpc>
                <a:spcPct val="100000"/>
              </a:lnSpc>
              <a:spcBef>
                <a:spcPts val="260"/>
              </a:spcBef>
            </a:pPr>
            <a:r>
              <a:rPr sz="1600" dirty="0">
                <a:latin typeface="Times New Roman"/>
                <a:cs typeface="Times New Roman"/>
              </a:rPr>
              <a:t>WaitingTime</a:t>
            </a:r>
            <a:r>
              <a:rPr sz="1600" spc="-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(WT)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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TAT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BT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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25" dirty="0">
                <a:latin typeface="Times New Roman"/>
                <a:cs typeface="Times New Roman"/>
              </a:rPr>
              <a:t>C</a:t>
            </a:r>
            <a:r>
              <a:rPr sz="1350" spc="37" baseline="-24691" dirty="0">
                <a:latin typeface="Times New Roman"/>
                <a:cs typeface="Times New Roman"/>
              </a:rPr>
              <a:t>i</a:t>
            </a:r>
            <a:r>
              <a:rPr sz="1350" spc="375" baseline="-24691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160" dirty="0">
                <a:latin typeface="Times New Roman"/>
                <a:cs typeface="Times New Roman"/>
              </a:rPr>
              <a:t> </a:t>
            </a:r>
            <a:r>
              <a:rPr sz="1600" spc="45" dirty="0">
                <a:latin typeface="Times New Roman"/>
                <a:cs typeface="Times New Roman"/>
              </a:rPr>
              <a:t>A</a:t>
            </a:r>
            <a:r>
              <a:rPr sz="1350" spc="67" baseline="-24691" dirty="0">
                <a:latin typeface="Times New Roman"/>
                <a:cs typeface="Times New Roman"/>
              </a:rPr>
              <a:t>i</a:t>
            </a:r>
            <a:r>
              <a:rPr sz="1350" spc="337" baseline="-24691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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BT</a:t>
            </a:r>
            <a:endParaRPr sz="16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840"/>
              </a:spcBef>
            </a:pPr>
            <a:r>
              <a:rPr sz="1600" dirty="0">
                <a:latin typeface="Times New Roman"/>
                <a:cs typeface="Times New Roman"/>
              </a:rPr>
              <a:t>Avg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WT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</a:t>
            </a:r>
            <a:r>
              <a:rPr sz="1600" spc="-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1/n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3600" spc="292" baseline="-8101" dirty="0">
                <a:latin typeface="Symbol"/>
                <a:cs typeface="Symbol"/>
              </a:rPr>
              <a:t></a:t>
            </a:r>
            <a:r>
              <a:rPr sz="1600" spc="40" dirty="0">
                <a:latin typeface="Times New Roman"/>
                <a:cs typeface="Times New Roman"/>
              </a:rPr>
              <a:t>C</a:t>
            </a:r>
            <a:r>
              <a:rPr sz="1350" spc="15" baseline="-24691" dirty="0">
                <a:latin typeface="Times New Roman"/>
                <a:cs typeface="Times New Roman"/>
              </a:rPr>
              <a:t>i</a:t>
            </a:r>
            <a:r>
              <a:rPr sz="1350" baseline="-24691" dirty="0">
                <a:latin typeface="Times New Roman"/>
                <a:cs typeface="Times New Roman"/>
              </a:rPr>
              <a:t> </a:t>
            </a:r>
            <a:r>
              <a:rPr sz="1350" spc="37" baseline="-24691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155" dirty="0">
                <a:latin typeface="Times New Roman"/>
                <a:cs typeface="Times New Roman"/>
              </a:rPr>
              <a:t> </a:t>
            </a:r>
            <a:r>
              <a:rPr sz="1600" spc="80" dirty="0">
                <a:latin typeface="Times New Roman"/>
                <a:cs typeface="Times New Roman"/>
              </a:rPr>
              <a:t>A</a:t>
            </a:r>
            <a:r>
              <a:rPr sz="1350" spc="15" baseline="-24691" dirty="0">
                <a:latin typeface="Times New Roman"/>
                <a:cs typeface="Times New Roman"/>
              </a:rPr>
              <a:t>i</a:t>
            </a:r>
            <a:r>
              <a:rPr sz="1350" baseline="-24691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Symbol"/>
                <a:cs typeface="Symbol"/>
              </a:rPr>
              <a:t>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i="1" spc="-55" dirty="0">
                <a:latin typeface="Times New Roman"/>
                <a:cs typeface="Times New Roman"/>
              </a:rPr>
              <a:t>B</a:t>
            </a:r>
            <a:r>
              <a:rPr sz="1350" i="1" spc="15" baseline="-24691" dirty="0">
                <a:latin typeface="Times New Roman"/>
                <a:cs typeface="Times New Roman"/>
              </a:rPr>
              <a:t>i</a:t>
            </a:r>
            <a:endParaRPr sz="1350" baseline="-24691">
              <a:latin typeface="Times New Roman"/>
              <a:cs typeface="Times New Roman"/>
            </a:endParaRPr>
          </a:p>
          <a:p>
            <a:pPr marL="1272540">
              <a:lnSpc>
                <a:spcPct val="100000"/>
              </a:lnSpc>
              <a:spcBef>
                <a:spcPts val="160"/>
              </a:spcBef>
            </a:pPr>
            <a:r>
              <a:rPr sz="900" spc="15" dirty="0">
                <a:latin typeface="Times New Roman"/>
                <a:cs typeface="Times New Roman"/>
              </a:rPr>
              <a:t>i</a:t>
            </a:r>
            <a:r>
              <a:rPr sz="900" spc="15" dirty="0">
                <a:latin typeface="Symbol"/>
                <a:cs typeface="Symbol"/>
              </a:rPr>
              <a:t></a:t>
            </a:r>
            <a:r>
              <a:rPr sz="900" spc="15" dirty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</p:txBody>
      </p:sp>
      <p:graphicFrame>
        <p:nvGraphicFramePr>
          <p:cNvPr id="31" name="object 31"/>
          <p:cNvGraphicFramePr>
            <a:graphicFrameLocks noGrp="1"/>
          </p:cNvGraphicFramePr>
          <p:nvPr/>
        </p:nvGraphicFramePr>
        <p:xfrm>
          <a:off x="1116596" y="2602992"/>
          <a:ext cx="6513829" cy="28035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0459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0459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2555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40652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56589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1597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711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spc="-5" dirty="0">
                          <a:latin typeface="Gothic Uralic"/>
                          <a:cs typeface="Gothic Uralic"/>
                        </a:rPr>
                        <a:t>Process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6230" marR="203835" indent="-106680">
                        <a:lnSpc>
                          <a:spcPts val="2350"/>
                        </a:lnSpc>
                        <a:spcBef>
                          <a:spcPts val="70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Arr</a:t>
                      </a:r>
                      <a:r>
                        <a:rPr sz="2000" b="1" spc="-10" dirty="0">
                          <a:latin typeface="Gothic Uralic"/>
                          <a:cs typeface="Gothic Uralic"/>
                        </a:rPr>
                        <a:t>i</a:t>
                      </a:r>
                      <a:r>
                        <a:rPr sz="2000" b="1" spc="-5" dirty="0">
                          <a:latin typeface="Gothic Uralic"/>
                          <a:cs typeface="Gothic Uralic"/>
                        </a:rPr>
                        <a:t>val  </a:t>
                      </a:r>
                      <a:r>
                        <a:rPr sz="20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6865" marR="330200" indent="1270">
                        <a:lnSpc>
                          <a:spcPts val="2350"/>
                        </a:lnSpc>
                        <a:spcBef>
                          <a:spcPts val="705"/>
                        </a:spcBef>
                      </a:pPr>
                      <a:r>
                        <a:rPr sz="2000" b="1" spc="-5" dirty="0">
                          <a:latin typeface="Gothic Uralic"/>
                          <a:cs typeface="Gothic Uralic"/>
                        </a:rPr>
                        <a:t>Bur</a:t>
                      </a:r>
                      <a:r>
                        <a:rPr sz="2000" b="1" spc="-15" dirty="0">
                          <a:latin typeface="Gothic Uralic"/>
                          <a:cs typeface="Gothic Uralic"/>
                        </a:rPr>
                        <a:t>s</a:t>
                      </a:r>
                      <a:r>
                        <a:rPr sz="2000" b="1" dirty="0">
                          <a:latin typeface="Gothic Uralic"/>
                          <a:cs typeface="Gothic Uralic"/>
                        </a:rPr>
                        <a:t>t  Time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895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445">
                        <a:lnSpc>
                          <a:spcPts val="1860"/>
                        </a:lnSpc>
                        <a:spcBef>
                          <a:spcPts val="950"/>
                        </a:spcBef>
                      </a:pP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Completion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  <a:p>
                      <a:pPr marL="251460">
                        <a:lnSpc>
                          <a:spcPts val="1860"/>
                        </a:lnSpc>
                      </a:pP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Time</a:t>
                      </a: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(CT)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20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4604" algn="ctr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TAT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WT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36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000" b="1" spc="5" dirty="0">
                          <a:latin typeface="Gothic Uralic"/>
                          <a:cs typeface="Gothic Uralic"/>
                        </a:rPr>
                        <a:t>P1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959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8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8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8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438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36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P2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959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469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7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67728"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  <a:spcBef>
                          <a:spcPts val="420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P3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9590">
                        <a:lnSpc>
                          <a:spcPts val="2375"/>
                        </a:lnSpc>
                        <a:spcBef>
                          <a:spcPts val="420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75"/>
                        </a:lnSpc>
                        <a:spcBef>
                          <a:spcPts val="420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9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533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21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19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9730">
                <a:tc>
                  <a:txBody>
                    <a:bodyPr/>
                    <a:lstStyle/>
                    <a:p>
                      <a:pPr algn="ctr">
                        <a:lnSpc>
                          <a:spcPts val="2375"/>
                        </a:lnSpc>
                        <a:spcBef>
                          <a:spcPts val="51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P4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9590">
                        <a:lnSpc>
                          <a:spcPts val="2375"/>
                        </a:lnSpc>
                        <a:spcBef>
                          <a:spcPts val="51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0225">
                        <a:lnSpc>
                          <a:spcPts val="2375"/>
                        </a:lnSpc>
                        <a:spcBef>
                          <a:spcPts val="51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26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9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23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18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32" name="object 32"/>
          <p:cNvSpPr txBox="1"/>
          <p:nvPr/>
        </p:nvSpPr>
        <p:spPr>
          <a:xfrm>
            <a:off x="2073910" y="5541975"/>
            <a:ext cx="60445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Gothic Uralic"/>
                <a:cs typeface="Gothic Uralic"/>
              </a:rPr>
              <a:t>Average </a:t>
            </a:r>
            <a:r>
              <a:rPr sz="1800" b="1" spc="-5" dirty="0">
                <a:latin typeface="Gothic Uralic"/>
                <a:cs typeface="Gothic Uralic"/>
              </a:rPr>
              <a:t>TAT </a:t>
            </a:r>
            <a:r>
              <a:rPr sz="1800" b="1" dirty="0">
                <a:latin typeface="Gothic Uralic"/>
                <a:cs typeface="Gothic Uralic"/>
              </a:rPr>
              <a:t>= (8 + </a:t>
            </a:r>
            <a:r>
              <a:rPr sz="1800" b="1" spc="-5" dirty="0">
                <a:latin typeface="Gothic Uralic"/>
                <a:cs typeface="Gothic Uralic"/>
              </a:rPr>
              <a:t>11 </a:t>
            </a:r>
            <a:r>
              <a:rPr sz="1800" b="1" dirty="0">
                <a:latin typeface="Gothic Uralic"/>
                <a:cs typeface="Gothic Uralic"/>
              </a:rPr>
              <a:t>+ </a:t>
            </a:r>
            <a:r>
              <a:rPr sz="1800" b="1" spc="-5" dirty="0">
                <a:latin typeface="Gothic Uralic"/>
                <a:cs typeface="Gothic Uralic"/>
              </a:rPr>
              <a:t>19+23)/4 </a:t>
            </a:r>
            <a:r>
              <a:rPr sz="1800" b="1" dirty="0">
                <a:latin typeface="Gothic Uralic"/>
                <a:cs typeface="Gothic Uralic"/>
              </a:rPr>
              <a:t>= </a:t>
            </a:r>
            <a:r>
              <a:rPr sz="1800" b="1" spc="-5" dirty="0">
                <a:latin typeface="Gothic Uralic"/>
                <a:cs typeface="Gothic Uralic"/>
              </a:rPr>
              <a:t>61/ </a:t>
            </a:r>
            <a:r>
              <a:rPr sz="1800" b="1" dirty="0">
                <a:latin typeface="Gothic Uralic"/>
                <a:cs typeface="Gothic Uralic"/>
              </a:rPr>
              <a:t>4 = </a:t>
            </a:r>
            <a:r>
              <a:rPr sz="1800" b="1" spc="-5" dirty="0">
                <a:latin typeface="Gothic Uralic"/>
                <a:cs typeface="Gothic Uralic"/>
              </a:rPr>
              <a:t>15.25</a:t>
            </a:r>
            <a:r>
              <a:rPr sz="1800" b="1" spc="-100" dirty="0">
                <a:latin typeface="Gothic Uralic"/>
                <a:cs typeface="Gothic Uralic"/>
              </a:rPr>
              <a:t> </a:t>
            </a:r>
            <a:r>
              <a:rPr sz="1800" b="1" dirty="0">
                <a:latin typeface="Gothic Uralic"/>
                <a:cs typeface="Gothic Uralic"/>
              </a:rPr>
              <a:t>msec.</a:t>
            </a:r>
            <a:endParaRPr sz="1800">
              <a:latin typeface="Gothic Uralic"/>
              <a:cs typeface="Gothic Uralic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Gothic Uralic"/>
                <a:cs typeface="Gothic Uralic"/>
              </a:rPr>
              <a:t>Average </a:t>
            </a:r>
            <a:r>
              <a:rPr sz="1800" b="1" spc="-5" dirty="0">
                <a:latin typeface="Gothic Uralic"/>
                <a:cs typeface="Gothic Uralic"/>
              </a:rPr>
              <a:t>WT </a:t>
            </a:r>
            <a:r>
              <a:rPr sz="1800" b="1" dirty="0">
                <a:latin typeface="Gothic Uralic"/>
                <a:cs typeface="Gothic Uralic"/>
              </a:rPr>
              <a:t>= </a:t>
            </a:r>
            <a:r>
              <a:rPr sz="1800" b="1" spc="-5" dirty="0">
                <a:latin typeface="Gothic Uralic"/>
                <a:cs typeface="Gothic Uralic"/>
              </a:rPr>
              <a:t>(0 </a:t>
            </a:r>
            <a:r>
              <a:rPr sz="1800" b="1" dirty="0">
                <a:latin typeface="Gothic Uralic"/>
                <a:cs typeface="Gothic Uralic"/>
              </a:rPr>
              <a:t>+ </a:t>
            </a:r>
            <a:r>
              <a:rPr sz="1800" b="1" spc="-5" dirty="0">
                <a:latin typeface="Gothic Uralic"/>
                <a:cs typeface="Gothic Uralic"/>
              </a:rPr>
              <a:t>7+10 </a:t>
            </a:r>
            <a:r>
              <a:rPr sz="1800" b="1" dirty="0">
                <a:latin typeface="Gothic Uralic"/>
                <a:cs typeface="Gothic Uralic"/>
              </a:rPr>
              <a:t>+ </a:t>
            </a:r>
            <a:r>
              <a:rPr sz="1800" b="1" spc="-5" dirty="0">
                <a:latin typeface="Gothic Uralic"/>
                <a:cs typeface="Gothic Uralic"/>
              </a:rPr>
              <a:t>18) </a:t>
            </a:r>
            <a:r>
              <a:rPr sz="1800" b="1" dirty="0">
                <a:latin typeface="Gothic Uralic"/>
                <a:cs typeface="Gothic Uralic"/>
              </a:rPr>
              <a:t>/ 4 = 35/4 = </a:t>
            </a:r>
            <a:r>
              <a:rPr sz="1800" b="1" spc="-5" dirty="0">
                <a:latin typeface="Gothic Uralic"/>
                <a:cs typeface="Gothic Uralic"/>
              </a:rPr>
              <a:t>8.75</a:t>
            </a:r>
            <a:r>
              <a:rPr sz="1800" b="1" spc="-95" dirty="0">
                <a:latin typeface="Gothic Uralic"/>
                <a:cs typeface="Gothic Uralic"/>
              </a:rPr>
              <a:t> </a:t>
            </a:r>
            <a:r>
              <a:rPr sz="1800" b="1" spc="-5" dirty="0">
                <a:latin typeface="Gothic Uralic"/>
                <a:cs typeface="Gothic Uralic"/>
              </a:rPr>
              <a:t>msec.</a:t>
            </a:r>
            <a:endParaRPr sz="1800">
              <a:latin typeface="Gothic Uralic"/>
              <a:cs typeface="Gothic Uralic"/>
            </a:endParaRPr>
          </a:p>
        </p:txBody>
      </p:sp>
    </p:spTree>
    <p:extLst>
      <p:ext uri="{BB962C8B-B14F-4D97-AF65-F5344CB8AC3E}">
        <p14:creationId xmlns:p14="http://schemas.microsoft.com/office/powerpoint/2010/main" val="1189575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>
            <a:extLst>
              <a:ext uri="{FF2B5EF4-FFF2-40B4-BE49-F238E27FC236}">
                <a16:creationId xmlns:a16="http://schemas.microsoft.com/office/drawing/2014/main" xmlns="" id="{807E8E47-0B03-4893-9C7C-D123C3E4B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57401" y="457201"/>
            <a:ext cx="8340725" cy="978309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ea typeface="宋体" panose="02010600030101010101" pitchFamily="2" charset="-122"/>
              </a:rPr>
              <a:t>First-Come, First-Served (FCFS) Scheduling</a:t>
            </a:r>
          </a:p>
        </p:txBody>
      </p:sp>
      <p:sp>
        <p:nvSpPr>
          <p:cNvPr id="10243" name="Rectangle 19">
            <a:extLst>
              <a:ext uri="{FF2B5EF4-FFF2-40B4-BE49-F238E27FC236}">
                <a16:creationId xmlns:a16="http://schemas.microsoft.com/office/drawing/2014/main" xmlns="" id="{6E6DE6BE-ABBF-49A2-BA05-3A8E65411F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00200" y="1944349"/>
            <a:ext cx="7701116" cy="173291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ea typeface="宋体" panose="02010600030101010101" pitchFamily="2" charset="-122"/>
              </a:rPr>
              <a:t>Single FIFO ready queue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ea typeface="宋体" panose="02010600030101010101" pitchFamily="2" charset="-122"/>
              </a:rPr>
              <a:t>No-preemptive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ea typeface="宋体" panose="02010600030101010101" pitchFamily="2" charset="-122"/>
              </a:rPr>
              <a:t>Not suitable for timesharing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ea typeface="宋体" panose="02010600030101010101" pitchFamily="2" charset="-122"/>
              </a:rPr>
              <a:t>Simple to implement and understand</a:t>
            </a:r>
          </a:p>
        </p:txBody>
      </p:sp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xmlns="" id="{147A7B89-3F6F-4EC3-97F6-8046BD728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auto">
          <a:xfrm>
            <a:off x="304800" y="63246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0" sz="1400" b="0" kern="1200" smtClean="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defRPr>
            </a:lvl1pPr>
            <a:lvl2pPr marL="457200" algn="ctr" rtl="0" eaLnBrk="0" fontAlgn="base" hangingPunct="0">
              <a:spcBef>
                <a:spcPct val="50000"/>
              </a:spcBef>
              <a:spcAft>
                <a:spcPct val="0"/>
              </a:spcAft>
              <a:defRPr kumimoji="1" b="1" kern="120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defRPr>
            </a:lvl2pPr>
            <a:lvl3pPr marL="914400" algn="ctr" rtl="0" eaLnBrk="0" fontAlgn="base" hangingPunct="0">
              <a:spcBef>
                <a:spcPct val="50000"/>
              </a:spcBef>
              <a:spcAft>
                <a:spcPct val="0"/>
              </a:spcAft>
              <a:defRPr kumimoji="1" b="1" kern="120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defRPr>
            </a:lvl3pPr>
            <a:lvl4pPr marL="1371600" algn="ctr" rtl="0" eaLnBrk="0" fontAlgn="base" hangingPunct="0">
              <a:spcBef>
                <a:spcPct val="50000"/>
              </a:spcBef>
              <a:spcAft>
                <a:spcPct val="0"/>
              </a:spcAft>
              <a:defRPr kumimoji="1" b="1" kern="120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defRPr>
            </a:lvl4pPr>
            <a:lvl5pPr marL="1828800" algn="ctr" rtl="0" eaLnBrk="0" fontAlgn="base" hangingPunct="0">
              <a:spcBef>
                <a:spcPct val="50000"/>
              </a:spcBef>
              <a:spcAft>
                <a:spcPct val="0"/>
              </a:spcAft>
              <a:defRPr kumimoji="1" b="1" kern="120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b="1" kern="120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b="1" kern="120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b="1" kern="120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b="1" kern="1200">
                <a:solidFill>
                  <a:srgbClr val="000000"/>
                </a:solidFill>
                <a:latin typeface="Helvetica" panose="020B0604020202020204" pitchFamily="34" charset="0"/>
                <a:ea typeface="+mn-ea"/>
                <a:cs typeface="+mn-cs"/>
              </a:defRPr>
            </a:lvl9pPr>
          </a:lstStyle>
          <a:p>
            <a:r>
              <a:rPr lang="en-US"/>
              <a:t>GMU – CS 571</a:t>
            </a:r>
            <a:endParaRPr kumimoji="0" lang="en-US" altLang="en-US" b="0"/>
          </a:p>
        </p:txBody>
      </p:sp>
    </p:spTree>
    <p:extLst>
      <p:ext uri="{BB962C8B-B14F-4D97-AF65-F5344CB8AC3E}">
        <p14:creationId xmlns:p14="http://schemas.microsoft.com/office/powerpoint/2010/main" val="2115246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4160646" y="201930"/>
            <a:ext cx="27222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Assignment</a:t>
            </a:r>
            <a:r>
              <a:rPr sz="2000" u="heavy" spc="-1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sz="2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Questions</a:t>
            </a:r>
            <a:endParaRPr sz="2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xmlns="" id="{086E5269-C6BA-449C-8FCA-ABD608E79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9391" y="1582548"/>
            <a:ext cx="10287000" cy="334327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xmlns="" id="{3C4BB822-B5B0-496B-B931-DC8E23C63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587" y="5549064"/>
            <a:ext cx="4429125" cy="809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687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6939" y="1808733"/>
            <a:ext cx="10708640" cy="3301481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163195" indent="-228600">
              <a:lnSpc>
                <a:spcPts val="3020"/>
              </a:lnSpc>
              <a:spcBef>
                <a:spcPts val="48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000" spc="125" dirty="0">
                <a:latin typeface="Verdana"/>
                <a:cs typeface="Verdana"/>
              </a:rPr>
              <a:t>Concept</a:t>
            </a:r>
            <a:r>
              <a:rPr sz="2000" spc="-185" dirty="0">
                <a:latin typeface="Verdana"/>
                <a:cs typeface="Verdana"/>
              </a:rPr>
              <a:t> </a:t>
            </a:r>
            <a:r>
              <a:rPr sz="2000" spc="-345" dirty="0">
                <a:latin typeface="Verdana"/>
                <a:cs typeface="Verdana"/>
              </a:rPr>
              <a:t>-</a:t>
            </a:r>
            <a:r>
              <a:rPr sz="2000" spc="-229" dirty="0">
                <a:latin typeface="Verdana"/>
                <a:cs typeface="Verdana"/>
              </a:rPr>
              <a:t> </a:t>
            </a:r>
            <a:r>
              <a:rPr sz="2000" spc="55" dirty="0">
                <a:latin typeface="Verdana"/>
                <a:cs typeface="Verdana"/>
              </a:rPr>
              <a:t>Allocate</a:t>
            </a:r>
            <a:r>
              <a:rPr sz="2000" spc="-19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</a:t>
            </a:r>
            <a:r>
              <a:rPr sz="2000" spc="-195" dirty="0">
                <a:latin typeface="Verdana"/>
                <a:cs typeface="Verdana"/>
              </a:rPr>
              <a:t> </a:t>
            </a:r>
            <a:r>
              <a:rPr sz="2000" spc="20" dirty="0">
                <a:latin typeface="Verdana"/>
                <a:cs typeface="Verdana"/>
              </a:rPr>
              <a:t>CPU</a:t>
            </a:r>
            <a:r>
              <a:rPr sz="2000" spc="-20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to</a:t>
            </a:r>
            <a:r>
              <a:rPr sz="2000" spc="-21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</a:t>
            </a:r>
            <a:r>
              <a:rPr sz="2000" spc="-204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process</a:t>
            </a:r>
            <a:r>
              <a:rPr sz="2000" spc="-200" dirty="0">
                <a:latin typeface="Verdana"/>
                <a:cs typeface="Verdana"/>
              </a:rPr>
              <a:t> </a:t>
            </a:r>
            <a:r>
              <a:rPr sz="2000" spc="-100" dirty="0">
                <a:latin typeface="Verdana"/>
                <a:cs typeface="Verdana"/>
              </a:rPr>
              <a:t>with</a:t>
            </a:r>
            <a:r>
              <a:rPr sz="2000" spc="-21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</a:t>
            </a:r>
            <a:r>
              <a:rPr sz="2000" spc="-204" dirty="0">
                <a:latin typeface="Verdana"/>
                <a:cs typeface="Verdana"/>
              </a:rPr>
              <a:t> </a:t>
            </a:r>
            <a:r>
              <a:rPr sz="2000" spc="-135" dirty="0">
                <a:latin typeface="Verdana"/>
                <a:cs typeface="Verdana"/>
              </a:rPr>
              <a:t>smallest  </a:t>
            </a:r>
            <a:r>
              <a:rPr sz="2000" spc="-100" dirty="0">
                <a:latin typeface="Verdana"/>
                <a:cs typeface="Verdana"/>
              </a:rPr>
              <a:t>next </a:t>
            </a:r>
            <a:r>
              <a:rPr sz="2000" spc="20" dirty="0">
                <a:latin typeface="Verdana"/>
                <a:cs typeface="Verdana"/>
              </a:rPr>
              <a:t>CPU</a:t>
            </a:r>
            <a:r>
              <a:rPr sz="2000" spc="-280" dirty="0">
                <a:latin typeface="Verdana"/>
                <a:cs typeface="Verdana"/>
              </a:rPr>
              <a:t> </a:t>
            </a:r>
            <a:r>
              <a:rPr sz="2000" spc="-180" dirty="0">
                <a:latin typeface="Verdana"/>
                <a:cs typeface="Verdana"/>
              </a:rPr>
              <a:t>burst.</a:t>
            </a:r>
            <a:endParaRPr lang="en-US" sz="2000" spc="-180" dirty="0">
              <a:latin typeface="Verdana"/>
              <a:cs typeface="Verdana"/>
            </a:endParaRPr>
          </a:p>
          <a:p>
            <a:pPr marL="241300" marR="163195" indent="-228600">
              <a:lnSpc>
                <a:spcPts val="3020"/>
              </a:lnSpc>
              <a:spcBef>
                <a:spcPts val="48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lang="en-US" sz="2000" spc="-180" dirty="0">
                <a:latin typeface="Verdana"/>
                <a:cs typeface="Verdana"/>
              </a:rPr>
              <a:t>Mode :Non-Preemptive</a:t>
            </a:r>
          </a:p>
          <a:p>
            <a:pPr marL="241300" marR="163195" indent="-228600">
              <a:lnSpc>
                <a:spcPts val="3020"/>
              </a:lnSpc>
              <a:spcBef>
                <a:spcPts val="48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lang="en-US" sz="2000" spc="-180" dirty="0">
                <a:latin typeface="Verdana"/>
                <a:cs typeface="Verdana"/>
              </a:rPr>
              <a:t>Criteria :Burst Time</a:t>
            </a:r>
            <a:endParaRPr sz="2000" dirty="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000" spc="-110" dirty="0">
                <a:latin typeface="Verdana"/>
                <a:cs typeface="Verdana"/>
              </a:rPr>
              <a:t>Working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345" dirty="0">
                <a:latin typeface="Verdana"/>
                <a:cs typeface="Verdana"/>
              </a:rPr>
              <a:t>-</a:t>
            </a:r>
            <a:endParaRPr sz="2000" dirty="0">
              <a:latin typeface="Verdana"/>
              <a:cs typeface="Verdana"/>
            </a:endParaRPr>
          </a:p>
          <a:p>
            <a:pPr marL="698500" marR="388620" lvl="1" indent="-228600">
              <a:lnSpc>
                <a:spcPts val="2590"/>
              </a:lnSpc>
              <a:spcBef>
                <a:spcPts val="920"/>
              </a:spcBef>
              <a:buClr>
                <a:srgbClr val="EC7C30"/>
              </a:buClr>
              <a:buFont typeface="Wingdings"/>
              <a:buChar char=""/>
              <a:tabLst>
                <a:tab pos="699135" algn="l"/>
              </a:tabLst>
            </a:pPr>
            <a:r>
              <a:rPr sz="2000" spc="-310" dirty="0">
                <a:latin typeface="Verdana"/>
                <a:cs typeface="Verdana"/>
              </a:rPr>
              <a:t>It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associates</a:t>
            </a:r>
            <a:r>
              <a:rPr sz="2000" spc="-210" dirty="0">
                <a:latin typeface="Verdana"/>
                <a:cs typeface="Verdana"/>
              </a:rPr>
              <a:t> </a:t>
            </a:r>
            <a:r>
              <a:rPr sz="2000" spc="-85" dirty="0">
                <a:latin typeface="Verdana"/>
                <a:cs typeface="Verdana"/>
              </a:rPr>
              <a:t>with</a:t>
            </a:r>
            <a:r>
              <a:rPr sz="2000" spc="-200" dirty="0">
                <a:latin typeface="Verdana"/>
                <a:cs typeface="Verdana"/>
              </a:rPr>
              <a:t> </a:t>
            </a:r>
            <a:r>
              <a:rPr sz="2000" spc="140" dirty="0">
                <a:latin typeface="Verdana"/>
                <a:cs typeface="Verdana"/>
              </a:rPr>
              <a:t>each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process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the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length</a:t>
            </a:r>
            <a:r>
              <a:rPr sz="2000" spc="-195" dirty="0">
                <a:latin typeface="Verdana"/>
                <a:cs typeface="Verdana"/>
              </a:rPr>
              <a:t> </a:t>
            </a:r>
            <a:r>
              <a:rPr sz="2000" spc="10" dirty="0">
                <a:latin typeface="Verdana"/>
                <a:cs typeface="Verdana"/>
              </a:rPr>
              <a:t>of</a:t>
            </a:r>
            <a:r>
              <a:rPr lang="en-US" sz="2000" spc="10" dirty="0">
                <a:latin typeface="Verdana"/>
                <a:cs typeface="Verdana"/>
              </a:rPr>
              <a:t> its</a:t>
            </a:r>
            <a:r>
              <a:rPr sz="2000" spc="-190" dirty="0">
                <a:latin typeface="Verdana"/>
                <a:cs typeface="Verdana"/>
              </a:rPr>
              <a:t> </a:t>
            </a:r>
            <a:r>
              <a:rPr sz="2000" spc="-85" dirty="0">
                <a:latin typeface="Verdana"/>
                <a:cs typeface="Verdana"/>
              </a:rPr>
              <a:t>next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spc="20" dirty="0">
                <a:latin typeface="Verdana"/>
                <a:cs typeface="Verdana"/>
              </a:rPr>
              <a:t>CPU  </a:t>
            </a:r>
            <a:r>
              <a:rPr sz="2000" spc="-155" dirty="0">
                <a:latin typeface="Verdana"/>
                <a:cs typeface="Verdana"/>
              </a:rPr>
              <a:t>burst.</a:t>
            </a:r>
            <a:endParaRPr sz="2000" dirty="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540"/>
              </a:spcBef>
              <a:buClr>
                <a:srgbClr val="EC7C30"/>
              </a:buClr>
              <a:buFont typeface="Wingdings"/>
              <a:buChar char=""/>
              <a:tabLst>
                <a:tab pos="699135" algn="l"/>
              </a:tabLst>
            </a:pPr>
            <a:r>
              <a:rPr sz="2000" spc="-135" dirty="0">
                <a:latin typeface="Verdana"/>
                <a:cs typeface="Verdana"/>
              </a:rPr>
              <a:t>The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20" dirty="0">
                <a:latin typeface="Verdana"/>
                <a:cs typeface="Verdana"/>
              </a:rPr>
              <a:t>CPU</a:t>
            </a:r>
            <a:r>
              <a:rPr sz="2000" spc="-190" dirty="0">
                <a:latin typeface="Verdana"/>
                <a:cs typeface="Verdana"/>
              </a:rPr>
              <a:t> </a:t>
            </a:r>
            <a:r>
              <a:rPr sz="2000" spc="-240" dirty="0">
                <a:latin typeface="Verdana"/>
                <a:cs typeface="Verdana"/>
              </a:rPr>
              <a:t>is</a:t>
            </a:r>
            <a:r>
              <a:rPr sz="2000" spc="-204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allocated</a:t>
            </a:r>
            <a:r>
              <a:rPr sz="2000" spc="-19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to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the</a:t>
            </a:r>
            <a:r>
              <a:rPr sz="2000" spc="-18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process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85" dirty="0">
                <a:latin typeface="Verdana"/>
                <a:cs typeface="Verdana"/>
              </a:rPr>
              <a:t>with</a:t>
            </a:r>
            <a:r>
              <a:rPr sz="2000" spc="-204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the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-114" dirty="0">
                <a:latin typeface="Verdana"/>
                <a:cs typeface="Verdana"/>
              </a:rPr>
              <a:t>smallest</a:t>
            </a:r>
            <a:r>
              <a:rPr sz="2000" spc="-195" dirty="0">
                <a:latin typeface="Verdana"/>
                <a:cs typeface="Verdana"/>
              </a:rPr>
              <a:t> </a:t>
            </a:r>
            <a:r>
              <a:rPr sz="2000" spc="-85" dirty="0">
                <a:latin typeface="Verdana"/>
                <a:cs typeface="Verdana"/>
              </a:rPr>
              <a:t>next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spc="20" dirty="0">
                <a:latin typeface="Verdana"/>
                <a:cs typeface="Verdana"/>
              </a:rPr>
              <a:t>CPU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-155" dirty="0">
                <a:latin typeface="Verdana"/>
                <a:cs typeface="Verdana"/>
              </a:rPr>
              <a:t>burst.</a:t>
            </a:r>
            <a:endParaRPr sz="2000" dirty="0">
              <a:latin typeface="Verdana"/>
              <a:cs typeface="Verdana"/>
            </a:endParaRPr>
          </a:p>
          <a:p>
            <a:pPr marL="698500" marR="701040" lvl="1" indent="-228600">
              <a:lnSpc>
                <a:spcPts val="2590"/>
              </a:lnSpc>
              <a:spcBef>
                <a:spcPts val="905"/>
              </a:spcBef>
              <a:buClr>
                <a:srgbClr val="EC7C30"/>
              </a:buClr>
              <a:buFont typeface="Wingdings"/>
              <a:buChar char=""/>
              <a:tabLst>
                <a:tab pos="699135" algn="l"/>
              </a:tabLst>
            </a:pPr>
            <a:r>
              <a:rPr sz="2000" spc="-290" dirty="0">
                <a:latin typeface="Verdana"/>
                <a:cs typeface="Verdana"/>
              </a:rPr>
              <a:t>If</a:t>
            </a:r>
            <a:r>
              <a:rPr sz="2000" spc="-1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two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processes</a:t>
            </a:r>
            <a:r>
              <a:rPr sz="2000" spc="-145" dirty="0">
                <a:latin typeface="Verdana"/>
                <a:cs typeface="Verdana"/>
              </a:rPr>
              <a:t> </a:t>
            </a:r>
            <a:r>
              <a:rPr sz="2000" spc="45" dirty="0">
                <a:latin typeface="Verdana"/>
                <a:cs typeface="Verdana"/>
              </a:rPr>
              <a:t>have</a:t>
            </a:r>
            <a:r>
              <a:rPr sz="2000" spc="-204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the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same</a:t>
            </a:r>
            <a:r>
              <a:rPr sz="2000" spc="-190" dirty="0">
                <a:latin typeface="Verdana"/>
                <a:cs typeface="Verdana"/>
              </a:rPr>
              <a:t> </a:t>
            </a:r>
            <a:r>
              <a:rPr sz="2000" spc="-85" dirty="0">
                <a:latin typeface="Verdana"/>
                <a:cs typeface="Verdana"/>
              </a:rPr>
              <a:t>next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spc="20" dirty="0">
                <a:latin typeface="Verdana"/>
                <a:cs typeface="Verdana"/>
              </a:rPr>
              <a:t>CPU</a:t>
            </a:r>
            <a:r>
              <a:rPr sz="2000" spc="-175" dirty="0">
                <a:latin typeface="Verdana"/>
                <a:cs typeface="Verdana"/>
              </a:rPr>
              <a:t> bursts,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spc="-155" dirty="0">
                <a:latin typeface="Verdana"/>
                <a:cs typeface="Verdana"/>
              </a:rPr>
              <a:t>FCFS</a:t>
            </a:r>
            <a:r>
              <a:rPr sz="2000" spc="-185" dirty="0">
                <a:latin typeface="Verdana"/>
                <a:cs typeface="Verdana"/>
              </a:rPr>
              <a:t> </a:t>
            </a:r>
            <a:r>
              <a:rPr sz="2000" spc="-240" dirty="0">
                <a:latin typeface="Verdana"/>
                <a:cs typeface="Verdana"/>
              </a:rPr>
              <a:t>is</a:t>
            </a:r>
            <a:r>
              <a:rPr sz="2000" spc="-204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used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to  </a:t>
            </a:r>
            <a:r>
              <a:rPr sz="2000" spc="-15" dirty="0">
                <a:latin typeface="Verdana"/>
                <a:cs typeface="Verdana"/>
              </a:rPr>
              <a:t>break </a:t>
            </a:r>
            <a:r>
              <a:rPr sz="2000" spc="-20" dirty="0">
                <a:latin typeface="Verdana"/>
                <a:cs typeface="Verdana"/>
              </a:rPr>
              <a:t>the</a:t>
            </a:r>
            <a:r>
              <a:rPr sz="2000" spc="-350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tie.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9169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</a:rPr>
              <a:t>Shortest-Job-First </a:t>
            </a:r>
            <a:r>
              <a:rPr sz="4400" dirty="0">
                <a:solidFill>
                  <a:srgbClr val="FF0000"/>
                </a:solidFill>
              </a:rPr>
              <a:t>(SJF)</a:t>
            </a:r>
            <a:r>
              <a:rPr sz="4400" spc="-45" dirty="0">
                <a:solidFill>
                  <a:srgbClr val="FF0000"/>
                </a:solidFill>
              </a:rPr>
              <a:t> </a:t>
            </a:r>
            <a:r>
              <a:rPr sz="4400" spc="-5" dirty="0">
                <a:solidFill>
                  <a:srgbClr val="FF0000"/>
                </a:solidFill>
              </a:rPr>
              <a:t>Scheduling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2310171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6939" y="1808733"/>
            <a:ext cx="10292715" cy="122047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  <a:tab pos="4163060" algn="l"/>
              </a:tabLst>
            </a:pPr>
            <a:r>
              <a:rPr sz="2800" spc="-30" dirty="0">
                <a:latin typeface="Verdana"/>
                <a:cs typeface="Verdana"/>
              </a:rPr>
              <a:t>Consider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spc="-40" dirty="0">
                <a:latin typeface="Verdana"/>
                <a:cs typeface="Verdana"/>
              </a:rPr>
              <a:t>following </a:t>
            </a:r>
            <a:r>
              <a:rPr sz="2800" spc="-130" dirty="0">
                <a:latin typeface="Verdana"/>
                <a:cs typeface="Verdana"/>
              </a:rPr>
              <a:t>set </a:t>
            </a:r>
            <a:r>
              <a:rPr sz="2800" spc="10" dirty="0">
                <a:latin typeface="Verdana"/>
                <a:cs typeface="Verdana"/>
              </a:rPr>
              <a:t>of </a:t>
            </a:r>
            <a:r>
              <a:rPr sz="2800" spc="-60" dirty="0">
                <a:latin typeface="Verdana"/>
                <a:cs typeface="Verdana"/>
              </a:rPr>
              <a:t>processes </a:t>
            </a:r>
            <a:r>
              <a:rPr sz="2800" spc="-40" dirty="0">
                <a:latin typeface="Verdana"/>
                <a:cs typeface="Verdana"/>
              </a:rPr>
              <a:t>that </a:t>
            </a:r>
            <a:r>
              <a:rPr sz="2800" b="1" spc="-5" dirty="0">
                <a:solidFill>
                  <a:srgbClr val="FF0000"/>
                </a:solidFill>
                <a:latin typeface="Gothic Uralic"/>
                <a:cs typeface="Gothic Uralic"/>
              </a:rPr>
              <a:t>arrive at time  </a:t>
            </a:r>
            <a:r>
              <a:rPr sz="2800" b="1" spc="-130" dirty="0">
                <a:solidFill>
                  <a:srgbClr val="FF0000"/>
                </a:solidFill>
                <a:latin typeface="Gothic Uralic"/>
                <a:cs typeface="Gothic Uralic"/>
              </a:rPr>
              <a:t>0</a:t>
            </a:r>
            <a:r>
              <a:rPr sz="2800" spc="-130" dirty="0">
                <a:latin typeface="Verdana"/>
                <a:cs typeface="Verdana"/>
              </a:rPr>
              <a:t>,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in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55" dirty="0">
                <a:latin typeface="Verdana"/>
                <a:cs typeface="Verdana"/>
              </a:rPr>
              <a:t>order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275" dirty="0">
                <a:latin typeface="Verdana"/>
                <a:cs typeface="Verdana"/>
              </a:rPr>
              <a:t>PI,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70" dirty="0">
                <a:latin typeface="Verdana"/>
                <a:cs typeface="Verdana"/>
              </a:rPr>
              <a:t>P2,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70" dirty="0">
                <a:latin typeface="Verdana"/>
                <a:cs typeface="Verdana"/>
              </a:rPr>
              <a:t>P3,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with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25" dirty="0">
                <a:latin typeface="Verdana"/>
                <a:cs typeface="Verdana"/>
              </a:rPr>
              <a:t>CPU-burst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time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in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milliseconds  </a:t>
            </a:r>
            <a:r>
              <a:rPr sz="2800" spc="-20" dirty="0">
                <a:latin typeface="Verdana"/>
                <a:cs typeface="Verdana"/>
              </a:rPr>
              <a:t>given </a:t>
            </a:r>
            <a:r>
              <a:rPr sz="2800" spc="50" dirty="0">
                <a:latin typeface="Verdana"/>
                <a:cs typeface="Verdana"/>
              </a:rPr>
              <a:t>below</a:t>
            </a:r>
            <a:r>
              <a:rPr sz="2800" spc="-345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(Avg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310" dirty="0">
                <a:latin typeface="Verdana"/>
                <a:cs typeface="Verdana"/>
              </a:rPr>
              <a:t>TAT	</a:t>
            </a:r>
            <a:r>
              <a:rPr sz="2800" spc="60" dirty="0">
                <a:latin typeface="Verdana"/>
                <a:cs typeface="Verdana"/>
              </a:rPr>
              <a:t>Avg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305" dirty="0">
                <a:latin typeface="Verdana"/>
                <a:cs typeface="Verdana"/>
              </a:rPr>
              <a:t>WT)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42028" y="3005223"/>
            <a:ext cx="1563371" cy="207391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70"/>
              </a:spcBef>
            </a:pPr>
            <a:r>
              <a:rPr sz="2800" b="1" spc="-10" dirty="0">
                <a:latin typeface="Gothic Uralic"/>
                <a:cs typeface="Gothic Uralic"/>
              </a:rPr>
              <a:t>Process</a:t>
            </a:r>
            <a:endParaRPr sz="2800" dirty="0">
              <a:latin typeface="Gothic Uralic"/>
              <a:cs typeface="Gothic Uralic"/>
            </a:endParaRPr>
          </a:p>
          <a:p>
            <a:pPr marL="972185" marR="53975" indent="-33655" algn="just">
              <a:lnSpc>
                <a:spcPct val="120000"/>
              </a:lnSpc>
            </a:pPr>
            <a:r>
              <a:rPr sz="2800" b="1" i="1" dirty="0">
                <a:latin typeface="TeXGyreAdventor"/>
                <a:cs typeface="TeXGyreAdventor"/>
              </a:rPr>
              <a:t>P</a:t>
            </a:r>
            <a:r>
              <a:rPr sz="2775" b="1" i="1" baseline="-21021" dirty="0">
                <a:latin typeface="TeXGyreAdventor"/>
                <a:cs typeface="TeXGyreAdventor"/>
              </a:rPr>
              <a:t>1  </a:t>
            </a:r>
            <a:r>
              <a:rPr sz="2800" b="1" i="1" dirty="0">
                <a:latin typeface="TeXGyreAdventor"/>
                <a:cs typeface="TeXGyreAdventor"/>
              </a:rPr>
              <a:t>P</a:t>
            </a:r>
            <a:r>
              <a:rPr sz="2775" b="1" i="1" baseline="-21021" dirty="0">
                <a:latin typeface="TeXGyreAdventor"/>
                <a:cs typeface="TeXGyreAdventor"/>
              </a:rPr>
              <a:t>2  </a:t>
            </a:r>
            <a:r>
              <a:rPr sz="2800" b="1" i="1" dirty="0">
                <a:latin typeface="TeXGyreAdventor"/>
                <a:cs typeface="TeXGyreAdventor"/>
              </a:rPr>
              <a:t>P</a:t>
            </a:r>
            <a:r>
              <a:rPr sz="2775" b="1" i="1" baseline="-21021" dirty="0">
                <a:latin typeface="TeXGyreAdventor"/>
                <a:cs typeface="TeXGyreAdventor"/>
              </a:rPr>
              <a:t>3</a:t>
            </a:r>
            <a:endParaRPr sz="2775" baseline="-21021" dirty="0">
              <a:latin typeface="TeXGyreAdventor"/>
              <a:cs typeface="TeXGyreAdventor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28128" y="3005223"/>
            <a:ext cx="2092071" cy="20739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4785" marR="5080" indent="-172720">
              <a:lnSpc>
                <a:spcPct val="120000"/>
              </a:lnSpc>
              <a:spcBef>
                <a:spcPts val="95"/>
              </a:spcBef>
            </a:pPr>
            <a:r>
              <a:rPr sz="2800" b="1" spc="-5" dirty="0">
                <a:latin typeface="Gothic Uralic"/>
                <a:cs typeface="Gothic Uralic"/>
              </a:rPr>
              <a:t>Burst</a:t>
            </a:r>
            <a:r>
              <a:rPr sz="2800" b="1" spc="-80" dirty="0">
                <a:latin typeface="Gothic Uralic"/>
                <a:cs typeface="Gothic Uralic"/>
              </a:rPr>
              <a:t> </a:t>
            </a:r>
            <a:r>
              <a:rPr sz="2800" b="1" spc="-5" dirty="0">
                <a:latin typeface="Gothic Uralic"/>
                <a:cs typeface="Gothic Uralic"/>
              </a:rPr>
              <a:t>Time  </a:t>
            </a:r>
            <a:r>
              <a:rPr sz="2800" b="1" spc="-15" dirty="0">
                <a:latin typeface="Gothic Uralic"/>
                <a:cs typeface="Gothic Uralic"/>
              </a:rPr>
              <a:t>24</a:t>
            </a:r>
            <a:endParaRPr sz="2800" dirty="0">
              <a:latin typeface="Gothic Uralic"/>
              <a:cs typeface="Gothic Uralic"/>
            </a:endParaRPr>
          </a:p>
          <a:p>
            <a:pPr marL="334010">
              <a:lnSpc>
                <a:spcPct val="100000"/>
              </a:lnSpc>
              <a:spcBef>
                <a:spcPts val="675"/>
              </a:spcBef>
            </a:pPr>
            <a:r>
              <a:rPr sz="2800" b="1" spc="-5" dirty="0">
                <a:latin typeface="Gothic Uralic"/>
                <a:cs typeface="Gothic Uralic"/>
              </a:rPr>
              <a:t>3</a:t>
            </a:r>
            <a:endParaRPr sz="2800" dirty="0">
              <a:latin typeface="Gothic Uralic"/>
              <a:cs typeface="Gothic Uralic"/>
            </a:endParaRPr>
          </a:p>
          <a:p>
            <a:pPr marL="350520">
              <a:lnSpc>
                <a:spcPct val="100000"/>
              </a:lnSpc>
              <a:spcBef>
                <a:spcPts val="670"/>
              </a:spcBef>
            </a:pPr>
            <a:r>
              <a:rPr sz="2800" b="1" spc="-5" dirty="0">
                <a:latin typeface="Gothic Uralic"/>
                <a:cs typeface="Gothic Uralic"/>
              </a:rPr>
              <a:t>3</a:t>
            </a:r>
            <a:endParaRPr sz="2800" dirty="0">
              <a:latin typeface="Gothic Uralic"/>
              <a:cs typeface="Gothic Ural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152400"/>
            <a:ext cx="9169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</a:rPr>
              <a:t>Shortest-Job-First </a:t>
            </a:r>
            <a:r>
              <a:rPr sz="4400" dirty="0">
                <a:solidFill>
                  <a:srgbClr val="FF0000"/>
                </a:solidFill>
              </a:rPr>
              <a:t>(SJF)</a:t>
            </a:r>
            <a:r>
              <a:rPr sz="4400" spc="-45" dirty="0">
                <a:solidFill>
                  <a:srgbClr val="FF0000"/>
                </a:solidFill>
              </a:rPr>
              <a:t> </a:t>
            </a:r>
            <a:r>
              <a:rPr sz="4400" spc="-5" dirty="0">
                <a:solidFill>
                  <a:srgbClr val="FF0000"/>
                </a:solidFill>
              </a:rPr>
              <a:t>Scheduling</a:t>
            </a:r>
            <a:endParaRPr sz="4400" dirty="0"/>
          </a:p>
        </p:txBody>
      </p:sp>
      <p:sp>
        <p:nvSpPr>
          <p:cNvPr id="7" name="object 7"/>
          <p:cNvSpPr/>
          <p:nvPr/>
        </p:nvSpPr>
        <p:spPr>
          <a:xfrm>
            <a:off x="3555491" y="6141720"/>
            <a:ext cx="454659" cy="650875"/>
          </a:xfrm>
          <a:custGeom>
            <a:avLst/>
            <a:gdLst/>
            <a:ahLst/>
            <a:cxnLst/>
            <a:rect l="l" t="t" r="r" b="b"/>
            <a:pathLst>
              <a:path w="454660" h="650875">
                <a:moveTo>
                  <a:pt x="408686" y="0"/>
                </a:moveTo>
                <a:lnTo>
                  <a:pt x="45466" y="0"/>
                </a:lnTo>
                <a:lnTo>
                  <a:pt x="27753" y="3568"/>
                </a:lnTo>
                <a:lnTo>
                  <a:pt x="13303" y="13301"/>
                </a:lnTo>
                <a:lnTo>
                  <a:pt x="3567" y="27737"/>
                </a:lnTo>
                <a:lnTo>
                  <a:pt x="0" y="45415"/>
                </a:lnTo>
                <a:lnTo>
                  <a:pt x="0" y="605332"/>
                </a:lnTo>
                <a:lnTo>
                  <a:pt x="3567" y="623010"/>
                </a:lnTo>
                <a:lnTo>
                  <a:pt x="13303" y="637446"/>
                </a:lnTo>
                <a:lnTo>
                  <a:pt x="27753" y="647179"/>
                </a:lnTo>
                <a:lnTo>
                  <a:pt x="45466" y="650747"/>
                </a:lnTo>
                <a:lnTo>
                  <a:pt x="408686" y="650747"/>
                </a:lnTo>
                <a:lnTo>
                  <a:pt x="426398" y="647179"/>
                </a:lnTo>
                <a:lnTo>
                  <a:pt x="440848" y="637446"/>
                </a:lnTo>
                <a:lnTo>
                  <a:pt x="450584" y="623010"/>
                </a:lnTo>
                <a:lnTo>
                  <a:pt x="454152" y="605332"/>
                </a:lnTo>
                <a:lnTo>
                  <a:pt x="454152" y="45415"/>
                </a:lnTo>
                <a:lnTo>
                  <a:pt x="450584" y="27737"/>
                </a:lnTo>
                <a:lnTo>
                  <a:pt x="440848" y="13301"/>
                </a:lnTo>
                <a:lnTo>
                  <a:pt x="426398" y="3568"/>
                </a:lnTo>
                <a:lnTo>
                  <a:pt x="40868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668395" y="6302451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3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40407" y="6141720"/>
            <a:ext cx="454659" cy="650875"/>
          </a:xfrm>
          <a:custGeom>
            <a:avLst/>
            <a:gdLst/>
            <a:ahLst/>
            <a:cxnLst/>
            <a:rect l="l" t="t" r="r" b="b"/>
            <a:pathLst>
              <a:path w="454660" h="650875">
                <a:moveTo>
                  <a:pt x="408686" y="0"/>
                </a:moveTo>
                <a:lnTo>
                  <a:pt x="45466" y="0"/>
                </a:lnTo>
                <a:lnTo>
                  <a:pt x="27753" y="3568"/>
                </a:lnTo>
                <a:lnTo>
                  <a:pt x="13303" y="13301"/>
                </a:lnTo>
                <a:lnTo>
                  <a:pt x="3567" y="27737"/>
                </a:lnTo>
                <a:lnTo>
                  <a:pt x="0" y="45415"/>
                </a:lnTo>
                <a:lnTo>
                  <a:pt x="0" y="605332"/>
                </a:lnTo>
                <a:lnTo>
                  <a:pt x="3567" y="623010"/>
                </a:lnTo>
                <a:lnTo>
                  <a:pt x="13303" y="637446"/>
                </a:lnTo>
                <a:lnTo>
                  <a:pt x="27753" y="647179"/>
                </a:lnTo>
                <a:lnTo>
                  <a:pt x="45466" y="650747"/>
                </a:lnTo>
                <a:lnTo>
                  <a:pt x="408686" y="650747"/>
                </a:lnTo>
                <a:lnTo>
                  <a:pt x="426398" y="647179"/>
                </a:lnTo>
                <a:lnTo>
                  <a:pt x="440848" y="637446"/>
                </a:lnTo>
                <a:lnTo>
                  <a:pt x="450584" y="623010"/>
                </a:lnTo>
                <a:lnTo>
                  <a:pt x="454152" y="605332"/>
                </a:lnTo>
                <a:lnTo>
                  <a:pt x="454152" y="45415"/>
                </a:lnTo>
                <a:lnTo>
                  <a:pt x="450584" y="27737"/>
                </a:lnTo>
                <a:lnTo>
                  <a:pt x="440848" y="13301"/>
                </a:lnTo>
                <a:lnTo>
                  <a:pt x="426398" y="3568"/>
                </a:lnTo>
                <a:lnTo>
                  <a:pt x="40868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52422" y="6302451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0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958085" y="5822950"/>
            <a:ext cx="1812925" cy="568960"/>
            <a:chOff x="1958085" y="5822950"/>
            <a:chExt cx="1812925" cy="568960"/>
          </a:xfrm>
        </p:grpSpPr>
        <p:sp>
          <p:nvSpPr>
            <p:cNvPr id="12" name="object 12"/>
            <p:cNvSpPr/>
            <p:nvPr/>
          </p:nvSpPr>
          <p:spPr>
            <a:xfrm>
              <a:off x="1968245" y="5833110"/>
              <a:ext cx="1792605" cy="548640"/>
            </a:xfrm>
            <a:custGeom>
              <a:avLst/>
              <a:gdLst/>
              <a:ahLst/>
              <a:cxnLst/>
              <a:rect l="l" t="t" r="r" b="b"/>
              <a:pathLst>
                <a:path w="1792604" h="548639">
                  <a:moveTo>
                    <a:pt x="1737359" y="0"/>
                  </a:moveTo>
                  <a:lnTo>
                    <a:pt x="54864" y="0"/>
                  </a:lnTo>
                  <a:lnTo>
                    <a:pt x="33486" y="4311"/>
                  </a:lnTo>
                  <a:lnTo>
                    <a:pt x="16049" y="16068"/>
                  </a:lnTo>
                  <a:lnTo>
                    <a:pt x="4304" y="33507"/>
                  </a:lnTo>
                  <a:lnTo>
                    <a:pt x="0" y="54863"/>
                  </a:lnTo>
                  <a:lnTo>
                    <a:pt x="0" y="493775"/>
                  </a:lnTo>
                  <a:lnTo>
                    <a:pt x="4304" y="515132"/>
                  </a:lnTo>
                  <a:lnTo>
                    <a:pt x="16049" y="532571"/>
                  </a:lnTo>
                  <a:lnTo>
                    <a:pt x="33486" y="544328"/>
                  </a:lnTo>
                  <a:lnTo>
                    <a:pt x="54864" y="548639"/>
                  </a:lnTo>
                  <a:lnTo>
                    <a:pt x="1737359" y="548639"/>
                  </a:lnTo>
                  <a:lnTo>
                    <a:pt x="1758737" y="544328"/>
                  </a:lnTo>
                  <a:lnTo>
                    <a:pt x="1776174" y="532571"/>
                  </a:lnTo>
                  <a:lnTo>
                    <a:pt x="1787919" y="515132"/>
                  </a:lnTo>
                  <a:lnTo>
                    <a:pt x="1792224" y="493775"/>
                  </a:lnTo>
                  <a:lnTo>
                    <a:pt x="1792224" y="54863"/>
                  </a:lnTo>
                  <a:lnTo>
                    <a:pt x="1787919" y="33507"/>
                  </a:lnTo>
                  <a:lnTo>
                    <a:pt x="1776174" y="16068"/>
                  </a:lnTo>
                  <a:lnTo>
                    <a:pt x="1758737" y="4311"/>
                  </a:lnTo>
                  <a:lnTo>
                    <a:pt x="173735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968245" y="5833110"/>
              <a:ext cx="1792605" cy="548640"/>
            </a:xfrm>
            <a:custGeom>
              <a:avLst/>
              <a:gdLst/>
              <a:ahLst/>
              <a:cxnLst/>
              <a:rect l="l" t="t" r="r" b="b"/>
              <a:pathLst>
                <a:path w="1792604" h="548639">
                  <a:moveTo>
                    <a:pt x="0" y="54863"/>
                  </a:moveTo>
                  <a:lnTo>
                    <a:pt x="4304" y="33507"/>
                  </a:lnTo>
                  <a:lnTo>
                    <a:pt x="16049" y="16068"/>
                  </a:lnTo>
                  <a:lnTo>
                    <a:pt x="33486" y="4311"/>
                  </a:lnTo>
                  <a:lnTo>
                    <a:pt x="54864" y="0"/>
                  </a:lnTo>
                  <a:lnTo>
                    <a:pt x="1737359" y="0"/>
                  </a:lnTo>
                  <a:lnTo>
                    <a:pt x="1758737" y="4311"/>
                  </a:lnTo>
                  <a:lnTo>
                    <a:pt x="1776174" y="16068"/>
                  </a:lnTo>
                  <a:lnTo>
                    <a:pt x="1787919" y="33507"/>
                  </a:lnTo>
                  <a:lnTo>
                    <a:pt x="1792224" y="54863"/>
                  </a:lnTo>
                  <a:lnTo>
                    <a:pt x="1792224" y="493775"/>
                  </a:lnTo>
                  <a:lnTo>
                    <a:pt x="1787919" y="515132"/>
                  </a:lnTo>
                  <a:lnTo>
                    <a:pt x="1776174" y="532571"/>
                  </a:lnTo>
                  <a:lnTo>
                    <a:pt x="1758737" y="544328"/>
                  </a:lnTo>
                  <a:lnTo>
                    <a:pt x="1737359" y="548639"/>
                  </a:lnTo>
                  <a:lnTo>
                    <a:pt x="54864" y="548639"/>
                  </a:lnTo>
                  <a:lnTo>
                    <a:pt x="33486" y="544328"/>
                  </a:lnTo>
                  <a:lnTo>
                    <a:pt x="16049" y="532571"/>
                  </a:lnTo>
                  <a:lnTo>
                    <a:pt x="4304" y="515132"/>
                  </a:lnTo>
                  <a:lnTo>
                    <a:pt x="0" y="493775"/>
                  </a:lnTo>
                  <a:lnTo>
                    <a:pt x="0" y="5486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639314" y="5842508"/>
            <a:ext cx="4476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384291" y="6141720"/>
            <a:ext cx="454659" cy="650875"/>
          </a:xfrm>
          <a:custGeom>
            <a:avLst/>
            <a:gdLst/>
            <a:ahLst/>
            <a:cxnLst/>
            <a:rect l="l" t="t" r="r" b="b"/>
            <a:pathLst>
              <a:path w="454660" h="650875">
                <a:moveTo>
                  <a:pt x="408686" y="0"/>
                </a:moveTo>
                <a:lnTo>
                  <a:pt x="45466" y="0"/>
                </a:lnTo>
                <a:lnTo>
                  <a:pt x="27753" y="3568"/>
                </a:lnTo>
                <a:lnTo>
                  <a:pt x="13303" y="13301"/>
                </a:lnTo>
                <a:lnTo>
                  <a:pt x="3567" y="27737"/>
                </a:lnTo>
                <a:lnTo>
                  <a:pt x="0" y="45415"/>
                </a:lnTo>
                <a:lnTo>
                  <a:pt x="0" y="605332"/>
                </a:lnTo>
                <a:lnTo>
                  <a:pt x="3567" y="623010"/>
                </a:lnTo>
                <a:lnTo>
                  <a:pt x="13303" y="637446"/>
                </a:lnTo>
                <a:lnTo>
                  <a:pt x="27753" y="647179"/>
                </a:lnTo>
                <a:lnTo>
                  <a:pt x="45466" y="650747"/>
                </a:lnTo>
                <a:lnTo>
                  <a:pt x="408686" y="650747"/>
                </a:lnTo>
                <a:lnTo>
                  <a:pt x="426398" y="647179"/>
                </a:lnTo>
                <a:lnTo>
                  <a:pt x="440848" y="637446"/>
                </a:lnTo>
                <a:lnTo>
                  <a:pt x="450584" y="623010"/>
                </a:lnTo>
                <a:lnTo>
                  <a:pt x="454152" y="605332"/>
                </a:lnTo>
                <a:lnTo>
                  <a:pt x="454152" y="45415"/>
                </a:lnTo>
                <a:lnTo>
                  <a:pt x="450584" y="27737"/>
                </a:lnTo>
                <a:lnTo>
                  <a:pt x="440848" y="13301"/>
                </a:lnTo>
                <a:lnTo>
                  <a:pt x="426398" y="3568"/>
                </a:lnTo>
                <a:lnTo>
                  <a:pt x="40868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490717" y="6305499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latin typeface="Verdana"/>
                <a:cs typeface="Verdana"/>
              </a:rPr>
              <a:t>6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785361" y="5822950"/>
            <a:ext cx="1812925" cy="568960"/>
            <a:chOff x="3785361" y="5822950"/>
            <a:chExt cx="1812925" cy="568960"/>
          </a:xfrm>
        </p:grpSpPr>
        <p:sp>
          <p:nvSpPr>
            <p:cNvPr id="18" name="object 18"/>
            <p:cNvSpPr/>
            <p:nvPr/>
          </p:nvSpPr>
          <p:spPr>
            <a:xfrm>
              <a:off x="3795521" y="5833110"/>
              <a:ext cx="1792605" cy="548640"/>
            </a:xfrm>
            <a:custGeom>
              <a:avLst/>
              <a:gdLst/>
              <a:ahLst/>
              <a:cxnLst/>
              <a:rect l="l" t="t" r="r" b="b"/>
              <a:pathLst>
                <a:path w="1792604" h="548639">
                  <a:moveTo>
                    <a:pt x="1737360" y="0"/>
                  </a:moveTo>
                  <a:lnTo>
                    <a:pt x="54863" y="0"/>
                  </a:lnTo>
                  <a:lnTo>
                    <a:pt x="33486" y="4311"/>
                  </a:lnTo>
                  <a:lnTo>
                    <a:pt x="16049" y="16068"/>
                  </a:lnTo>
                  <a:lnTo>
                    <a:pt x="4304" y="33507"/>
                  </a:lnTo>
                  <a:lnTo>
                    <a:pt x="0" y="54863"/>
                  </a:lnTo>
                  <a:lnTo>
                    <a:pt x="0" y="493775"/>
                  </a:lnTo>
                  <a:lnTo>
                    <a:pt x="4304" y="515132"/>
                  </a:lnTo>
                  <a:lnTo>
                    <a:pt x="16049" y="532571"/>
                  </a:lnTo>
                  <a:lnTo>
                    <a:pt x="33486" y="544328"/>
                  </a:lnTo>
                  <a:lnTo>
                    <a:pt x="54863" y="548639"/>
                  </a:lnTo>
                  <a:lnTo>
                    <a:pt x="1737360" y="548639"/>
                  </a:lnTo>
                  <a:lnTo>
                    <a:pt x="1758737" y="544328"/>
                  </a:lnTo>
                  <a:lnTo>
                    <a:pt x="1776174" y="532571"/>
                  </a:lnTo>
                  <a:lnTo>
                    <a:pt x="1787919" y="515132"/>
                  </a:lnTo>
                  <a:lnTo>
                    <a:pt x="1792224" y="493775"/>
                  </a:lnTo>
                  <a:lnTo>
                    <a:pt x="1792224" y="54863"/>
                  </a:lnTo>
                  <a:lnTo>
                    <a:pt x="1787919" y="33507"/>
                  </a:lnTo>
                  <a:lnTo>
                    <a:pt x="1776174" y="16068"/>
                  </a:lnTo>
                  <a:lnTo>
                    <a:pt x="1758737" y="4311"/>
                  </a:lnTo>
                  <a:lnTo>
                    <a:pt x="173736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95521" y="5833110"/>
              <a:ext cx="1792605" cy="548640"/>
            </a:xfrm>
            <a:custGeom>
              <a:avLst/>
              <a:gdLst/>
              <a:ahLst/>
              <a:cxnLst/>
              <a:rect l="l" t="t" r="r" b="b"/>
              <a:pathLst>
                <a:path w="1792604" h="548639">
                  <a:moveTo>
                    <a:pt x="0" y="54863"/>
                  </a:moveTo>
                  <a:lnTo>
                    <a:pt x="4304" y="33507"/>
                  </a:lnTo>
                  <a:lnTo>
                    <a:pt x="16049" y="16068"/>
                  </a:lnTo>
                  <a:lnTo>
                    <a:pt x="33486" y="4311"/>
                  </a:lnTo>
                  <a:lnTo>
                    <a:pt x="54863" y="0"/>
                  </a:lnTo>
                  <a:lnTo>
                    <a:pt x="1737360" y="0"/>
                  </a:lnTo>
                  <a:lnTo>
                    <a:pt x="1758737" y="4311"/>
                  </a:lnTo>
                  <a:lnTo>
                    <a:pt x="1776174" y="16068"/>
                  </a:lnTo>
                  <a:lnTo>
                    <a:pt x="1787919" y="33507"/>
                  </a:lnTo>
                  <a:lnTo>
                    <a:pt x="1792224" y="54863"/>
                  </a:lnTo>
                  <a:lnTo>
                    <a:pt x="1792224" y="493775"/>
                  </a:lnTo>
                  <a:lnTo>
                    <a:pt x="1787919" y="515132"/>
                  </a:lnTo>
                  <a:lnTo>
                    <a:pt x="1776174" y="532571"/>
                  </a:lnTo>
                  <a:lnTo>
                    <a:pt x="1758737" y="544328"/>
                  </a:lnTo>
                  <a:lnTo>
                    <a:pt x="1737360" y="548639"/>
                  </a:lnTo>
                  <a:lnTo>
                    <a:pt x="54863" y="548639"/>
                  </a:lnTo>
                  <a:lnTo>
                    <a:pt x="33486" y="544328"/>
                  </a:lnTo>
                  <a:lnTo>
                    <a:pt x="16049" y="532571"/>
                  </a:lnTo>
                  <a:lnTo>
                    <a:pt x="4304" y="515132"/>
                  </a:lnTo>
                  <a:lnTo>
                    <a:pt x="0" y="493775"/>
                  </a:lnTo>
                  <a:lnTo>
                    <a:pt x="0" y="54863"/>
                  </a:lnTo>
                  <a:close/>
                </a:path>
              </a:pathLst>
            </a:custGeom>
            <a:ln w="1981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467225" y="5842508"/>
            <a:ext cx="4476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211568" y="6141720"/>
            <a:ext cx="454659" cy="650875"/>
          </a:xfrm>
          <a:custGeom>
            <a:avLst/>
            <a:gdLst/>
            <a:ahLst/>
            <a:cxnLst/>
            <a:rect l="l" t="t" r="r" b="b"/>
            <a:pathLst>
              <a:path w="454659" h="650875">
                <a:moveTo>
                  <a:pt x="408685" y="0"/>
                </a:moveTo>
                <a:lnTo>
                  <a:pt x="45465" y="0"/>
                </a:lnTo>
                <a:lnTo>
                  <a:pt x="27753" y="3568"/>
                </a:lnTo>
                <a:lnTo>
                  <a:pt x="13303" y="13301"/>
                </a:lnTo>
                <a:lnTo>
                  <a:pt x="3567" y="27737"/>
                </a:lnTo>
                <a:lnTo>
                  <a:pt x="0" y="45415"/>
                </a:lnTo>
                <a:lnTo>
                  <a:pt x="0" y="605332"/>
                </a:lnTo>
                <a:lnTo>
                  <a:pt x="3567" y="623010"/>
                </a:lnTo>
                <a:lnTo>
                  <a:pt x="13303" y="637446"/>
                </a:lnTo>
                <a:lnTo>
                  <a:pt x="27753" y="647179"/>
                </a:lnTo>
                <a:lnTo>
                  <a:pt x="45465" y="650747"/>
                </a:lnTo>
                <a:lnTo>
                  <a:pt x="408685" y="650747"/>
                </a:lnTo>
                <a:lnTo>
                  <a:pt x="426398" y="647179"/>
                </a:lnTo>
                <a:lnTo>
                  <a:pt x="440848" y="637446"/>
                </a:lnTo>
                <a:lnTo>
                  <a:pt x="450584" y="623010"/>
                </a:lnTo>
                <a:lnTo>
                  <a:pt x="454151" y="605332"/>
                </a:lnTo>
                <a:lnTo>
                  <a:pt x="454151" y="45415"/>
                </a:lnTo>
                <a:lnTo>
                  <a:pt x="450584" y="27737"/>
                </a:lnTo>
                <a:lnTo>
                  <a:pt x="440848" y="13301"/>
                </a:lnTo>
                <a:lnTo>
                  <a:pt x="426398" y="3568"/>
                </a:lnTo>
                <a:lnTo>
                  <a:pt x="40868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7263130" y="6305499"/>
            <a:ext cx="41910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40" dirty="0">
                <a:latin typeface="Verdana"/>
                <a:cs typeface="Verdana"/>
              </a:rPr>
              <a:t>30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614161" y="5822950"/>
            <a:ext cx="1811020" cy="568960"/>
            <a:chOff x="5614161" y="5822950"/>
            <a:chExt cx="1811020" cy="568960"/>
          </a:xfrm>
        </p:grpSpPr>
        <p:sp>
          <p:nvSpPr>
            <p:cNvPr id="24" name="object 24"/>
            <p:cNvSpPr/>
            <p:nvPr/>
          </p:nvSpPr>
          <p:spPr>
            <a:xfrm>
              <a:off x="5624321" y="5833110"/>
              <a:ext cx="1790700" cy="548640"/>
            </a:xfrm>
            <a:custGeom>
              <a:avLst/>
              <a:gdLst/>
              <a:ahLst/>
              <a:cxnLst/>
              <a:rect l="l" t="t" r="r" b="b"/>
              <a:pathLst>
                <a:path w="1790700" h="548639">
                  <a:moveTo>
                    <a:pt x="1735835" y="0"/>
                  </a:moveTo>
                  <a:lnTo>
                    <a:pt x="54863" y="0"/>
                  </a:lnTo>
                  <a:lnTo>
                    <a:pt x="33486" y="4311"/>
                  </a:lnTo>
                  <a:lnTo>
                    <a:pt x="16049" y="16068"/>
                  </a:lnTo>
                  <a:lnTo>
                    <a:pt x="4304" y="33507"/>
                  </a:lnTo>
                  <a:lnTo>
                    <a:pt x="0" y="54863"/>
                  </a:lnTo>
                  <a:lnTo>
                    <a:pt x="0" y="493775"/>
                  </a:lnTo>
                  <a:lnTo>
                    <a:pt x="4304" y="515132"/>
                  </a:lnTo>
                  <a:lnTo>
                    <a:pt x="16049" y="532571"/>
                  </a:lnTo>
                  <a:lnTo>
                    <a:pt x="33486" y="544328"/>
                  </a:lnTo>
                  <a:lnTo>
                    <a:pt x="54863" y="548639"/>
                  </a:lnTo>
                  <a:lnTo>
                    <a:pt x="1735835" y="548639"/>
                  </a:lnTo>
                  <a:lnTo>
                    <a:pt x="1757213" y="544328"/>
                  </a:lnTo>
                  <a:lnTo>
                    <a:pt x="1774650" y="532571"/>
                  </a:lnTo>
                  <a:lnTo>
                    <a:pt x="1786395" y="515132"/>
                  </a:lnTo>
                  <a:lnTo>
                    <a:pt x="1790700" y="493775"/>
                  </a:lnTo>
                  <a:lnTo>
                    <a:pt x="1790700" y="54863"/>
                  </a:lnTo>
                  <a:lnTo>
                    <a:pt x="1786395" y="33507"/>
                  </a:lnTo>
                  <a:lnTo>
                    <a:pt x="1774650" y="16068"/>
                  </a:lnTo>
                  <a:lnTo>
                    <a:pt x="1757213" y="4311"/>
                  </a:lnTo>
                  <a:lnTo>
                    <a:pt x="173583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624321" y="5833110"/>
              <a:ext cx="1790700" cy="548640"/>
            </a:xfrm>
            <a:custGeom>
              <a:avLst/>
              <a:gdLst/>
              <a:ahLst/>
              <a:cxnLst/>
              <a:rect l="l" t="t" r="r" b="b"/>
              <a:pathLst>
                <a:path w="1790700" h="548639">
                  <a:moveTo>
                    <a:pt x="0" y="54863"/>
                  </a:moveTo>
                  <a:lnTo>
                    <a:pt x="4304" y="33507"/>
                  </a:lnTo>
                  <a:lnTo>
                    <a:pt x="16049" y="16068"/>
                  </a:lnTo>
                  <a:lnTo>
                    <a:pt x="33486" y="4311"/>
                  </a:lnTo>
                  <a:lnTo>
                    <a:pt x="54863" y="0"/>
                  </a:lnTo>
                  <a:lnTo>
                    <a:pt x="1735835" y="0"/>
                  </a:lnTo>
                  <a:lnTo>
                    <a:pt x="1757213" y="4311"/>
                  </a:lnTo>
                  <a:lnTo>
                    <a:pt x="1774650" y="16068"/>
                  </a:lnTo>
                  <a:lnTo>
                    <a:pt x="1786395" y="33507"/>
                  </a:lnTo>
                  <a:lnTo>
                    <a:pt x="1790700" y="54863"/>
                  </a:lnTo>
                  <a:lnTo>
                    <a:pt x="1790700" y="493775"/>
                  </a:lnTo>
                  <a:lnTo>
                    <a:pt x="1786395" y="515132"/>
                  </a:lnTo>
                  <a:lnTo>
                    <a:pt x="1774650" y="532571"/>
                  </a:lnTo>
                  <a:lnTo>
                    <a:pt x="1757213" y="544328"/>
                  </a:lnTo>
                  <a:lnTo>
                    <a:pt x="1735835" y="548639"/>
                  </a:lnTo>
                  <a:lnTo>
                    <a:pt x="54863" y="548639"/>
                  </a:lnTo>
                  <a:lnTo>
                    <a:pt x="33486" y="544328"/>
                  </a:lnTo>
                  <a:lnTo>
                    <a:pt x="16049" y="532571"/>
                  </a:lnTo>
                  <a:lnTo>
                    <a:pt x="4304" y="515132"/>
                  </a:lnTo>
                  <a:lnTo>
                    <a:pt x="0" y="493775"/>
                  </a:lnTo>
                  <a:lnTo>
                    <a:pt x="0" y="54863"/>
                  </a:lnTo>
                  <a:close/>
                </a:path>
              </a:pathLst>
            </a:custGeom>
            <a:ln w="1981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295390" y="5842508"/>
            <a:ext cx="4476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994647" y="6141720"/>
            <a:ext cx="454659" cy="650875"/>
          </a:xfrm>
          <a:custGeom>
            <a:avLst/>
            <a:gdLst/>
            <a:ahLst/>
            <a:cxnLst/>
            <a:rect l="l" t="t" r="r" b="b"/>
            <a:pathLst>
              <a:path w="454659" h="650875">
                <a:moveTo>
                  <a:pt x="408685" y="0"/>
                </a:moveTo>
                <a:lnTo>
                  <a:pt x="45466" y="0"/>
                </a:lnTo>
                <a:lnTo>
                  <a:pt x="27753" y="3568"/>
                </a:lnTo>
                <a:lnTo>
                  <a:pt x="13303" y="13301"/>
                </a:lnTo>
                <a:lnTo>
                  <a:pt x="3567" y="27737"/>
                </a:lnTo>
                <a:lnTo>
                  <a:pt x="0" y="45415"/>
                </a:lnTo>
                <a:lnTo>
                  <a:pt x="0" y="605332"/>
                </a:lnTo>
                <a:lnTo>
                  <a:pt x="3567" y="623010"/>
                </a:lnTo>
                <a:lnTo>
                  <a:pt x="13303" y="637446"/>
                </a:lnTo>
                <a:lnTo>
                  <a:pt x="27753" y="647179"/>
                </a:lnTo>
                <a:lnTo>
                  <a:pt x="45466" y="650747"/>
                </a:lnTo>
                <a:lnTo>
                  <a:pt x="408685" y="650747"/>
                </a:lnTo>
                <a:lnTo>
                  <a:pt x="426398" y="647179"/>
                </a:lnTo>
                <a:lnTo>
                  <a:pt x="440848" y="637446"/>
                </a:lnTo>
                <a:lnTo>
                  <a:pt x="450584" y="623010"/>
                </a:lnTo>
                <a:lnTo>
                  <a:pt x="454151" y="605332"/>
                </a:lnTo>
                <a:lnTo>
                  <a:pt x="454151" y="45415"/>
                </a:lnTo>
                <a:lnTo>
                  <a:pt x="450584" y="27737"/>
                </a:lnTo>
                <a:lnTo>
                  <a:pt x="440848" y="13301"/>
                </a:lnTo>
                <a:lnTo>
                  <a:pt x="426398" y="3568"/>
                </a:lnTo>
                <a:lnTo>
                  <a:pt x="40868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5071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62555" y="609600"/>
            <a:ext cx="390525" cy="650875"/>
          </a:xfrm>
          <a:custGeom>
            <a:avLst/>
            <a:gdLst/>
            <a:ahLst/>
            <a:cxnLst/>
            <a:rect l="l" t="t" r="r" b="b"/>
            <a:pathLst>
              <a:path w="390525" h="650875">
                <a:moveTo>
                  <a:pt x="351155" y="0"/>
                </a:moveTo>
                <a:lnTo>
                  <a:pt x="38988" y="0"/>
                </a:lnTo>
                <a:lnTo>
                  <a:pt x="23842" y="3073"/>
                </a:lnTo>
                <a:lnTo>
                  <a:pt x="11445" y="11445"/>
                </a:lnTo>
                <a:lnTo>
                  <a:pt x="3073" y="23842"/>
                </a:lnTo>
                <a:lnTo>
                  <a:pt x="0" y="38988"/>
                </a:lnTo>
                <a:lnTo>
                  <a:pt x="0" y="611759"/>
                </a:lnTo>
                <a:lnTo>
                  <a:pt x="3073" y="626905"/>
                </a:lnTo>
                <a:lnTo>
                  <a:pt x="11445" y="639302"/>
                </a:lnTo>
                <a:lnTo>
                  <a:pt x="23842" y="647674"/>
                </a:lnTo>
                <a:lnTo>
                  <a:pt x="38988" y="650748"/>
                </a:lnTo>
                <a:lnTo>
                  <a:pt x="351155" y="650748"/>
                </a:lnTo>
                <a:lnTo>
                  <a:pt x="366301" y="647674"/>
                </a:lnTo>
                <a:lnTo>
                  <a:pt x="378698" y="639302"/>
                </a:lnTo>
                <a:lnTo>
                  <a:pt x="387070" y="626905"/>
                </a:lnTo>
                <a:lnTo>
                  <a:pt x="390144" y="611759"/>
                </a:lnTo>
                <a:lnTo>
                  <a:pt x="390144" y="38988"/>
                </a:lnTo>
                <a:lnTo>
                  <a:pt x="387070" y="23842"/>
                </a:lnTo>
                <a:lnTo>
                  <a:pt x="378698" y="11445"/>
                </a:lnTo>
                <a:lnTo>
                  <a:pt x="366301" y="3073"/>
                </a:lnTo>
                <a:lnTo>
                  <a:pt x="35115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121395" y="82308"/>
            <a:ext cx="1370965" cy="786130"/>
            <a:chOff x="8121395" y="82308"/>
            <a:chExt cx="1370965" cy="786130"/>
          </a:xfrm>
        </p:grpSpPr>
        <p:sp>
          <p:nvSpPr>
            <p:cNvPr id="4" name="object 4"/>
            <p:cNvSpPr/>
            <p:nvPr/>
          </p:nvSpPr>
          <p:spPr>
            <a:xfrm>
              <a:off x="8272119" y="214696"/>
              <a:ext cx="447603" cy="2373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33459" y="82308"/>
              <a:ext cx="858774" cy="51128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121395" y="356628"/>
              <a:ext cx="753618" cy="51128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633459" y="356628"/>
              <a:ext cx="799338" cy="51128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258936" y="145796"/>
            <a:ext cx="10909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F5F"/>
                </a:solidFill>
                <a:latin typeface="Gothic Uralic"/>
                <a:cs typeface="Gothic Uralic"/>
              </a:rPr>
              <a:t>Avg </a:t>
            </a:r>
            <a:r>
              <a:rPr sz="1800" b="1" spc="-5" dirty="0">
                <a:solidFill>
                  <a:srgbClr val="001F5F"/>
                </a:solidFill>
                <a:latin typeface="Gothic Uralic"/>
                <a:cs typeface="Gothic Uralic"/>
              </a:rPr>
              <a:t>TAT</a:t>
            </a:r>
            <a:r>
              <a:rPr sz="1800" b="1" spc="-85" dirty="0">
                <a:solidFill>
                  <a:srgbClr val="001F5F"/>
                </a:solidFill>
                <a:latin typeface="Gothic Uralic"/>
                <a:cs typeface="Gothic Uralic"/>
              </a:rPr>
              <a:t> </a:t>
            </a:r>
            <a:r>
              <a:rPr sz="1800" b="1" dirty="0">
                <a:solidFill>
                  <a:srgbClr val="001F5F"/>
                </a:solidFill>
                <a:latin typeface="Gothic Uralic"/>
                <a:cs typeface="Gothic Uralic"/>
              </a:rPr>
              <a:t>?</a:t>
            </a:r>
            <a:endParaRPr sz="1800">
              <a:latin typeface="Gothic Uralic"/>
              <a:cs typeface="Gothic Uralic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001F5F"/>
                </a:solidFill>
                <a:latin typeface="Gothic Uralic"/>
                <a:cs typeface="Gothic Uralic"/>
              </a:rPr>
              <a:t>Avg </a:t>
            </a:r>
            <a:r>
              <a:rPr sz="1800" b="1" dirty="0">
                <a:solidFill>
                  <a:srgbClr val="001F5F"/>
                </a:solidFill>
                <a:latin typeface="Gothic Uralic"/>
                <a:cs typeface="Gothic Uralic"/>
              </a:rPr>
              <a:t>WT</a:t>
            </a:r>
            <a:r>
              <a:rPr sz="1800" b="1" spc="-55" dirty="0">
                <a:solidFill>
                  <a:srgbClr val="001F5F"/>
                </a:solidFill>
                <a:latin typeface="Gothic Uralic"/>
                <a:cs typeface="Gothic Uralic"/>
              </a:rPr>
              <a:t> </a:t>
            </a:r>
            <a:r>
              <a:rPr sz="1800" b="1" dirty="0">
                <a:solidFill>
                  <a:srgbClr val="001F5F"/>
                </a:solidFill>
                <a:latin typeface="Gothic Uralic"/>
                <a:cs typeface="Gothic Uralic"/>
              </a:rPr>
              <a:t>?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621916" y="2565145"/>
            <a:ext cx="1643888" cy="24320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513586" y="2909189"/>
          <a:ext cx="6795768" cy="19470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76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4269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9890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8651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9502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503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743838">
                <a:tc>
                  <a:txBody>
                    <a:bodyPr/>
                    <a:lstStyle/>
                    <a:p>
                      <a:pPr marL="506730" marR="219710" indent="-281940">
                        <a:lnSpc>
                          <a:spcPts val="1800"/>
                        </a:lnSpc>
                        <a:spcBef>
                          <a:spcPts val="1145"/>
                        </a:spcBef>
                      </a:pP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P</a:t>
                      </a:r>
                      <a:r>
                        <a:rPr sz="1600" b="1" dirty="0">
                          <a:latin typeface="Gothic Uralic"/>
                          <a:cs typeface="Gothic Uralic"/>
                        </a:rPr>
                        <a:t>r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ocess  id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325" marR="132080" indent="-303530">
                        <a:lnSpc>
                          <a:spcPts val="1800"/>
                        </a:lnSpc>
                        <a:spcBef>
                          <a:spcPts val="1145"/>
                        </a:spcBef>
                      </a:pP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Burst</a:t>
                      </a:r>
                      <a:r>
                        <a:rPr sz="1600" b="1" spc="-95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Time  </a:t>
                      </a: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(BT)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3555" marR="123189" indent="-375285">
                        <a:lnSpc>
                          <a:spcPts val="1800"/>
                        </a:lnSpc>
                        <a:spcBef>
                          <a:spcPts val="1145"/>
                        </a:spcBef>
                      </a:pP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Arrival</a:t>
                      </a:r>
                      <a:r>
                        <a:rPr sz="1600" b="1" spc="-5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Time  (AT)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 marR="58419" indent="-120650">
                        <a:lnSpc>
                          <a:spcPts val="1800"/>
                        </a:lnSpc>
                        <a:spcBef>
                          <a:spcPts val="1145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Compl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etion  Time</a:t>
                      </a:r>
                      <a:r>
                        <a:rPr sz="1600" b="1" spc="-2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(CT)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TAT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WT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1983">
                <a:tc>
                  <a:txBody>
                    <a:bodyPr/>
                    <a:lstStyle/>
                    <a:p>
                      <a:pPr marR="506730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PI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5" dirty="0">
                          <a:latin typeface="Gothic Uralic"/>
                          <a:cs typeface="Gothic Uralic"/>
                        </a:rPr>
                        <a:t>24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21334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30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30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6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1856">
                <a:tc>
                  <a:txBody>
                    <a:bodyPr/>
                    <a:lstStyle/>
                    <a:p>
                      <a:pPr marR="478790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P2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1982">
                <a:tc>
                  <a:txBody>
                    <a:bodyPr/>
                    <a:lstStyle/>
                    <a:p>
                      <a:pPr marR="478790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P3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6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6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9473892" y="2226084"/>
            <a:ext cx="850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Times New Roman"/>
                <a:cs typeface="Times New Roman"/>
              </a:rPr>
              <a:t>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12213" y="1319908"/>
            <a:ext cx="850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Times New Roman"/>
                <a:cs typeface="Times New Roman"/>
              </a:rPr>
              <a:t>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72086" y="1301171"/>
            <a:ext cx="3828415" cy="149606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15"/>
              </a:spcBef>
            </a:pPr>
            <a:r>
              <a:rPr sz="1600" dirty="0">
                <a:latin typeface="Times New Roman"/>
                <a:cs typeface="Times New Roman"/>
              </a:rPr>
              <a:t>AvgTAT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</a:t>
            </a:r>
            <a:r>
              <a:rPr sz="1600" spc="-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1/n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3600" spc="292" baseline="-8101" dirty="0">
                <a:latin typeface="Symbol"/>
                <a:cs typeface="Symbol"/>
              </a:rPr>
              <a:t></a:t>
            </a:r>
            <a:r>
              <a:rPr sz="1600" spc="40" dirty="0">
                <a:latin typeface="Times New Roman"/>
                <a:cs typeface="Times New Roman"/>
              </a:rPr>
              <a:t>C</a:t>
            </a:r>
            <a:r>
              <a:rPr sz="1350" spc="15" baseline="-24691" dirty="0">
                <a:latin typeface="Times New Roman"/>
                <a:cs typeface="Times New Roman"/>
              </a:rPr>
              <a:t>i</a:t>
            </a:r>
            <a:r>
              <a:rPr sz="1350" baseline="-24691" dirty="0">
                <a:latin typeface="Times New Roman"/>
                <a:cs typeface="Times New Roman"/>
              </a:rPr>
              <a:t> </a:t>
            </a:r>
            <a:r>
              <a:rPr sz="1350" spc="37" baseline="-24691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155" dirty="0">
                <a:latin typeface="Times New Roman"/>
                <a:cs typeface="Times New Roman"/>
              </a:rPr>
              <a:t> </a:t>
            </a:r>
            <a:r>
              <a:rPr sz="1600" spc="80" dirty="0">
                <a:latin typeface="Times New Roman"/>
                <a:cs typeface="Times New Roman"/>
              </a:rPr>
              <a:t>A</a:t>
            </a:r>
            <a:r>
              <a:rPr sz="1350" spc="15" baseline="-24691" dirty="0">
                <a:latin typeface="Times New Roman"/>
                <a:cs typeface="Times New Roman"/>
              </a:rPr>
              <a:t>i</a:t>
            </a:r>
            <a:endParaRPr sz="1350" baseline="-24691">
              <a:latin typeface="Times New Roman"/>
              <a:cs typeface="Times New Roman"/>
            </a:endParaRPr>
          </a:p>
          <a:p>
            <a:pPr marL="1308100">
              <a:lnSpc>
                <a:spcPct val="100000"/>
              </a:lnSpc>
              <a:spcBef>
                <a:spcPts val="160"/>
              </a:spcBef>
            </a:pPr>
            <a:r>
              <a:rPr sz="900" spc="15" dirty="0">
                <a:latin typeface="Times New Roman"/>
                <a:cs typeface="Times New Roman"/>
              </a:rPr>
              <a:t>i</a:t>
            </a:r>
            <a:r>
              <a:rPr sz="900" spc="15" dirty="0">
                <a:latin typeface="Symbol"/>
                <a:cs typeface="Symbol"/>
              </a:rPr>
              <a:t></a:t>
            </a:r>
            <a:r>
              <a:rPr sz="900" spc="15" dirty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259"/>
              </a:spcBef>
            </a:pPr>
            <a:r>
              <a:rPr sz="1600" dirty="0">
                <a:latin typeface="Times New Roman"/>
                <a:cs typeface="Times New Roman"/>
              </a:rPr>
              <a:t>WaitingTime</a:t>
            </a:r>
            <a:r>
              <a:rPr sz="1600" spc="-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(WT)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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TAT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BT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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25" dirty="0">
                <a:latin typeface="Times New Roman"/>
                <a:cs typeface="Times New Roman"/>
              </a:rPr>
              <a:t>C</a:t>
            </a:r>
            <a:r>
              <a:rPr sz="1350" spc="37" baseline="-24691" dirty="0">
                <a:latin typeface="Times New Roman"/>
                <a:cs typeface="Times New Roman"/>
              </a:rPr>
              <a:t>i</a:t>
            </a:r>
            <a:r>
              <a:rPr sz="1350" spc="375" baseline="-24691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160" dirty="0">
                <a:latin typeface="Times New Roman"/>
                <a:cs typeface="Times New Roman"/>
              </a:rPr>
              <a:t> </a:t>
            </a:r>
            <a:r>
              <a:rPr sz="1600" spc="45" dirty="0">
                <a:latin typeface="Times New Roman"/>
                <a:cs typeface="Times New Roman"/>
              </a:rPr>
              <a:t>A</a:t>
            </a:r>
            <a:r>
              <a:rPr sz="1350" spc="67" baseline="-24691" dirty="0">
                <a:latin typeface="Times New Roman"/>
                <a:cs typeface="Times New Roman"/>
              </a:rPr>
              <a:t>i</a:t>
            </a:r>
            <a:r>
              <a:rPr sz="1350" spc="337" baseline="-24691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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BT</a:t>
            </a:r>
            <a:endParaRPr sz="16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35"/>
              </a:spcBef>
            </a:pPr>
            <a:r>
              <a:rPr sz="1600" dirty="0">
                <a:latin typeface="Times New Roman"/>
                <a:cs typeface="Times New Roman"/>
              </a:rPr>
              <a:t>Avg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WT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</a:t>
            </a:r>
            <a:r>
              <a:rPr sz="1600" spc="-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1/n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3600" spc="292" baseline="-8101" dirty="0">
                <a:latin typeface="Symbol"/>
                <a:cs typeface="Symbol"/>
              </a:rPr>
              <a:t></a:t>
            </a:r>
            <a:r>
              <a:rPr sz="1600" spc="40" dirty="0">
                <a:latin typeface="Times New Roman"/>
                <a:cs typeface="Times New Roman"/>
              </a:rPr>
              <a:t>C</a:t>
            </a:r>
            <a:r>
              <a:rPr sz="1350" spc="15" baseline="-24691" dirty="0">
                <a:latin typeface="Times New Roman"/>
                <a:cs typeface="Times New Roman"/>
              </a:rPr>
              <a:t>i</a:t>
            </a:r>
            <a:r>
              <a:rPr sz="1350" baseline="-24691" dirty="0">
                <a:latin typeface="Times New Roman"/>
                <a:cs typeface="Times New Roman"/>
              </a:rPr>
              <a:t> </a:t>
            </a:r>
            <a:r>
              <a:rPr sz="1350" spc="37" baseline="-24691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155" dirty="0">
                <a:latin typeface="Times New Roman"/>
                <a:cs typeface="Times New Roman"/>
              </a:rPr>
              <a:t> </a:t>
            </a:r>
            <a:r>
              <a:rPr sz="1600" spc="80" dirty="0">
                <a:latin typeface="Times New Roman"/>
                <a:cs typeface="Times New Roman"/>
              </a:rPr>
              <a:t>A</a:t>
            </a:r>
            <a:r>
              <a:rPr sz="1350" spc="15" baseline="-24691" dirty="0">
                <a:latin typeface="Times New Roman"/>
                <a:cs typeface="Times New Roman"/>
              </a:rPr>
              <a:t>i</a:t>
            </a:r>
            <a:r>
              <a:rPr sz="1350" baseline="-24691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Symbol"/>
                <a:cs typeface="Symbol"/>
              </a:rPr>
              <a:t>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i="1" spc="-55" dirty="0">
                <a:latin typeface="Times New Roman"/>
                <a:cs typeface="Times New Roman"/>
              </a:rPr>
              <a:t>B</a:t>
            </a:r>
            <a:r>
              <a:rPr sz="1350" i="1" spc="15" baseline="-24691" dirty="0">
                <a:latin typeface="Times New Roman"/>
                <a:cs typeface="Times New Roman"/>
              </a:rPr>
              <a:t>i</a:t>
            </a:r>
            <a:endParaRPr sz="1350" baseline="-24691">
              <a:latin typeface="Times New Roman"/>
              <a:cs typeface="Times New Roman"/>
            </a:endParaRPr>
          </a:p>
          <a:p>
            <a:pPr marL="1269365">
              <a:lnSpc>
                <a:spcPct val="100000"/>
              </a:lnSpc>
              <a:spcBef>
                <a:spcPts val="160"/>
              </a:spcBef>
            </a:pPr>
            <a:r>
              <a:rPr sz="900" spc="15" dirty="0">
                <a:latin typeface="Times New Roman"/>
                <a:cs typeface="Times New Roman"/>
              </a:rPr>
              <a:t>i</a:t>
            </a:r>
            <a:r>
              <a:rPr sz="900" spc="15" dirty="0">
                <a:latin typeface="Symbol"/>
                <a:cs typeface="Symbol"/>
              </a:rPr>
              <a:t></a:t>
            </a:r>
            <a:r>
              <a:rPr sz="900" spc="15" dirty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536320" y="1126623"/>
            <a:ext cx="40894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62585" algn="l"/>
              </a:tabLst>
            </a:pPr>
            <a:r>
              <a:rPr sz="900" spc="10" dirty="0">
                <a:latin typeface="Times New Roman"/>
                <a:cs typeface="Times New Roman"/>
              </a:rPr>
              <a:t>i	i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94284" y="990580"/>
            <a:ext cx="2707640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00" dirty="0">
                <a:latin typeface="Times New Roman"/>
                <a:cs typeface="Times New Roman"/>
              </a:rPr>
              <a:t>Turnaround Time (TAT) </a:t>
            </a:r>
            <a:r>
              <a:rPr sz="1600" dirty="0">
                <a:latin typeface="Symbol"/>
                <a:cs typeface="Symbol"/>
              </a:rPr>
              <a:t></a:t>
            </a:r>
            <a:r>
              <a:rPr sz="1600" dirty="0">
                <a:latin typeface="Times New Roman"/>
                <a:cs typeface="Times New Roman"/>
              </a:rPr>
              <a:t> C -</a:t>
            </a:r>
            <a:r>
              <a:rPr sz="1600" spc="-1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A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61820" y="5409387"/>
            <a:ext cx="36163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Average TAT </a:t>
            </a:r>
            <a:r>
              <a:rPr sz="1800" b="1" dirty="0">
                <a:latin typeface="Gothic Uralic"/>
                <a:cs typeface="Gothic Uralic"/>
              </a:rPr>
              <a:t>= </a:t>
            </a:r>
            <a:r>
              <a:rPr sz="1800" b="1" spc="-5" dirty="0">
                <a:latin typeface="Gothic Uralic"/>
                <a:cs typeface="Gothic Uralic"/>
              </a:rPr>
              <a:t>39 </a:t>
            </a:r>
            <a:r>
              <a:rPr sz="1800" b="1" dirty="0">
                <a:latin typeface="Gothic Uralic"/>
                <a:cs typeface="Gothic Uralic"/>
              </a:rPr>
              <a:t>/ 3 = </a:t>
            </a:r>
            <a:r>
              <a:rPr sz="1800" b="1" spc="-5" dirty="0">
                <a:latin typeface="Gothic Uralic"/>
                <a:cs typeface="Gothic Uralic"/>
              </a:rPr>
              <a:t>13</a:t>
            </a:r>
            <a:r>
              <a:rPr sz="1800" b="1" spc="-55" dirty="0">
                <a:latin typeface="Gothic Uralic"/>
                <a:cs typeface="Gothic Uralic"/>
              </a:rPr>
              <a:t> </a:t>
            </a:r>
            <a:r>
              <a:rPr sz="1800" b="1" spc="-5" dirty="0">
                <a:latin typeface="Gothic Uralic"/>
                <a:cs typeface="Gothic Uralic"/>
              </a:rPr>
              <a:t>msec.</a:t>
            </a:r>
            <a:endParaRPr sz="1800">
              <a:latin typeface="Gothic Uralic"/>
              <a:cs typeface="Gothic Ural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Gothic Uralic"/>
                <a:cs typeface="Gothic Uralic"/>
              </a:rPr>
              <a:t>Average </a:t>
            </a:r>
            <a:r>
              <a:rPr sz="1800" b="1" spc="-5" dirty="0">
                <a:latin typeface="Gothic Uralic"/>
                <a:cs typeface="Gothic Uralic"/>
              </a:rPr>
              <a:t>WT </a:t>
            </a:r>
            <a:r>
              <a:rPr sz="1800" b="1" dirty="0">
                <a:latin typeface="Gothic Uralic"/>
                <a:cs typeface="Gothic Uralic"/>
              </a:rPr>
              <a:t>= </a:t>
            </a:r>
            <a:r>
              <a:rPr sz="1800" b="1" spc="-5" dirty="0">
                <a:latin typeface="Gothic Uralic"/>
                <a:cs typeface="Gothic Uralic"/>
              </a:rPr>
              <a:t>9/ </a:t>
            </a:r>
            <a:r>
              <a:rPr sz="1800" b="1" dirty="0">
                <a:latin typeface="Gothic Uralic"/>
                <a:cs typeface="Gothic Uralic"/>
              </a:rPr>
              <a:t>3 = 3</a:t>
            </a:r>
            <a:r>
              <a:rPr sz="1800" b="1" spc="-90" dirty="0">
                <a:latin typeface="Gothic Uralic"/>
                <a:cs typeface="Gothic Uralic"/>
              </a:rPr>
              <a:t> </a:t>
            </a:r>
            <a:r>
              <a:rPr sz="1800" b="1" dirty="0">
                <a:latin typeface="Gothic Uralic"/>
                <a:cs typeface="Gothic Uralic"/>
              </a:rPr>
              <a:t>msec.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43073" y="769746"/>
            <a:ext cx="22987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235" dirty="0">
                <a:latin typeface="Verdana"/>
                <a:cs typeface="Verdana"/>
              </a:rPr>
              <a:t>3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06551" y="609600"/>
            <a:ext cx="390525" cy="650875"/>
          </a:xfrm>
          <a:custGeom>
            <a:avLst/>
            <a:gdLst/>
            <a:ahLst/>
            <a:cxnLst/>
            <a:rect l="l" t="t" r="r" b="b"/>
            <a:pathLst>
              <a:path w="390525" h="650875">
                <a:moveTo>
                  <a:pt x="351129" y="0"/>
                </a:moveTo>
                <a:lnTo>
                  <a:pt x="39014" y="0"/>
                </a:lnTo>
                <a:lnTo>
                  <a:pt x="23826" y="3073"/>
                </a:lnTo>
                <a:lnTo>
                  <a:pt x="11425" y="11445"/>
                </a:lnTo>
                <a:lnTo>
                  <a:pt x="3065" y="23842"/>
                </a:lnTo>
                <a:lnTo>
                  <a:pt x="0" y="38988"/>
                </a:lnTo>
                <a:lnTo>
                  <a:pt x="0" y="611759"/>
                </a:lnTo>
                <a:lnTo>
                  <a:pt x="3065" y="626905"/>
                </a:lnTo>
                <a:lnTo>
                  <a:pt x="11425" y="639302"/>
                </a:lnTo>
                <a:lnTo>
                  <a:pt x="23826" y="647674"/>
                </a:lnTo>
                <a:lnTo>
                  <a:pt x="39014" y="650748"/>
                </a:lnTo>
                <a:lnTo>
                  <a:pt x="351129" y="650748"/>
                </a:lnTo>
                <a:lnTo>
                  <a:pt x="366317" y="647674"/>
                </a:lnTo>
                <a:lnTo>
                  <a:pt x="378718" y="639302"/>
                </a:lnTo>
                <a:lnTo>
                  <a:pt x="387078" y="626905"/>
                </a:lnTo>
                <a:lnTo>
                  <a:pt x="390144" y="611759"/>
                </a:lnTo>
                <a:lnTo>
                  <a:pt x="390144" y="38988"/>
                </a:lnTo>
                <a:lnTo>
                  <a:pt x="387078" y="23842"/>
                </a:lnTo>
                <a:lnTo>
                  <a:pt x="378718" y="11445"/>
                </a:lnTo>
                <a:lnTo>
                  <a:pt x="366317" y="3073"/>
                </a:lnTo>
                <a:lnTo>
                  <a:pt x="351129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86816" y="769746"/>
            <a:ext cx="229870" cy="4679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235" dirty="0">
                <a:latin typeface="Verdana"/>
                <a:cs typeface="Verdana"/>
              </a:rPr>
              <a:t>0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792226" y="290829"/>
            <a:ext cx="1557020" cy="568960"/>
            <a:chOff x="792226" y="290829"/>
            <a:chExt cx="1557020" cy="568960"/>
          </a:xfrm>
        </p:grpSpPr>
        <p:sp>
          <p:nvSpPr>
            <p:cNvPr id="21" name="object 21"/>
            <p:cNvSpPr/>
            <p:nvPr/>
          </p:nvSpPr>
          <p:spPr>
            <a:xfrm>
              <a:off x="802386" y="300989"/>
              <a:ext cx="1536700" cy="548640"/>
            </a:xfrm>
            <a:custGeom>
              <a:avLst/>
              <a:gdLst/>
              <a:ahLst/>
              <a:cxnLst/>
              <a:rect l="l" t="t" r="r" b="b"/>
              <a:pathLst>
                <a:path w="1536700" h="548640">
                  <a:moveTo>
                    <a:pt x="1481327" y="0"/>
                  </a:moveTo>
                  <a:lnTo>
                    <a:pt x="54864" y="0"/>
                  </a:lnTo>
                  <a:lnTo>
                    <a:pt x="33507" y="4304"/>
                  </a:lnTo>
                  <a:lnTo>
                    <a:pt x="16068" y="16049"/>
                  </a:lnTo>
                  <a:lnTo>
                    <a:pt x="4311" y="33486"/>
                  </a:lnTo>
                  <a:lnTo>
                    <a:pt x="0" y="54863"/>
                  </a:lnTo>
                  <a:lnTo>
                    <a:pt x="0" y="493775"/>
                  </a:lnTo>
                  <a:lnTo>
                    <a:pt x="4311" y="515153"/>
                  </a:lnTo>
                  <a:lnTo>
                    <a:pt x="16068" y="532590"/>
                  </a:lnTo>
                  <a:lnTo>
                    <a:pt x="33507" y="544335"/>
                  </a:lnTo>
                  <a:lnTo>
                    <a:pt x="54864" y="548639"/>
                  </a:lnTo>
                  <a:lnTo>
                    <a:pt x="1481327" y="548639"/>
                  </a:lnTo>
                  <a:lnTo>
                    <a:pt x="1502705" y="544335"/>
                  </a:lnTo>
                  <a:lnTo>
                    <a:pt x="1520142" y="532590"/>
                  </a:lnTo>
                  <a:lnTo>
                    <a:pt x="1531887" y="515153"/>
                  </a:lnTo>
                  <a:lnTo>
                    <a:pt x="1536191" y="493775"/>
                  </a:lnTo>
                  <a:lnTo>
                    <a:pt x="1536191" y="54863"/>
                  </a:lnTo>
                  <a:lnTo>
                    <a:pt x="1531887" y="33486"/>
                  </a:lnTo>
                  <a:lnTo>
                    <a:pt x="1520142" y="16049"/>
                  </a:lnTo>
                  <a:lnTo>
                    <a:pt x="1502705" y="4304"/>
                  </a:lnTo>
                  <a:lnTo>
                    <a:pt x="1481327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02386" y="300989"/>
              <a:ext cx="1536700" cy="548640"/>
            </a:xfrm>
            <a:custGeom>
              <a:avLst/>
              <a:gdLst/>
              <a:ahLst/>
              <a:cxnLst/>
              <a:rect l="l" t="t" r="r" b="b"/>
              <a:pathLst>
                <a:path w="1536700" h="548640">
                  <a:moveTo>
                    <a:pt x="0" y="54863"/>
                  </a:moveTo>
                  <a:lnTo>
                    <a:pt x="4311" y="33486"/>
                  </a:lnTo>
                  <a:lnTo>
                    <a:pt x="16068" y="16049"/>
                  </a:lnTo>
                  <a:lnTo>
                    <a:pt x="33507" y="4304"/>
                  </a:lnTo>
                  <a:lnTo>
                    <a:pt x="54864" y="0"/>
                  </a:lnTo>
                  <a:lnTo>
                    <a:pt x="1481327" y="0"/>
                  </a:lnTo>
                  <a:lnTo>
                    <a:pt x="1502705" y="4304"/>
                  </a:lnTo>
                  <a:lnTo>
                    <a:pt x="1520142" y="16049"/>
                  </a:lnTo>
                  <a:lnTo>
                    <a:pt x="1531887" y="33486"/>
                  </a:lnTo>
                  <a:lnTo>
                    <a:pt x="1536191" y="54863"/>
                  </a:lnTo>
                  <a:lnTo>
                    <a:pt x="1536191" y="493775"/>
                  </a:lnTo>
                  <a:lnTo>
                    <a:pt x="1531887" y="515153"/>
                  </a:lnTo>
                  <a:lnTo>
                    <a:pt x="1520142" y="532590"/>
                  </a:lnTo>
                  <a:lnTo>
                    <a:pt x="1502705" y="544335"/>
                  </a:lnTo>
                  <a:lnTo>
                    <a:pt x="1481327" y="548639"/>
                  </a:lnTo>
                  <a:lnTo>
                    <a:pt x="54864" y="548639"/>
                  </a:lnTo>
                  <a:lnTo>
                    <a:pt x="33507" y="544335"/>
                  </a:lnTo>
                  <a:lnTo>
                    <a:pt x="16068" y="532590"/>
                  </a:lnTo>
                  <a:lnTo>
                    <a:pt x="4311" y="515153"/>
                  </a:lnTo>
                  <a:lnTo>
                    <a:pt x="0" y="493775"/>
                  </a:lnTo>
                  <a:lnTo>
                    <a:pt x="0" y="5486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1345183" y="309194"/>
            <a:ext cx="44767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b="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729228" y="609600"/>
            <a:ext cx="390525" cy="650875"/>
          </a:xfrm>
          <a:custGeom>
            <a:avLst/>
            <a:gdLst/>
            <a:ahLst/>
            <a:cxnLst/>
            <a:rect l="l" t="t" r="r" b="b"/>
            <a:pathLst>
              <a:path w="390525" h="650875">
                <a:moveTo>
                  <a:pt x="351155" y="0"/>
                </a:moveTo>
                <a:lnTo>
                  <a:pt x="38988" y="0"/>
                </a:lnTo>
                <a:lnTo>
                  <a:pt x="23842" y="3073"/>
                </a:lnTo>
                <a:lnTo>
                  <a:pt x="11445" y="11445"/>
                </a:lnTo>
                <a:lnTo>
                  <a:pt x="3073" y="23842"/>
                </a:lnTo>
                <a:lnTo>
                  <a:pt x="0" y="38988"/>
                </a:lnTo>
                <a:lnTo>
                  <a:pt x="0" y="611759"/>
                </a:lnTo>
                <a:lnTo>
                  <a:pt x="3073" y="626905"/>
                </a:lnTo>
                <a:lnTo>
                  <a:pt x="11445" y="639302"/>
                </a:lnTo>
                <a:lnTo>
                  <a:pt x="23842" y="647674"/>
                </a:lnTo>
                <a:lnTo>
                  <a:pt x="38988" y="650748"/>
                </a:lnTo>
                <a:lnTo>
                  <a:pt x="351155" y="650748"/>
                </a:lnTo>
                <a:lnTo>
                  <a:pt x="366301" y="647674"/>
                </a:lnTo>
                <a:lnTo>
                  <a:pt x="378698" y="639302"/>
                </a:lnTo>
                <a:lnTo>
                  <a:pt x="387070" y="626905"/>
                </a:lnTo>
                <a:lnTo>
                  <a:pt x="390144" y="611759"/>
                </a:lnTo>
                <a:lnTo>
                  <a:pt x="390144" y="38988"/>
                </a:lnTo>
                <a:lnTo>
                  <a:pt x="387070" y="23842"/>
                </a:lnTo>
                <a:lnTo>
                  <a:pt x="378698" y="11445"/>
                </a:lnTo>
                <a:lnTo>
                  <a:pt x="366301" y="3073"/>
                </a:lnTo>
                <a:lnTo>
                  <a:pt x="35115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804665" y="772794"/>
            <a:ext cx="222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35" dirty="0">
                <a:latin typeface="Verdana"/>
                <a:cs typeface="Verdana"/>
              </a:rPr>
              <a:t>6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358898" y="290829"/>
            <a:ext cx="1557020" cy="568960"/>
            <a:chOff x="2358898" y="290829"/>
            <a:chExt cx="1557020" cy="568960"/>
          </a:xfrm>
        </p:grpSpPr>
        <p:sp>
          <p:nvSpPr>
            <p:cNvPr id="27" name="object 27"/>
            <p:cNvSpPr/>
            <p:nvPr/>
          </p:nvSpPr>
          <p:spPr>
            <a:xfrm>
              <a:off x="2369058" y="300989"/>
              <a:ext cx="1536700" cy="548640"/>
            </a:xfrm>
            <a:custGeom>
              <a:avLst/>
              <a:gdLst/>
              <a:ahLst/>
              <a:cxnLst/>
              <a:rect l="l" t="t" r="r" b="b"/>
              <a:pathLst>
                <a:path w="1536700" h="548640">
                  <a:moveTo>
                    <a:pt x="1481328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93775"/>
                  </a:lnTo>
                  <a:lnTo>
                    <a:pt x="4304" y="515153"/>
                  </a:lnTo>
                  <a:lnTo>
                    <a:pt x="16049" y="532590"/>
                  </a:lnTo>
                  <a:lnTo>
                    <a:pt x="33486" y="544335"/>
                  </a:lnTo>
                  <a:lnTo>
                    <a:pt x="54864" y="548639"/>
                  </a:lnTo>
                  <a:lnTo>
                    <a:pt x="1481328" y="548639"/>
                  </a:lnTo>
                  <a:lnTo>
                    <a:pt x="1502705" y="544335"/>
                  </a:lnTo>
                  <a:lnTo>
                    <a:pt x="1520142" y="532590"/>
                  </a:lnTo>
                  <a:lnTo>
                    <a:pt x="1531887" y="515153"/>
                  </a:lnTo>
                  <a:lnTo>
                    <a:pt x="1536192" y="493775"/>
                  </a:lnTo>
                  <a:lnTo>
                    <a:pt x="1536192" y="54863"/>
                  </a:lnTo>
                  <a:lnTo>
                    <a:pt x="1531887" y="33486"/>
                  </a:lnTo>
                  <a:lnTo>
                    <a:pt x="1520142" y="16049"/>
                  </a:lnTo>
                  <a:lnTo>
                    <a:pt x="1502705" y="4304"/>
                  </a:lnTo>
                  <a:lnTo>
                    <a:pt x="148132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369058" y="300989"/>
              <a:ext cx="1536700" cy="548640"/>
            </a:xfrm>
            <a:custGeom>
              <a:avLst/>
              <a:gdLst/>
              <a:ahLst/>
              <a:cxnLst/>
              <a:rect l="l" t="t" r="r" b="b"/>
              <a:pathLst>
                <a:path w="1536700" h="54864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1481328" y="0"/>
                  </a:lnTo>
                  <a:lnTo>
                    <a:pt x="1502705" y="4304"/>
                  </a:lnTo>
                  <a:lnTo>
                    <a:pt x="1520142" y="16049"/>
                  </a:lnTo>
                  <a:lnTo>
                    <a:pt x="1531887" y="33486"/>
                  </a:lnTo>
                  <a:lnTo>
                    <a:pt x="1536192" y="54863"/>
                  </a:lnTo>
                  <a:lnTo>
                    <a:pt x="1536192" y="493775"/>
                  </a:lnTo>
                  <a:lnTo>
                    <a:pt x="1531887" y="515153"/>
                  </a:lnTo>
                  <a:lnTo>
                    <a:pt x="1520142" y="532590"/>
                  </a:lnTo>
                  <a:lnTo>
                    <a:pt x="1502705" y="544335"/>
                  </a:lnTo>
                  <a:lnTo>
                    <a:pt x="1481328" y="548639"/>
                  </a:lnTo>
                  <a:lnTo>
                    <a:pt x="54864" y="548639"/>
                  </a:lnTo>
                  <a:lnTo>
                    <a:pt x="33486" y="544335"/>
                  </a:lnTo>
                  <a:lnTo>
                    <a:pt x="16049" y="532590"/>
                  </a:lnTo>
                  <a:lnTo>
                    <a:pt x="4304" y="515153"/>
                  </a:lnTo>
                  <a:lnTo>
                    <a:pt x="0" y="493775"/>
                  </a:lnTo>
                  <a:lnTo>
                    <a:pt x="0" y="5486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911601" y="309194"/>
            <a:ext cx="44767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295900" y="609600"/>
            <a:ext cx="390525" cy="650875"/>
          </a:xfrm>
          <a:custGeom>
            <a:avLst/>
            <a:gdLst/>
            <a:ahLst/>
            <a:cxnLst/>
            <a:rect l="l" t="t" r="r" b="b"/>
            <a:pathLst>
              <a:path w="390525" h="650875">
                <a:moveTo>
                  <a:pt x="351154" y="0"/>
                </a:moveTo>
                <a:lnTo>
                  <a:pt x="38988" y="0"/>
                </a:lnTo>
                <a:lnTo>
                  <a:pt x="23842" y="3073"/>
                </a:lnTo>
                <a:lnTo>
                  <a:pt x="11445" y="11445"/>
                </a:lnTo>
                <a:lnTo>
                  <a:pt x="3073" y="23842"/>
                </a:lnTo>
                <a:lnTo>
                  <a:pt x="0" y="38988"/>
                </a:lnTo>
                <a:lnTo>
                  <a:pt x="0" y="611759"/>
                </a:lnTo>
                <a:lnTo>
                  <a:pt x="3073" y="626905"/>
                </a:lnTo>
                <a:lnTo>
                  <a:pt x="11445" y="639302"/>
                </a:lnTo>
                <a:lnTo>
                  <a:pt x="23842" y="647674"/>
                </a:lnTo>
                <a:lnTo>
                  <a:pt x="38988" y="650748"/>
                </a:lnTo>
                <a:lnTo>
                  <a:pt x="351154" y="650748"/>
                </a:lnTo>
                <a:lnTo>
                  <a:pt x="366301" y="647674"/>
                </a:lnTo>
                <a:lnTo>
                  <a:pt x="378698" y="639302"/>
                </a:lnTo>
                <a:lnTo>
                  <a:pt x="387070" y="626905"/>
                </a:lnTo>
                <a:lnTo>
                  <a:pt x="390144" y="611759"/>
                </a:lnTo>
                <a:lnTo>
                  <a:pt x="390144" y="38988"/>
                </a:lnTo>
                <a:lnTo>
                  <a:pt x="387070" y="23842"/>
                </a:lnTo>
                <a:lnTo>
                  <a:pt x="378698" y="11445"/>
                </a:lnTo>
                <a:lnTo>
                  <a:pt x="366301" y="3073"/>
                </a:lnTo>
                <a:lnTo>
                  <a:pt x="351154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408421" y="772794"/>
            <a:ext cx="222250" cy="835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190"/>
              </a:lnSpc>
              <a:spcBef>
                <a:spcPts val="95"/>
              </a:spcBef>
            </a:pPr>
            <a:r>
              <a:rPr sz="2800" spc="-235" dirty="0">
                <a:latin typeface="Verdana"/>
                <a:cs typeface="Verdana"/>
              </a:rPr>
              <a:t>3</a:t>
            </a:r>
            <a:endParaRPr sz="2800">
              <a:latin typeface="Verdana"/>
              <a:cs typeface="Verdana"/>
            </a:endParaRPr>
          </a:p>
          <a:p>
            <a:pPr marL="12700">
              <a:lnSpc>
                <a:spcPts val="3190"/>
              </a:lnSpc>
            </a:pPr>
            <a:r>
              <a:rPr sz="2800" spc="-235" dirty="0">
                <a:latin typeface="Verdana"/>
                <a:cs typeface="Verdana"/>
              </a:rPr>
              <a:t>0</a:t>
            </a:r>
            <a:endParaRPr sz="280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925823" y="291084"/>
            <a:ext cx="1554480" cy="568960"/>
            <a:chOff x="3925823" y="291084"/>
            <a:chExt cx="1554480" cy="568960"/>
          </a:xfrm>
        </p:grpSpPr>
        <p:sp>
          <p:nvSpPr>
            <p:cNvPr id="33" name="object 33"/>
            <p:cNvSpPr/>
            <p:nvPr/>
          </p:nvSpPr>
          <p:spPr>
            <a:xfrm>
              <a:off x="3935729" y="300990"/>
              <a:ext cx="1534795" cy="548640"/>
            </a:xfrm>
            <a:custGeom>
              <a:avLst/>
              <a:gdLst/>
              <a:ahLst/>
              <a:cxnLst/>
              <a:rect l="l" t="t" r="r" b="b"/>
              <a:pathLst>
                <a:path w="1534795" h="548640">
                  <a:moveTo>
                    <a:pt x="1479804" y="0"/>
                  </a:moveTo>
                  <a:lnTo>
                    <a:pt x="54864" y="0"/>
                  </a:lnTo>
                  <a:lnTo>
                    <a:pt x="33486" y="4304"/>
                  </a:lnTo>
                  <a:lnTo>
                    <a:pt x="16049" y="16049"/>
                  </a:lnTo>
                  <a:lnTo>
                    <a:pt x="4304" y="33486"/>
                  </a:lnTo>
                  <a:lnTo>
                    <a:pt x="0" y="54863"/>
                  </a:lnTo>
                  <a:lnTo>
                    <a:pt x="0" y="493775"/>
                  </a:lnTo>
                  <a:lnTo>
                    <a:pt x="4304" y="515153"/>
                  </a:lnTo>
                  <a:lnTo>
                    <a:pt x="16049" y="532590"/>
                  </a:lnTo>
                  <a:lnTo>
                    <a:pt x="33486" y="544335"/>
                  </a:lnTo>
                  <a:lnTo>
                    <a:pt x="54864" y="548639"/>
                  </a:lnTo>
                  <a:lnTo>
                    <a:pt x="1479804" y="548639"/>
                  </a:lnTo>
                  <a:lnTo>
                    <a:pt x="1501181" y="544335"/>
                  </a:lnTo>
                  <a:lnTo>
                    <a:pt x="1518618" y="532590"/>
                  </a:lnTo>
                  <a:lnTo>
                    <a:pt x="1530363" y="515153"/>
                  </a:lnTo>
                  <a:lnTo>
                    <a:pt x="1534668" y="493775"/>
                  </a:lnTo>
                  <a:lnTo>
                    <a:pt x="1534668" y="54863"/>
                  </a:lnTo>
                  <a:lnTo>
                    <a:pt x="1530363" y="33486"/>
                  </a:lnTo>
                  <a:lnTo>
                    <a:pt x="1518618" y="16049"/>
                  </a:lnTo>
                  <a:lnTo>
                    <a:pt x="1501181" y="4304"/>
                  </a:lnTo>
                  <a:lnTo>
                    <a:pt x="1479804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935729" y="300990"/>
              <a:ext cx="1534795" cy="548640"/>
            </a:xfrm>
            <a:custGeom>
              <a:avLst/>
              <a:gdLst/>
              <a:ahLst/>
              <a:cxnLst/>
              <a:rect l="l" t="t" r="r" b="b"/>
              <a:pathLst>
                <a:path w="1534795" h="548640">
                  <a:moveTo>
                    <a:pt x="0" y="54863"/>
                  </a:moveTo>
                  <a:lnTo>
                    <a:pt x="4304" y="33486"/>
                  </a:lnTo>
                  <a:lnTo>
                    <a:pt x="16049" y="16049"/>
                  </a:lnTo>
                  <a:lnTo>
                    <a:pt x="33486" y="4304"/>
                  </a:lnTo>
                  <a:lnTo>
                    <a:pt x="54864" y="0"/>
                  </a:lnTo>
                  <a:lnTo>
                    <a:pt x="1479804" y="0"/>
                  </a:lnTo>
                  <a:lnTo>
                    <a:pt x="1501181" y="4304"/>
                  </a:lnTo>
                  <a:lnTo>
                    <a:pt x="1518618" y="16049"/>
                  </a:lnTo>
                  <a:lnTo>
                    <a:pt x="1530363" y="33486"/>
                  </a:lnTo>
                  <a:lnTo>
                    <a:pt x="1534668" y="54863"/>
                  </a:lnTo>
                  <a:lnTo>
                    <a:pt x="1534668" y="493775"/>
                  </a:lnTo>
                  <a:lnTo>
                    <a:pt x="1530363" y="515153"/>
                  </a:lnTo>
                  <a:lnTo>
                    <a:pt x="1518618" y="532590"/>
                  </a:lnTo>
                  <a:lnTo>
                    <a:pt x="1501181" y="544335"/>
                  </a:lnTo>
                  <a:lnTo>
                    <a:pt x="1479804" y="548639"/>
                  </a:lnTo>
                  <a:lnTo>
                    <a:pt x="54864" y="548639"/>
                  </a:lnTo>
                  <a:lnTo>
                    <a:pt x="33486" y="544335"/>
                  </a:lnTo>
                  <a:lnTo>
                    <a:pt x="16049" y="532590"/>
                  </a:lnTo>
                  <a:lnTo>
                    <a:pt x="4304" y="515153"/>
                  </a:lnTo>
                  <a:lnTo>
                    <a:pt x="0" y="493775"/>
                  </a:lnTo>
                  <a:lnTo>
                    <a:pt x="0" y="5486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4478273" y="309194"/>
            <a:ext cx="44767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824471" y="609600"/>
            <a:ext cx="388620" cy="650875"/>
          </a:xfrm>
          <a:custGeom>
            <a:avLst/>
            <a:gdLst/>
            <a:ahLst/>
            <a:cxnLst/>
            <a:rect l="l" t="t" r="r" b="b"/>
            <a:pathLst>
              <a:path w="388620" h="650875">
                <a:moveTo>
                  <a:pt x="349757" y="0"/>
                </a:moveTo>
                <a:lnTo>
                  <a:pt x="38861" y="0"/>
                </a:lnTo>
                <a:lnTo>
                  <a:pt x="23735" y="3053"/>
                </a:lnTo>
                <a:lnTo>
                  <a:pt x="11382" y="11382"/>
                </a:lnTo>
                <a:lnTo>
                  <a:pt x="3053" y="23735"/>
                </a:lnTo>
                <a:lnTo>
                  <a:pt x="0" y="38862"/>
                </a:lnTo>
                <a:lnTo>
                  <a:pt x="0" y="611886"/>
                </a:lnTo>
                <a:lnTo>
                  <a:pt x="3053" y="627012"/>
                </a:lnTo>
                <a:lnTo>
                  <a:pt x="11382" y="639365"/>
                </a:lnTo>
                <a:lnTo>
                  <a:pt x="23735" y="647694"/>
                </a:lnTo>
                <a:lnTo>
                  <a:pt x="38861" y="650748"/>
                </a:lnTo>
                <a:lnTo>
                  <a:pt x="349757" y="650748"/>
                </a:lnTo>
                <a:lnTo>
                  <a:pt x="364884" y="647694"/>
                </a:lnTo>
                <a:lnTo>
                  <a:pt x="377237" y="639365"/>
                </a:lnTo>
                <a:lnTo>
                  <a:pt x="385566" y="627012"/>
                </a:lnTo>
                <a:lnTo>
                  <a:pt x="388620" y="611886"/>
                </a:lnTo>
                <a:lnTo>
                  <a:pt x="388620" y="38862"/>
                </a:lnTo>
                <a:lnTo>
                  <a:pt x="385566" y="23735"/>
                </a:lnTo>
                <a:lnTo>
                  <a:pt x="377237" y="11382"/>
                </a:lnTo>
                <a:lnTo>
                  <a:pt x="364884" y="3053"/>
                </a:lnTo>
                <a:lnTo>
                  <a:pt x="349757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767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1365" cy="6858000"/>
            <a:chOff x="0" y="0"/>
            <a:chExt cx="12191365" cy="6858000"/>
          </a:xfrm>
        </p:grpSpPr>
        <p:sp>
          <p:nvSpPr>
            <p:cNvPr id="3" name="object 3"/>
            <p:cNvSpPr/>
            <p:nvPr/>
          </p:nvSpPr>
          <p:spPr>
            <a:xfrm>
              <a:off x="758951" y="1638406"/>
              <a:ext cx="11432286" cy="18038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637516" y="2210906"/>
              <a:ext cx="4259151" cy="182567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16939" y="4881448"/>
            <a:ext cx="37687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240" dirty="0">
                <a:latin typeface="Verdana"/>
                <a:cs typeface="Verdana"/>
              </a:rPr>
              <a:t>SJF </a:t>
            </a:r>
            <a:r>
              <a:rPr sz="2800" spc="-20" dirty="0">
                <a:latin typeface="Verdana"/>
                <a:cs typeface="Verdana"/>
              </a:rPr>
              <a:t>scheduling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chart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403415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</a:rPr>
              <a:t>Example </a:t>
            </a:r>
            <a:r>
              <a:rPr sz="4400" dirty="0">
                <a:solidFill>
                  <a:srgbClr val="FF0000"/>
                </a:solidFill>
              </a:rPr>
              <a:t>of</a:t>
            </a:r>
            <a:r>
              <a:rPr sz="4400" spc="-125" dirty="0">
                <a:solidFill>
                  <a:srgbClr val="FF0000"/>
                </a:solidFill>
              </a:rPr>
              <a:t> </a:t>
            </a:r>
            <a:r>
              <a:rPr sz="4400" spc="-5" dirty="0">
                <a:solidFill>
                  <a:srgbClr val="FF0000"/>
                </a:solidFill>
              </a:rPr>
              <a:t>SJF</a:t>
            </a:r>
            <a:endParaRPr sz="4400"/>
          </a:p>
        </p:txBody>
      </p:sp>
      <p:sp>
        <p:nvSpPr>
          <p:cNvPr id="7" name="object 7"/>
          <p:cNvSpPr txBox="1"/>
          <p:nvPr/>
        </p:nvSpPr>
        <p:spPr>
          <a:xfrm>
            <a:off x="3587213" y="6395753"/>
            <a:ext cx="97790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10" dirty="0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10955" y="6395753"/>
            <a:ext cx="97790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10" dirty="0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64414" y="6395753"/>
            <a:ext cx="169545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10" dirty="0">
                <a:latin typeface="Arial"/>
                <a:cs typeface="Arial"/>
              </a:rPr>
              <a:t>24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03121" y="6395753"/>
            <a:ext cx="169545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10" dirty="0">
                <a:latin typeface="Arial"/>
                <a:cs typeface="Arial"/>
              </a:rPr>
              <a:t>16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062443" y="6395753"/>
            <a:ext cx="97790" cy="18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000" spc="10" dirty="0">
                <a:latin typeface="Arial"/>
                <a:cs typeface="Arial"/>
              </a:rPr>
              <a:t>9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3627752" y="5771973"/>
          <a:ext cx="6624953" cy="5875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629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65163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0840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05295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875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700" spc="-7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500" spc="-104" baseline="-30555" dirty="0">
                          <a:latin typeface="Arial"/>
                          <a:cs typeface="Arial"/>
                        </a:rPr>
                        <a:t>4</a:t>
                      </a:r>
                      <a:endParaRPr sz="1500" baseline="-30555">
                        <a:latin typeface="Arial"/>
                        <a:cs typeface="Arial"/>
                      </a:endParaRPr>
                    </a:p>
                  </a:txBody>
                  <a:tcPr marL="0" marR="0" marT="127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73660" algn="ctr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700" spc="-7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500" spc="-104" baseline="-30555" dirty="0">
                          <a:latin typeface="Arial"/>
                          <a:cs typeface="Arial"/>
                        </a:rPr>
                        <a:t>1</a:t>
                      </a:r>
                      <a:endParaRPr sz="1500" baseline="-30555">
                        <a:latin typeface="Arial"/>
                        <a:cs typeface="Arial"/>
                      </a:endParaRPr>
                    </a:p>
                  </a:txBody>
                  <a:tcPr marL="0" marR="0" marT="127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45085" algn="ctr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700" spc="-13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500" spc="-202" baseline="-30555" dirty="0">
                          <a:latin typeface="Arial"/>
                          <a:cs typeface="Arial"/>
                        </a:rPr>
                        <a:t>3</a:t>
                      </a:r>
                      <a:endParaRPr sz="1500" baseline="-30555">
                        <a:latin typeface="Arial"/>
                        <a:cs typeface="Arial"/>
                      </a:endParaRPr>
                    </a:p>
                  </a:txBody>
                  <a:tcPr marL="0" marR="0" marT="127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sz="1700" spc="-13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500" spc="-202" baseline="-30555" dirty="0">
                          <a:latin typeface="Arial"/>
                          <a:cs typeface="Arial"/>
                        </a:rPr>
                        <a:t>2</a:t>
                      </a:r>
                      <a:endParaRPr sz="1500" baseline="-30555">
                        <a:latin typeface="Arial"/>
                        <a:cs typeface="Arial"/>
                      </a:endParaRPr>
                    </a:p>
                  </a:txBody>
                  <a:tcPr marL="0" marR="0" marT="1276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7822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CDCD5A39-CA75-4798-A51B-CFF2A5DDA8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457200"/>
            <a:ext cx="8382000" cy="3505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C683FE7-EBBD-4F92-8D9C-3201D2D97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4495800"/>
            <a:ext cx="4946469" cy="136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855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91A6C3E9-E92B-4FC9-97BA-23E75C78E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1" y="1366837"/>
            <a:ext cx="6858000" cy="412432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FB96F2C-643A-4282-9155-102BEDD0CF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304800"/>
            <a:ext cx="2895600" cy="350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150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6939" y="1723158"/>
            <a:ext cx="11097260" cy="3886962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75" dirty="0">
                <a:latin typeface="Verdana"/>
                <a:cs typeface="Verdana"/>
              </a:rPr>
              <a:t>Also </a:t>
            </a:r>
            <a:r>
              <a:rPr sz="2800" spc="80" dirty="0">
                <a:latin typeface="Verdana"/>
                <a:cs typeface="Verdana"/>
              </a:rPr>
              <a:t>called </a:t>
            </a:r>
            <a:r>
              <a:rPr sz="2800" spc="-80" dirty="0">
                <a:latin typeface="Verdana"/>
                <a:cs typeface="Verdana"/>
              </a:rPr>
              <a:t>as </a:t>
            </a:r>
            <a:r>
              <a:rPr sz="2800" b="1" spc="-5" dirty="0">
                <a:solidFill>
                  <a:srgbClr val="00AF50"/>
                </a:solidFill>
                <a:latin typeface="Gothic Uralic"/>
                <a:cs typeface="Gothic Uralic"/>
              </a:rPr>
              <a:t>shortest </a:t>
            </a:r>
            <a:r>
              <a:rPr sz="2800" b="1" spc="-10" dirty="0">
                <a:solidFill>
                  <a:srgbClr val="00AF50"/>
                </a:solidFill>
                <a:latin typeface="Gothic Uralic"/>
                <a:cs typeface="Gothic Uralic"/>
              </a:rPr>
              <a:t>next </a:t>
            </a:r>
            <a:r>
              <a:rPr sz="2800" b="1" spc="-5" dirty="0">
                <a:solidFill>
                  <a:srgbClr val="00AF50"/>
                </a:solidFill>
                <a:latin typeface="Gothic Uralic"/>
                <a:cs typeface="Gothic Uralic"/>
              </a:rPr>
              <a:t>CPU burst</a:t>
            </a:r>
            <a:r>
              <a:rPr sz="2800" b="1" spc="-505" dirty="0">
                <a:solidFill>
                  <a:srgbClr val="00AF50"/>
                </a:solidFill>
                <a:latin typeface="Gothic Uralic"/>
                <a:cs typeface="Gothic Uralic"/>
              </a:rPr>
              <a:t> </a:t>
            </a:r>
            <a:r>
              <a:rPr sz="2800" b="1" spc="-25" dirty="0">
                <a:solidFill>
                  <a:srgbClr val="00AF50"/>
                </a:solidFill>
                <a:latin typeface="Gothic Uralic"/>
                <a:cs typeface="Gothic Uralic"/>
              </a:rPr>
              <a:t>scheduling</a:t>
            </a:r>
            <a:r>
              <a:rPr sz="2800" spc="-25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67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355" dirty="0">
                <a:latin typeface="Verdana"/>
                <a:cs typeface="Verdana"/>
              </a:rPr>
              <a:t>It </a:t>
            </a:r>
            <a:r>
              <a:rPr sz="2800" spc="-285" dirty="0">
                <a:latin typeface="Verdana"/>
                <a:cs typeface="Verdana"/>
              </a:rPr>
              <a:t>is </a:t>
            </a:r>
            <a:r>
              <a:rPr sz="2800" spc="-25" dirty="0">
                <a:latin typeface="Verdana"/>
                <a:cs typeface="Verdana"/>
              </a:rPr>
              <a:t>provably the </a:t>
            </a:r>
            <a:r>
              <a:rPr sz="2800" b="1" spc="-10" dirty="0">
                <a:solidFill>
                  <a:srgbClr val="00AF50"/>
                </a:solidFill>
                <a:latin typeface="Gothic Uralic"/>
                <a:cs typeface="Gothic Uralic"/>
              </a:rPr>
              <a:t>optimal </a:t>
            </a:r>
            <a:r>
              <a:rPr sz="2800" b="1" spc="-5" dirty="0">
                <a:solidFill>
                  <a:srgbClr val="00AF50"/>
                </a:solidFill>
                <a:latin typeface="Gothic Uralic"/>
                <a:cs typeface="Gothic Uralic"/>
              </a:rPr>
              <a:t>scheduling</a:t>
            </a:r>
            <a:r>
              <a:rPr sz="2800" b="1" spc="-100" dirty="0">
                <a:solidFill>
                  <a:srgbClr val="00AF50"/>
                </a:solidFill>
                <a:latin typeface="Gothic Uralic"/>
                <a:cs typeface="Gothic Uralic"/>
              </a:rPr>
              <a:t> </a:t>
            </a:r>
            <a:r>
              <a:rPr sz="2800" b="1" spc="-30" dirty="0">
                <a:solidFill>
                  <a:srgbClr val="00AF50"/>
                </a:solidFill>
                <a:latin typeface="Gothic Uralic"/>
                <a:cs typeface="Gothic Uralic"/>
              </a:rPr>
              <a:t>algorithm</a:t>
            </a:r>
            <a:r>
              <a:rPr sz="2800" spc="-30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 marL="241300" marR="6350" indent="-228600">
              <a:lnSpc>
                <a:spcPts val="3020"/>
              </a:lnSpc>
              <a:spcBef>
                <a:spcPts val="106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  <a:tab pos="4084954" algn="l"/>
              </a:tabLst>
            </a:pPr>
            <a:r>
              <a:rPr sz="2800" spc="-355" dirty="0">
                <a:latin typeface="Verdana"/>
                <a:cs typeface="Verdana"/>
              </a:rPr>
              <a:t>It  </a:t>
            </a:r>
            <a:r>
              <a:rPr sz="2800" spc="-80" dirty="0">
                <a:latin typeface="Verdana"/>
                <a:cs typeface="Verdana"/>
              </a:rPr>
              <a:t>gives</a:t>
            </a:r>
            <a:r>
              <a:rPr sz="2800" spc="114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195" dirty="0"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00AF50"/>
                </a:solidFill>
                <a:latin typeface="Gothic Uralic"/>
                <a:cs typeface="Gothic Uralic"/>
              </a:rPr>
              <a:t>minimum	average waiting </a:t>
            </a:r>
            <a:r>
              <a:rPr sz="2800" b="1" dirty="0">
                <a:solidFill>
                  <a:srgbClr val="00AF50"/>
                </a:solidFill>
                <a:latin typeface="Gothic Uralic"/>
                <a:cs typeface="Gothic Uralic"/>
              </a:rPr>
              <a:t>time </a:t>
            </a:r>
            <a:r>
              <a:rPr sz="2800" spc="-110" dirty="0">
                <a:latin typeface="Verdana"/>
                <a:cs typeface="Verdana"/>
              </a:rPr>
              <a:t>for </a:t>
            </a:r>
            <a:r>
              <a:rPr sz="2800" spc="225" dirty="0">
                <a:latin typeface="Verdana"/>
                <a:cs typeface="Verdana"/>
              </a:rPr>
              <a:t>a </a:t>
            </a:r>
            <a:r>
              <a:rPr sz="2800" spc="-20" dirty="0">
                <a:latin typeface="Verdana"/>
                <a:cs typeface="Verdana"/>
              </a:rPr>
              <a:t>given </a:t>
            </a:r>
            <a:r>
              <a:rPr sz="2800" spc="-135" dirty="0">
                <a:latin typeface="Verdana"/>
                <a:cs typeface="Verdana"/>
              </a:rPr>
              <a:t>set </a:t>
            </a:r>
            <a:r>
              <a:rPr sz="2800" spc="15" dirty="0">
                <a:latin typeface="Verdana"/>
                <a:cs typeface="Verdana"/>
              </a:rPr>
              <a:t>of  </a:t>
            </a:r>
            <a:r>
              <a:rPr sz="2800" spc="-60" dirty="0">
                <a:latin typeface="Verdana"/>
                <a:cs typeface="Verdana"/>
              </a:rPr>
              <a:t>processes</a:t>
            </a:r>
            <a:endParaRPr sz="2800" dirty="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63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45" dirty="0">
                <a:latin typeface="Verdana"/>
                <a:cs typeface="Verdana"/>
              </a:rPr>
              <a:t>Knowing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length</a:t>
            </a:r>
            <a:r>
              <a:rPr sz="2800" spc="-170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of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next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20" dirty="0">
                <a:latin typeface="Verdana"/>
                <a:cs typeface="Verdana"/>
              </a:rPr>
              <a:t>CPU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request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285" dirty="0">
                <a:latin typeface="Verdana"/>
                <a:cs typeface="Verdana"/>
              </a:rPr>
              <a:t>is</a:t>
            </a:r>
            <a:r>
              <a:rPr sz="2800" spc="-220" dirty="0">
                <a:latin typeface="Verdana"/>
                <a:cs typeface="Verdana"/>
              </a:rPr>
              <a:t> </a:t>
            </a:r>
            <a:r>
              <a:rPr sz="2800" b="1" spc="-30" dirty="0">
                <a:solidFill>
                  <a:srgbClr val="00AF50"/>
                </a:solidFill>
                <a:latin typeface="Gothic Uralic"/>
                <a:cs typeface="Gothic Uralic"/>
              </a:rPr>
              <a:t>difficult</a:t>
            </a:r>
            <a:r>
              <a:rPr sz="2800" spc="-30" dirty="0">
                <a:latin typeface="Verdana"/>
                <a:cs typeface="Verdana"/>
              </a:rPr>
              <a:t>.</a:t>
            </a:r>
            <a:endParaRPr sz="2800" dirty="0">
              <a:latin typeface="Verdana"/>
              <a:cs typeface="Verdana"/>
            </a:endParaRPr>
          </a:p>
          <a:p>
            <a:pPr marL="241300" marR="5080" indent="-228600">
              <a:lnSpc>
                <a:spcPts val="3020"/>
              </a:lnSpc>
              <a:spcBef>
                <a:spcPts val="105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355" dirty="0">
                <a:latin typeface="Verdana"/>
                <a:cs typeface="Verdana"/>
              </a:rPr>
              <a:t>It </a:t>
            </a:r>
            <a:r>
              <a:rPr sz="2800" b="1" spc="-10" dirty="0">
                <a:solidFill>
                  <a:srgbClr val="0000CC"/>
                </a:solidFill>
                <a:latin typeface="Gothic Uralic"/>
                <a:cs typeface="Gothic Uralic"/>
              </a:rPr>
              <a:t>can’t </a:t>
            </a:r>
            <a:r>
              <a:rPr sz="2800" b="1" spc="-5" dirty="0">
                <a:solidFill>
                  <a:srgbClr val="0000CC"/>
                </a:solidFill>
                <a:latin typeface="Gothic Uralic"/>
                <a:cs typeface="Gothic Uralic"/>
              </a:rPr>
              <a:t>be implemented </a:t>
            </a:r>
            <a:r>
              <a:rPr sz="2800" spc="30" dirty="0">
                <a:latin typeface="Verdana"/>
                <a:cs typeface="Verdana"/>
              </a:rPr>
              <a:t>at </a:t>
            </a:r>
            <a:r>
              <a:rPr sz="2800" spc="-165" dirty="0">
                <a:latin typeface="Verdana"/>
                <a:cs typeface="Verdana"/>
              </a:rPr>
              <a:t>short </a:t>
            </a:r>
            <a:r>
              <a:rPr sz="2800" spc="-120" dirty="0">
                <a:latin typeface="Verdana"/>
                <a:cs typeface="Verdana"/>
              </a:rPr>
              <a:t>term </a:t>
            </a:r>
            <a:r>
              <a:rPr sz="2800" spc="-20" dirty="0">
                <a:latin typeface="Verdana"/>
                <a:cs typeface="Verdana"/>
              </a:rPr>
              <a:t>scheduling </a:t>
            </a:r>
            <a:r>
              <a:rPr sz="2800" spc="-50" dirty="0">
                <a:latin typeface="Verdana"/>
                <a:cs typeface="Verdana"/>
              </a:rPr>
              <a:t>level </a:t>
            </a:r>
            <a:r>
              <a:rPr sz="2800" spc="-80" dirty="0">
                <a:latin typeface="Verdana"/>
                <a:cs typeface="Verdana"/>
              </a:rPr>
              <a:t>as </a:t>
            </a:r>
            <a:r>
              <a:rPr sz="2800" spc="-175" dirty="0">
                <a:latin typeface="Verdana"/>
                <a:cs typeface="Verdana"/>
              </a:rPr>
              <a:t>it </a:t>
            </a:r>
            <a:r>
              <a:rPr sz="2800" spc="-280" dirty="0">
                <a:latin typeface="Verdana"/>
                <a:cs typeface="Verdana"/>
              </a:rPr>
              <a:t>is  </a:t>
            </a:r>
            <a:r>
              <a:rPr sz="2800" spc="-60" dirty="0">
                <a:latin typeface="Verdana"/>
                <a:cs typeface="Verdana"/>
              </a:rPr>
              <a:t>difficult</a:t>
            </a:r>
            <a:r>
              <a:rPr sz="2800" spc="-260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know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40" dirty="0">
                <a:latin typeface="Verdana"/>
                <a:cs typeface="Verdana"/>
              </a:rPr>
              <a:t>length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of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next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20" dirty="0">
                <a:latin typeface="Verdana"/>
                <a:cs typeface="Verdana"/>
              </a:rPr>
              <a:t>CPU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80" dirty="0">
                <a:latin typeface="Verdana"/>
                <a:cs typeface="Verdana"/>
              </a:rPr>
              <a:t>burst.</a:t>
            </a:r>
            <a:endParaRPr sz="2800" dirty="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240" dirty="0">
                <a:latin typeface="Verdana"/>
                <a:cs typeface="Verdana"/>
              </a:rPr>
              <a:t>SJF </a:t>
            </a:r>
            <a:r>
              <a:rPr sz="2800" spc="-150" dirty="0">
                <a:latin typeface="Verdana"/>
                <a:cs typeface="Verdana"/>
              </a:rPr>
              <a:t>will </a:t>
            </a:r>
            <a:r>
              <a:rPr sz="2800" spc="-175" dirty="0">
                <a:latin typeface="Verdana"/>
                <a:cs typeface="Verdana"/>
              </a:rPr>
              <a:t>result </a:t>
            </a:r>
            <a:r>
              <a:rPr sz="2800" spc="-135" dirty="0">
                <a:latin typeface="Verdana"/>
                <a:cs typeface="Verdana"/>
              </a:rPr>
              <a:t>in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spc="-95" dirty="0">
                <a:latin typeface="Verdana"/>
                <a:cs typeface="Verdana"/>
              </a:rPr>
              <a:t>maximum</a:t>
            </a:r>
            <a:r>
              <a:rPr sz="2800" spc="-515" dirty="0">
                <a:latin typeface="Verdana"/>
                <a:cs typeface="Verdana"/>
              </a:rPr>
              <a:t> </a:t>
            </a:r>
            <a:r>
              <a:rPr sz="2800" spc="-90" dirty="0">
                <a:latin typeface="Verdana"/>
                <a:cs typeface="Verdana"/>
              </a:rPr>
              <a:t>Throughput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403606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0000"/>
                </a:solidFill>
              </a:rPr>
              <a:t>Observations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70374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88868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</a:rPr>
              <a:t>SJF </a:t>
            </a:r>
            <a:r>
              <a:rPr sz="4400" dirty="0">
                <a:solidFill>
                  <a:srgbClr val="FF0000"/>
                </a:solidFill>
              </a:rPr>
              <a:t>with </a:t>
            </a:r>
            <a:r>
              <a:rPr sz="4400" spc="-5" dirty="0">
                <a:solidFill>
                  <a:srgbClr val="FF0000"/>
                </a:solidFill>
              </a:rPr>
              <a:t>Prediction </a:t>
            </a:r>
            <a:r>
              <a:rPr sz="4400" dirty="0">
                <a:solidFill>
                  <a:srgbClr val="FF0000"/>
                </a:solidFill>
              </a:rPr>
              <a:t>Techniques</a:t>
            </a:r>
            <a:r>
              <a:rPr sz="4400" spc="-110" dirty="0">
                <a:solidFill>
                  <a:srgbClr val="FF0000"/>
                </a:solidFill>
              </a:rPr>
              <a:t> </a:t>
            </a:r>
            <a:r>
              <a:rPr sz="4400" spc="-5" dirty="0">
                <a:solidFill>
                  <a:srgbClr val="FF0000"/>
                </a:solidFill>
              </a:rPr>
              <a:t>BT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4987290" y="2320289"/>
            <a:ext cx="2693035" cy="368935"/>
          </a:xfrm>
          <a:prstGeom prst="rect">
            <a:avLst/>
          </a:prstGeom>
          <a:ln w="19811">
            <a:solidFill>
              <a:srgbClr val="0D0D0D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20"/>
              </a:spcBef>
            </a:pPr>
            <a:r>
              <a:rPr sz="1800" b="1" spc="-5" dirty="0">
                <a:latin typeface="Gothic Uralic"/>
                <a:cs typeface="Gothic Uralic"/>
              </a:rPr>
              <a:t>Prediction</a:t>
            </a:r>
            <a:r>
              <a:rPr sz="1800" b="1" spc="-30" dirty="0">
                <a:latin typeface="Gothic Uralic"/>
                <a:cs typeface="Gothic Uralic"/>
              </a:rPr>
              <a:t> </a:t>
            </a:r>
            <a:r>
              <a:rPr sz="1800" b="1" dirty="0">
                <a:latin typeface="Gothic Uralic"/>
                <a:cs typeface="Gothic Uralic"/>
              </a:rPr>
              <a:t>Techniques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88002" y="3230117"/>
            <a:ext cx="798830" cy="368935"/>
          </a:xfrm>
          <a:prstGeom prst="rect">
            <a:avLst/>
          </a:prstGeom>
          <a:ln w="19811">
            <a:solidFill>
              <a:srgbClr val="0D0D0D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sz="1800" b="1" spc="-5" dirty="0">
                <a:latin typeface="Gothic Uralic"/>
                <a:cs typeface="Gothic Uralic"/>
              </a:rPr>
              <a:t>Static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04894" y="4226814"/>
            <a:ext cx="1765300" cy="370840"/>
          </a:xfrm>
          <a:prstGeom prst="rect">
            <a:avLst/>
          </a:prstGeom>
          <a:ln w="19811">
            <a:solidFill>
              <a:srgbClr val="0D0D0D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30"/>
              </a:spcBef>
            </a:pPr>
            <a:r>
              <a:rPr sz="1800" b="1" spc="-5" dirty="0">
                <a:latin typeface="Gothic Uralic"/>
                <a:cs typeface="Gothic Uralic"/>
              </a:rPr>
              <a:t>1. Process</a:t>
            </a:r>
            <a:r>
              <a:rPr sz="1800" b="1" spc="-55" dirty="0">
                <a:latin typeface="Gothic Uralic"/>
                <a:cs typeface="Gothic Uralic"/>
              </a:rPr>
              <a:t> </a:t>
            </a:r>
            <a:r>
              <a:rPr sz="1800" b="1" spc="-5" dirty="0">
                <a:latin typeface="Gothic Uralic"/>
                <a:cs typeface="Gothic Uralic"/>
              </a:rPr>
              <a:t>size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4894" y="4597146"/>
            <a:ext cx="1885314" cy="368935"/>
          </a:xfrm>
          <a:prstGeom prst="rect">
            <a:avLst/>
          </a:prstGeom>
          <a:ln w="19811">
            <a:solidFill>
              <a:srgbClr val="0D0D0D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325"/>
              </a:spcBef>
            </a:pPr>
            <a:r>
              <a:rPr sz="1800" b="1" spc="-5" dirty="0">
                <a:latin typeface="Gothic Uralic"/>
                <a:cs typeface="Gothic Uralic"/>
              </a:rPr>
              <a:t>2. Process</a:t>
            </a:r>
            <a:r>
              <a:rPr sz="1800" b="1" spc="-60" dirty="0">
                <a:latin typeface="Gothic Uralic"/>
                <a:cs typeface="Gothic Uralic"/>
              </a:rPr>
              <a:t> </a:t>
            </a:r>
            <a:r>
              <a:rPr sz="1800" b="1" dirty="0">
                <a:latin typeface="Gothic Uralic"/>
                <a:cs typeface="Gothic Uralic"/>
              </a:rPr>
              <a:t>Type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96861" y="3230117"/>
            <a:ext cx="1191895" cy="368935"/>
          </a:xfrm>
          <a:prstGeom prst="rect">
            <a:avLst/>
          </a:prstGeom>
          <a:ln w="19811">
            <a:solidFill>
              <a:srgbClr val="0D0D0D"/>
            </a:solidFill>
          </a:ln>
        </p:spPr>
        <p:txBody>
          <a:bodyPr vert="horz" wrap="square" lIns="0" tIns="400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sz="1800" b="1" spc="-5" dirty="0">
                <a:latin typeface="Gothic Uralic"/>
                <a:cs typeface="Gothic Uralic"/>
              </a:rPr>
              <a:t>Dynamic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45630" y="4167378"/>
            <a:ext cx="2512060" cy="368935"/>
          </a:xfrm>
          <a:prstGeom prst="rect">
            <a:avLst/>
          </a:prstGeom>
          <a:ln w="19811">
            <a:solidFill>
              <a:srgbClr val="0D0D0D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sz="1800" b="1" spc="-5" dirty="0">
                <a:latin typeface="Gothic Uralic"/>
                <a:cs typeface="Gothic Uralic"/>
              </a:rPr>
              <a:t>1. Simple</a:t>
            </a:r>
            <a:r>
              <a:rPr sz="1800" b="1" spc="-35" dirty="0">
                <a:latin typeface="Gothic Uralic"/>
                <a:cs typeface="Gothic Uralic"/>
              </a:rPr>
              <a:t> </a:t>
            </a:r>
            <a:r>
              <a:rPr sz="1800" b="1" dirty="0">
                <a:latin typeface="Gothic Uralic"/>
                <a:cs typeface="Gothic Uralic"/>
              </a:rPr>
              <a:t>Averaging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45630" y="4536185"/>
            <a:ext cx="2969260" cy="368935"/>
          </a:xfrm>
          <a:prstGeom prst="rect">
            <a:avLst/>
          </a:prstGeom>
          <a:ln w="19811">
            <a:solidFill>
              <a:srgbClr val="0D0D0D"/>
            </a:solidFill>
          </a:ln>
        </p:spPr>
        <p:txBody>
          <a:bodyPr vert="horz" wrap="square" lIns="0" tIns="4127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25"/>
              </a:spcBef>
            </a:pPr>
            <a:r>
              <a:rPr sz="1800" b="1" spc="-5" dirty="0">
                <a:latin typeface="Gothic Uralic"/>
                <a:cs typeface="Gothic Uralic"/>
              </a:rPr>
              <a:t>2. Exponential</a:t>
            </a:r>
            <a:r>
              <a:rPr sz="1800" b="1" spc="-55" dirty="0">
                <a:latin typeface="Gothic Uralic"/>
                <a:cs typeface="Gothic Uralic"/>
              </a:rPr>
              <a:t> </a:t>
            </a:r>
            <a:r>
              <a:rPr sz="1800" b="1" spc="-5" dirty="0">
                <a:latin typeface="Gothic Uralic"/>
                <a:cs typeface="Gothic Uralic"/>
              </a:rPr>
              <a:t>averaging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948428" y="2682239"/>
            <a:ext cx="2581910" cy="1544955"/>
            <a:chOff x="4948428" y="2682239"/>
            <a:chExt cx="2581910" cy="1544955"/>
          </a:xfrm>
        </p:grpSpPr>
        <p:sp>
          <p:nvSpPr>
            <p:cNvPr id="12" name="object 12"/>
            <p:cNvSpPr/>
            <p:nvPr/>
          </p:nvSpPr>
          <p:spPr>
            <a:xfrm>
              <a:off x="5588508" y="2961131"/>
              <a:ext cx="1567815" cy="0"/>
            </a:xfrm>
            <a:custGeom>
              <a:avLst/>
              <a:gdLst/>
              <a:ahLst/>
              <a:cxnLst/>
              <a:rect l="l" t="t" r="r" b="b"/>
              <a:pathLst>
                <a:path w="1567815">
                  <a:moveTo>
                    <a:pt x="0" y="0"/>
                  </a:moveTo>
                  <a:lnTo>
                    <a:pt x="1567561" y="0"/>
                  </a:lnTo>
                </a:path>
              </a:pathLst>
            </a:custGeom>
            <a:ln w="12192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25796" y="2956051"/>
              <a:ext cx="2265680" cy="273050"/>
            </a:xfrm>
            <a:custGeom>
              <a:avLst/>
              <a:gdLst/>
              <a:ahLst/>
              <a:cxnLst/>
              <a:rect l="l" t="t" r="r" b="b"/>
              <a:pathLst>
                <a:path w="2265679" h="273050">
                  <a:moveTo>
                    <a:pt x="366649" y="10160"/>
                  </a:moveTo>
                  <a:lnTo>
                    <a:pt x="359029" y="0"/>
                  </a:lnTo>
                  <a:lnTo>
                    <a:pt x="57594" y="222453"/>
                  </a:lnTo>
                  <a:lnTo>
                    <a:pt x="38735" y="196850"/>
                  </a:lnTo>
                  <a:lnTo>
                    <a:pt x="0" y="272796"/>
                  </a:lnTo>
                  <a:lnTo>
                    <a:pt x="83947" y="258191"/>
                  </a:lnTo>
                  <a:lnTo>
                    <a:pt x="70650" y="240157"/>
                  </a:lnTo>
                  <a:lnTo>
                    <a:pt x="65087" y="232613"/>
                  </a:lnTo>
                  <a:lnTo>
                    <a:pt x="366649" y="10160"/>
                  </a:lnTo>
                  <a:close/>
                </a:path>
                <a:path w="2265679" h="273050">
                  <a:moveTo>
                    <a:pt x="2265680" y="272796"/>
                  </a:moveTo>
                  <a:lnTo>
                    <a:pt x="2249589" y="238252"/>
                  </a:lnTo>
                  <a:lnTo>
                    <a:pt x="2229739" y="195580"/>
                  </a:lnTo>
                  <a:lnTo>
                    <a:pt x="2210041" y="220345"/>
                  </a:lnTo>
                  <a:lnTo>
                    <a:pt x="1933321" y="127"/>
                  </a:lnTo>
                  <a:lnTo>
                    <a:pt x="1925447" y="10033"/>
                  </a:lnTo>
                  <a:lnTo>
                    <a:pt x="2202103" y="230314"/>
                  </a:lnTo>
                  <a:lnTo>
                    <a:pt x="2182368" y="255143"/>
                  </a:lnTo>
                  <a:lnTo>
                    <a:pt x="2265680" y="272796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27648" y="2688335"/>
              <a:ext cx="5080" cy="272415"/>
            </a:xfrm>
            <a:custGeom>
              <a:avLst/>
              <a:gdLst/>
              <a:ahLst/>
              <a:cxnLst/>
              <a:rect l="l" t="t" r="r" b="b"/>
              <a:pathLst>
                <a:path w="5079" h="272414">
                  <a:moveTo>
                    <a:pt x="4699" y="0"/>
                  </a:moveTo>
                  <a:lnTo>
                    <a:pt x="0" y="272034"/>
                  </a:lnTo>
                </a:path>
              </a:pathLst>
            </a:custGeom>
            <a:ln w="12191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948428" y="3598163"/>
              <a:ext cx="2581910" cy="629285"/>
            </a:xfrm>
            <a:custGeom>
              <a:avLst/>
              <a:gdLst/>
              <a:ahLst/>
              <a:cxnLst/>
              <a:rect l="l" t="t" r="r" b="b"/>
              <a:pathLst>
                <a:path w="2581909" h="629285">
                  <a:moveTo>
                    <a:pt x="76200" y="552577"/>
                  </a:moveTo>
                  <a:lnTo>
                    <a:pt x="44450" y="552577"/>
                  </a:lnTo>
                  <a:lnTo>
                    <a:pt x="44450" y="0"/>
                  </a:lnTo>
                  <a:lnTo>
                    <a:pt x="31750" y="0"/>
                  </a:lnTo>
                  <a:lnTo>
                    <a:pt x="31750" y="552577"/>
                  </a:lnTo>
                  <a:lnTo>
                    <a:pt x="0" y="552577"/>
                  </a:lnTo>
                  <a:lnTo>
                    <a:pt x="38100" y="628777"/>
                  </a:lnTo>
                  <a:lnTo>
                    <a:pt x="69850" y="565277"/>
                  </a:lnTo>
                  <a:lnTo>
                    <a:pt x="76200" y="552577"/>
                  </a:lnTo>
                  <a:close/>
                </a:path>
                <a:path w="2581909" h="629285">
                  <a:moveTo>
                    <a:pt x="2581656" y="491744"/>
                  </a:moveTo>
                  <a:lnTo>
                    <a:pt x="2549906" y="491744"/>
                  </a:lnTo>
                  <a:lnTo>
                    <a:pt x="2549906" y="0"/>
                  </a:lnTo>
                  <a:lnTo>
                    <a:pt x="2537206" y="0"/>
                  </a:lnTo>
                  <a:lnTo>
                    <a:pt x="2537206" y="491744"/>
                  </a:lnTo>
                  <a:lnTo>
                    <a:pt x="2505456" y="491744"/>
                  </a:lnTo>
                  <a:lnTo>
                    <a:pt x="2543556" y="567944"/>
                  </a:lnTo>
                  <a:lnTo>
                    <a:pt x="2575306" y="504444"/>
                  </a:lnTo>
                  <a:lnTo>
                    <a:pt x="2581656" y="491744"/>
                  </a:lnTo>
                  <a:close/>
                </a:path>
              </a:pathLst>
            </a:custGeom>
            <a:solidFill>
              <a:srgbClr val="0D0D0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106277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B0069690-B771-4BB2-8E83-E8FF50E55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6837" y="1143000"/>
            <a:ext cx="9458325" cy="471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262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6938" y="1720112"/>
            <a:ext cx="10436861" cy="105283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8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35" dirty="0">
                <a:latin typeface="Verdana"/>
                <a:cs typeface="Verdana"/>
              </a:rPr>
              <a:t>Commonly, </a:t>
            </a:r>
            <a:r>
              <a:rPr sz="2800" spc="-5" dirty="0">
                <a:latin typeface="Arial"/>
                <a:cs typeface="Arial"/>
              </a:rPr>
              <a:t>α </a:t>
            </a:r>
            <a:r>
              <a:rPr sz="2800" spc="-135" dirty="0">
                <a:latin typeface="Verdana"/>
                <a:cs typeface="Verdana"/>
              </a:rPr>
              <a:t>set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425" dirty="0">
                <a:latin typeface="Verdana"/>
                <a:cs typeface="Verdana"/>
              </a:rPr>
              <a:t> </a:t>
            </a:r>
            <a:r>
              <a:rPr sz="2800" spc="-480" dirty="0">
                <a:latin typeface="Verdana"/>
                <a:cs typeface="Verdana"/>
              </a:rPr>
              <a:t>½</a:t>
            </a:r>
            <a:endParaRPr sz="2800" dirty="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68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35" dirty="0">
                <a:latin typeface="Verdana"/>
                <a:cs typeface="Verdana"/>
              </a:rPr>
              <a:t>Preemptive </a:t>
            </a:r>
            <a:r>
              <a:rPr sz="2800" spc="-120" dirty="0">
                <a:latin typeface="Verdana"/>
                <a:cs typeface="Verdana"/>
              </a:rPr>
              <a:t>version </a:t>
            </a:r>
            <a:r>
              <a:rPr sz="2800" spc="80" dirty="0">
                <a:latin typeface="Verdana"/>
                <a:cs typeface="Verdana"/>
              </a:rPr>
              <a:t>called</a:t>
            </a:r>
            <a:r>
              <a:rPr sz="2800" spc="-400" dirty="0">
                <a:latin typeface="Verdana"/>
                <a:cs typeface="Verdana"/>
              </a:rPr>
              <a:t> </a:t>
            </a:r>
            <a:r>
              <a:rPr sz="2800" b="1" spc="-5" dirty="0">
                <a:solidFill>
                  <a:srgbClr val="3366FF"/>
                </a:solidFill>
                <a:latin typeface="Gothic Uralic"/>
                <a:cs typeface="Gothic Uralic"/>
              </a:rPr>
              <a:t>shortest-remaining-time-first</a:t>
            </a:r>
            <a:endParaRPr sz="2800" dirty="0">
              <a:latin typeface="Gothic Uralic"/>
              <a:cs typeface="Gothic Ural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8" y="669112"/>
            <a:ext cx="1097026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</a:rPr>
              <a:t>Determining </a:t>
            </a:r>
            <a:r>
              <a:rPr sz="4400" dirty="0">
                <a:solidFill>
                  <a:srgbClr val="FF0000"/>
                </a:solidFill>
              </a:rPr>
              <a:t>Length of Next CPU</a:t>
            </a:r>
            <a:r>
              <a:rPr sz="4400" spc="-150" dirty="0">
                <a:solidFill>
                  <a:srgbClr val="FF0000"/>
                </a:solidFill>
              </a:rPr>
              <a:t> </a:t>
            </a:r>
            <a:r>
              <a:rPr sz="4400" spc="-5" dirty="0">
                <a:solidFill>
                  <a:srgbClr val="FF0000"/>
                </a:solidFill>
              </a:rPr>
              <a:t>Burst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2308355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4239" y="1737106"/>
            <a:ext cx="5728335" cy="34258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0" indent="-228600">
              <a:lnSpc>
                <a:spcPct val="100000"/>
              </a:lnSpc>
              <a:spcBef>
                <a:spcPts val="105"/>
              </a:spcBef>
              <a:buClr>
                <a:srgbClr val="EC7C30"/>
              </a:buClr>
              <a:buFont typeface="Wingdings"/>
              <a:buChar char=""/>
              <a:tabLst>
                <a:tab pos="254000" algn="l"/>
              </a:tabLst>
            </a:pPr>
            <a:r>
              <a:rPr sz="2600" dirty="0">
                <a:latin typeface="Symbol"/>
                <a:cs typeface="Symbol"/>
              </a:rPr>
              <a:t>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-390" dirty="0">
                <a:latin typeface="Verdana"/>
                <a:cs typeface="Verdana"/>
              </a:rPr>
              <a:t>=0</a:t>
            </a:r>
            <a:endParaRPr sz="2600">
              <a:latin typeface="Verdana"/>
              <a:cs typeface="Verdana"/>
            </a:endParaRPr>
          </a:p>
          <a:p>
            <a:pPr marL="711200" lvl="1" indent="-229235">
              <a:lnSpc>
                <a:spcPct val="100000"/>
              </a:lnSpc>
              <a:buClr>
                <a:srgbClr val="EC7C30"/>
              </a:buClr>
              <a:buFont typeface="Wingdings"/>
              <a:buChar char=""/>
              <a:tabLst>
                <a:tab pos="711835" algn="l"/>
              </a:tabLst>
            </a:pPr>
            <a:r>
              <a:rPr sz="2200" spc="-110" dirty="0">
                <a:latin typeface="Symbol"/>
                <a:cs typeface="Symbol"/>
              </a:rPr>
              <a:t></a:t>
            </a:r>
            <a:r>
              <a:rPr sz="2175" spc="-165" baseline="-21072" dirty="0">
                <a:latin typeface="Verdana"/>
                <a:cs typeface="Verdana"/>
              </a:rPr>
              <a:t>n+1 </a:t>
            </a:r>
            <a:r>
              <a:rPr sz="2200" spc="-470" dirty="0">
                <a:latin typeface="Verdana"/>
                <a:cs typeface="Verdana"/>
              </a:rPr>
              <a:t>=</a:t>
            </a:r>
            <a:r>
              <a:rPr sz="2200" spc="-365" dirty="0">
                <a:latin typeface="Verdana"/>
                <a:cs typeface="Verdana"/>
              </a:rPr>
              <a:t> </a:t>
            </a:r>
            <a:r>
              <a:rPr sz="2200" spc="-5" dirty="0">
                <a:latin typeface="Symbol"/>
                <a:cs typeface="Symbol"/>
              </a:rPr>
              <a:t></a:t>
            </a:r>
            <a:r>
              <a:rPr sz="2175" spc="-7" baseline="-21072" dirty="0">
                <a:latin typeface="Verdana"/>
                <a:cs typeface="Verdana"/>
              </a:rPr>
              <a:t>n</a:t>
            </a:r>
            <a:endParaRPr sz="2175" baseline="-21072">
              <a:latin typeface="Verdana"/>
              <a:cs typeface="Verdana"/>
            </a:endParaRPr>
          </a:p>
          <a:p>
            <a:pPr marL="711200" lvl="1" indent="-229235">
              <a:lnSpc>
                <a:spcPts val="2640"/>
              </a:lnSpc>
              <a:spcBef>
                <a:spcPts val="5"/>
              </a:spcBef>
              <a:buClr>
                <a:srgbClr val="EC7C30"/>
              </a:buClr>
              <a:buFont typeface="Wingdings"/>
              <a:buChar char=""/>
              <a:tabLst>
                <a:tab pos="711835" algn="l"/>
              </a:tabLst>
            </a:pPr>
            <a:r>
              <a:rPr sz="2200" spc="20" dirty="0">
                <a:latin typeface="Verdana"/>
                <a:cs typeface="Verdana"/>
              </a:rPr>
              <a:t>Recent </a:t>
            </a:r>
            <a:r>
              <a:rPr sz="2200" spc="-135" dirty="0">
                <a:latin typeface="Verdana"/>
                <a:cs typeface="Verdana"/>
              </a:rPr>
              <a:t>history </a:t>
            </a:r>
            <a:r>
              <a:rPr sz="2200" spc="10" dirty="0">
                <a:latin typeface="Verdana"/>
                <a:cs typeface="Verdana"/>
              </a:rPr>
              <a:t>does</a:t>
            </a:r>
            <a:r>
              <a:rPr sz="2200" spc="-56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not </a:t>
            </a:r>
            <a:r>
              <a:rPr sz="2200" spc="25" dirty="0">
                <a:latin typeface="Verdana"/>
                <a:cs typeface="Verdana"/>
              </a:rPr>
              <a:t>count</a:t>
            </a:r>
            <a:endParaRPr sz="2200">
              <a:latin typeface="Verdana"/>
              <a:cs typeface="Verdana"/>
            </a:endParaRPr>
          </a:p>
          <a:p>
            <a:pPr marL="254000" indent="-228600">
              <a:lnSpc>
                <a:spcPts val="3120"/>
              </a:lnSpc>
              <a:buClr>
                <a:srgbClr val="EC7C30"/>
              </a:buClr>
              <a:buFont typeface="Wingdings"/>
              <a:buChar char=""/>
              <a:tabLst>
                <a:tab pos="254000" algn="l"/>
              </a:tabLst>
            </a:pPr>
            <a:r>
              <a:rPr sz="2600" dirty="0">
                <a:latin typeface="Symbol"/>
                <a:cs typeface="Symbol"/>
              </a:rPr>
              <a:t>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spc="-390" dirty="0">
                <a:latin typeface="Verdana"/>
                <a:cs typeface="Verdana"/>
              </a:rPr>
              <a:t>=1</a:t>
            </a:r>
            <a:endParaRPr sz="2600">
              <a:latin typeface="Verdana"/>
              <a:cs typeface="Verdana"/>
            </a:endParaRPr>
          </a:p>
          <a:p>
            <a:pPr marL="788670" lvl="1" indent="-306705">
              <a:lnSpc>
                <a:spcPct val="100000"/>
              </a:lnSpc>
              <a:spcBef>
                <a:spcPts val="5"/>
              </a:spcBef>
              <a:buClr>
                <a:srgbClr val="EC7C30"/>
              </a:buClr>
              <a:buFont typeface="Wingdings"/>
              <a:buChar char=""/>
              <a:tabLst>
                <a:tab pos="788670" algn="l"/>
                <a:tab pos="789305" algn="l"/>
              </a:tabLst>
            </a:pPr>
            <a:r>
              <a:rPr sz="2200" spc="-110" dirty="0">
                <a:latin typeface="Symbol"/>
                <a:cs typeface="Symbol"/>
              </a:rPr>
              <a:t></a:t>
            </a:r>
            <a:r>
              <a:rPr sz="2175" spc="-165" baseline="-21072" dirty="0">
                <a:latin typeface="Verdana"/>
                <a:cs typeface="Verdana"/>
              </a:rPr>
              <a:t>n+1 </a:t>
            </a:r>
            <a:r>
              <a:rPr sz="2200" spc="-470" dirty="0">
                <a:latin typeface="Verdana"/>
                <a:cs typeface="Verdana"/>
              </a:rPr>
              <a:t>= </a:t>
            </a:r>
            <a:r>
              <a:rPr sz="2200" spc="-5" dirty="0">
                <a:latin typeface="Symbol"/>
                <a:cs typeface="Symbol"/>
              </a:rPr>
              <a:t>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i="1" spc="-5" dirty="0">
                <a:latin typeface="TeXGyreAdventor"/>
                <a:cs typeface="TeXGyreAdventor"/>
              </a:rPr>
              <a:t>t</a:t>
            </a:r>
            <a:r>
              <a:rPr sz="2175" spc="-7" baseline="-21072" dirty="0">
                <a:latin typeface="Verdana"/>
                <a:cs typeface="Verdana"/>
              </a:rPr>
              <a:t>n</a:t>
            </a:r>
            <a:endParaRPr sz="2175" baseline="-21072">
              <a:latin typeface="Verdana"/>
              <a:cs typeface="Verdana"/>
            </a:endParaRPr>
          </a:p>
          <a:p>
            <a:pPr marL="228600" marR="20320" lvl="1" indent="-228600" algn="r">
              <a:lnSpc>
                <a:spcPts val="2640"/>
              </a:lnSpc>
              <a:buClr>
                <a:srgbClr val="EC7C30"/>
              </a:buClr>
              <a:buFont typeface="Wingdings"/>
              <a:buChar char=""/>
              <a:tabLst>
                <a:tab pos="228600" algn="l"/>
              </a:tabLst>
            </a:pPr>
            <a:r>
              <a:rPr sz="2200" spc="-45" dirty="0">
                <a:latin typeface="Verdana"/>
                <a:cs typeface="Verdana"/>
              </a:rPr>
              <a:t>Only</a:t>
            </a:r>
            <a:r>
              <a:rPr sz="2200" spc="-190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the</a:t>
            </a:r>
            <a:r>
              <a:rPr sz="2200" spc="-170" dirty="0">
                <a:latin typeface="Verdana"/>
                <a:cs typeface="Verdana"/>
              </a:rPr>
              <a:t> </a:t>
            </a:r>
            <a:r>
              <a:rPr sz="2200" spc="45" dirty="0">
                <a:latin typeface="Verdana"/>
                <a:cs typeface="Verdana"/>
              </a:rPr>
              <a:t>actual</a:t>
            </a:r>
            <a:r>
              <a:rPr sz="2200" spc="-170" dirty="0">
                <a:latin typeface="Verdana"/>
                <a:cs typeface="Verdana"/>
              </a:rPr>
              <a:t> </a:t>
            </a:r>
            <a:r>
              <a:rPr sz="2200" spc="-105" dirty="0">
                <a:latin typeface="Verdana"/>
                <a:cs typeface="Verdana"/>
              </a:rPr>
              <a:t>last</a:t>
            </a:r>
            <a:r>
              <a:rPr sz="2200" spc="-175" dirty="0">
                <a:latin typeface="Verdana"/>
                <a:cs typeface="Verdana"/>
              </a:rPr>
              <a:t> </a:t>
            </a:r>
            <a:r>
              <a:rPr sz="2200" spc="15" dirty="0">
                <a:latin typeface="Verdana"/>
                <a:cs typeface="Verdana"/>
              </a:rPr>
              <a:t>CPU</a:t>
            </a:r>
            <a:r>
              <a:rPr sz="2200" spc="-175" dirty="0">
                <a:latin typeface="Verdana"/>
                <a:cs typeface="Verdana"/>
              </a:rPr>
              <a:t> </a:t>
            </a:r>
            <a:r>
              <a:rPr sz="2200" spc="-130" dirty="0">
                <a:latin typeface="Verdana"/>
                <a:cs typeface="Verdana"/>
              </a:rPr>
              <a:t>burst</a:t>
            </a:r>
            <a:r>
              <a:rPr sz="2200" spc="-16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counts</a:t>
            </a:r>
            <a:endParaRPr sz="2200">
              <a:latin typeface="Verdana"/>
              <a:cs typeface="Verdana"/>
            </a:endParaRPr>
          </a:p>
          <a:p>
            <a:pPr marL="254000" marR="17780" indent="-254000" algn="r">
              <a:lnSpc>
                <a:spcPts val="3120"/>
              </a:lnSpc>
              <a:buClr>
                <a:srgbClr val="EC7C30"/>
              </a:buClr>
              <a:buFont typeface="Wingdings"/>
              <a:buChar char=""/>
              <a:tabLst>
                <a:tab pos="254000" algn="l"/>
              </a:tabLst>
            </a:pPr>
            <a:r>
              <a:rPr sz="2600" spc="-295" dirty="0">
                <a:latin typeface="Verdana"/>
                <a:cs typeface="Verdana"/>
              </a:rPr>
              <a:t>If</a:t>
            </a:r>
            <a:r>
              <a:rPr sz="2600" spc="-235" dirty="0">
                <a:latin typeface="Verdana"/>
                <a:cs typeface="Verdana"/>
              </a:rPr>
              <a:t> </a:t>
            </a:r>
            <a:r>
              <a:rPr sz="2600" spc="85" dirty="0">
                <a:latin typeface="Verdana"/>
                <a:cs typeface="Verdana"/>
              </a:rPr>
              <a:t>we</a:t>
            </a:r>
            <a:r>
              <a:rPr sz="2600" spc="-204" dirty="0">
                <a:latin typeface="Verdana"/>
                <a:cs typeface="Verdana"/>
              </a:rPr>
              <a:t> </a:t>
            </a:r>
            <a:r>
              <a:rPr sz="2600" spc="55" dirty="0">
                <a:latin typeface="Verdana"/>
                <a:cs typeface="Verdana"/>
              </a:rPr>
              <a:t>expand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20" dirty="0">
                <a:latin typeface="Verdana"/>
                <a:cs typeface="Verdana"/>
              </a:rPr>
              <a:t>the</a:t>
            </a:r>
            <a:r>
              <a:rPr sz="2600" spc="-215" dirty="0">
                <a:latin typeface="Verdana"/>
                <a:cs typeface="Verdana"/>
              </a:rPr>
              <a:t> </a:t>
            </a:r>
            <a:r>
              <a:rPr sz="2600" spc="-80" dirty="0">
                <a:latin typeface="Verdana"/>
                <a:cs typeface="Verdana"/>
              </a:rPr>
              <a:t>formula,</a:t>
            </a:r>
            <a:r>
              <a:rPr sz="2600" spc="-204" dirty="0">
                <a:latin typeface="Verdana"/>
                <a:cs typeface="Verdana"/>
              </a:rPr>
              <a:t> </a:t>
            </a:r>
            <a:r>
              <a:rPr sz="2600" spc="85" dirty="0">
                <a:latin typeface="Verdana"/>
                <a:cs typeface="Verdana"/>
              </a:rPr>
              <a:t>we</a:t>
            </a:r>
            <a:r>
              <a:rPr sz="2600" spc="-204" dirty="0">
                <a:latin typeface="Verdana"/>
                <a:cs typeface="Verdana"/>
              </a:rPr>
              <a:t> </a:t>
            </a:r>
            <a:r>
              <a:rPr sz="2600" spc="-80" dirty="0">
                <a:latin typeface="Verdana"/>
                <a:cs typeface="Verdana"/>
              </a:rPr>
              <a:t>get:</a:t>
            </a:r>
            <a:endParaRPr sz="2600">
              <a:latin typeface="Verdana"/>
              <a:cs typeface="Verdana"/>
            </a:endParaRPr>
          </a:p>
          <a:p>
            <a:pPr marR="840105" algn="ctr">
              <a:lnSpc>
                <a:spcPct val="100000"/>
              </a:lnSpc>
            </a:pPr>
            <a:r>
              <a:rPr sz="1900" spc="-85" dirty="0">
                <a:latin typeface="Symbol"/>
                <a:cs typeface="Symbol"/>
              </a:rPr>
              <a:t></a:t>
            </a:r>
            <a:r>
              <a:rPr sz="1875" i="1" spc="-127" baseline="-20000" dirty="0">
                <a:latin typeface="TeXGyreAdventor"/>
                <a:cs typeface="TeXGyreAdventor"/>
              </a:rPr>
              <a:t>n</a:t>
            </a:r>
            <a:r>
              <a:rPr sz="1875" spc="-127" baseline="-20000" dirty="0">
                <a:latin typeface="Verdana"/>
                <a:cs typeface="Verdana"/>
              </a:rPr>
              <a:t>+1 </a:t>
            </a:r>
            <a:r>
              <a:rPr sz="1900" spc="-409" dirty="0">
                <a:latin typeface="Verdana"/>
                <a:cs typeface="Verdana"/>
              </a:rPr>
              <a:t>= </a:t>
            </a:r>
            <a:r>
              <a:rPr sz="1900" spc="-5" dirty="0">
                <a:latin typeface="Symbol"/>
                <a:cs typeface="Symbol"/>
              </a:rPr>
              <a:t>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spc="-170" dirty="0">
                <a:latin typeface="Verdana"/>
                <a:cs typeface="Verdana"/>
              </a:rPr>
              <a:t>t</a:t>
            </a:r>
            <a:r>
              <a:rPr sz="1875" i="1" spc="-254" baseline="-20000" dirty="0">
                <a:latin typeface="TeXGyreAdventor"/>
                <a:cs typeface="TeXGyreAdventor"/>
              </a:rPr>
              <a:t>n</a:t>
            </a:r>
            <a:r>
              <a:rPr sz="1900" spc="-170" dirty="0">
                <a:latin typeface="Verdana"/>
                <a:cs typeface="Verdana"/>
              </a:rPr>
              <a:t>+(1 </a:t>
            </a:r>
            <a:r>
              <a:rPr sz="1900" i="1" spc="-5" dirty="0">
                <a:latin typeface="TeXGyreAdventor"/>
                <a:cs typeface="TeXGyreAdventor"/>
              </a:rPr>
              <a:t>- </a:t>
            </a:r>
            <a:r>
              <a:rPr sz="1900" spc="-10" dirty="0">
                <a:latin typeface="Symbol"/>
                <a:cs typeface="Symbol"/>
              </a:rPr>
              <a:t></a:t>
            </a:r>
            <a:r>
              <a:rPr sz="1900" i="1" spc="-10" dirty="0">
                <a:latin typeface="TeXGyreAdventor"/>
                <a:cs typeface="TeXGyreAdventor"/>
              </a:rPr>
              <a:t>)</a:t>
            </a:r>
            <a:r>
              <a:rPr sz="1900" spc="-10" dirty="0">
                <a:latin typeface="Symbol"/>
                <a:cs typeface="Symbol"/>
              </a:rPr>
              <a:t>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i="1" spc="10" dirty="0">
                <a:latin typeface="TeXGyreAdventor"/>
                <a:cs typeface="TeXGyreAdventor"/>
              </a:rPr>
              <a:t>t</a:t>
            </a:r>
            <a:r>
              <a:rPr sz="1875" i="1" spc="15" baseline="-20000" dirty="0">
                <a:latin typeface="TeXGyreAdventor"/>
                <a:cs typeface="TeXGyreAdventor"/>
              </a:rPr>
              <a:t>n </a:t>
            </a:r>
            <a:r>
              <a:rPr sz="1875" spc="-179" baseline="-20000" dirty="0">
                <a:latin typeface="Verdana"/>
                <a:cs typeface="Verdana"/>
              </a:rPr>
              <a:t>-1 </a:t>
            </a:r>
            <a:r>
              <a:rPr sz="1900" spc="-409" dirty="0">
                <a:latin typeface="Verdana"/>
                <a:cs typeface="Verdana"/>
              </a:rPr>
              <a:t>+</a:t>
            </a:r>
            <a:r>
              <a:rPr sz="1900" spc="-380" dirty="0">
                <a:latin typeface="Verdana"/>
                <a:cs typeface="Verdana"/>
              </a:rPr>
              <a:t> </a:t>
            </a:r>
            <a:r>
              <a:rPr sz="1900" spc="340" dirty="0">
                <a:latin typeface="Verdana"/>
                <a:cs typeface="Verdana"/>
              </a:rPr>
              <a:t>…</a:t>
            </a:r>
            <a:endParaRPr sz="1900">
              <a:latin typeface="Verdana"/>
              <a:cs typeface="Verdana"/>
            </a:endParaRPr>
          </a:p>
          <a:p>
            <a:pPr marR="198755" algn="ctr">
              <a:lnSpc>
                <a:spcPct val="100000"/>
              </a:lnSpc>
            </a:pPr>
            <a:r>
              <a:rPr sz="1900" i="1" spc="-60" dirty="0">
                <a:latin typeface="TeXGyreAdventor"/>
                <a:cs typeface="TeXGyreAdventor"/>
              </a:rPr>
              <a:t>+(</a:t>
            </a:r>
            <a:r>
              <a:rPr sz="1900" spc="-60" dirty="0">
                <a:latin typeface="Verdana"/>
                <a:cs typeface="Verdana"/>
              </a:rPr>
              <a:t>1 </a:t>
            </a:r>
            <a:r>
              <a:rPr sz="1900" spc="-235" dirty="0">
                <a:latin typeface="Verdana"/>
                <a:cs typeface="Verdana"/>
              </a:rPr>
              <a:t>- </a:t>
            </a:r>
            <a:r>
              <a:rPr sz="1900" spc="-5" dirty="0">
                <a:latin typeface="Symbol"/>
                <a:cs typeface="Symbol"/>
              </a:rPr>
              <a:t>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i="1" spc="-10" dirty="0">
                <a:latin typeface="TeXGyreAdventor"/>
                <a:cs typeface="TeXGyreAdventor"/>
              </a:rPr>
              <a:t>)</a:t>
            </a:r>
            <a:r>
              <a:rPr sz="1875" i="1" spc="-15" baseline="26666" dirty="0">
                <a:latin typeface="TeXGyreAdventor"/>
                <a:cs typeface="TeXGyreAdventor"/>
              </a:rPr>
              <a:t>j </a:t>
            </a:r>
            <a:r>
              <a:rPr sz="1900" spc="-5" dirty="0">
                <a:latin typeface="Symbol"/>
                <a:cs typeface="Symbol"/>
              </a:rPr>
              <a:t>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i="1" spc="10" dirty="0">
                <a:latin typeface="TeXGyreAdventor"/>
                <a:cs typeface="TeXGyreAdventor"/>
              </a:rPr>
              <a:t>t</a:t>
            </a:r>
            <a:r>
              <a:rPr sz="1875" i="1" spc="15" baseline="-20000" dirty="0">
                <a:latin typeface="TeXGyreAdventor"/>
                <a:cs typeface="TeXGyreAdventor"/>
              </a:rPr>
              <a:t>n </a:t>
            </a:r>
            <a:r>
              <a:rPr sz="1875" spc="-112" baseline="-20000" dirty="0">
                <a:latin typeface="Verdana"/>
                <a:cs typeface="Verdana"/>
              </a:rPr>
              <a:t>-</a:t>
            </a:r>
            <a:r>
              <a:rPr sz="1875" i="1" spc="-112" baseline="-20000" dirty="0">
                <a:latin typeface="TeXGyreAdventor"/>
                <a:cs typeface="TeXGyreAdventor"/>
              </a:rPr>
              <a:t>j </a:t>
            </a:r>
            <a:r>
              <a:rPr sz="1900" spc="-409" dirty="0">
                <a:latin typeface="Verdana"/>
                <a:cs typeface="Verdana"/>
              </a:rPr>
              <a:t>+</a:t>
            </a:r>
            <a:r>
              <a:rPr sz="1900" spc="-235" dirty="0">
                <a:latin typeface="Verdana"/>
                <a:cs typeface="Verdana"/>
              </a:rPr>
              <a:t> </a:t>
            </a:r>
            <a:r>
              <a:rPr sz="1900" spc="340" dirty="0">
                <a:latin typeface="Verdana"/>
                <a:cs typeface="Verdana"/>
              </a:rPr>
              <a:t>…</a:t>
            </a:r>
            <a:endParaRPr sz="1900">
              <a:latin typeface="Verdana"/>
              <a:cs typeface="Verdana"/>
            </a:endParaRPr>
          </a:p>
          <a:p>
            <a:pPr marR="781050" algn="ctr">
              <a:lnSpc>
                <a:spcPct val="100000"/>
              </a:lnSpc>
            </a:pPr>
            <a:r>
              <a:rPr sz="1900" i="1" spc="-60" dirty="0">
                <a:latin typeface="TeXGyreAdventor"/>
                <a:cs typeface="TeXGyreAdventor"/>
              </a:rPr>
              <a:t>+(</a:t>
            </a:r>
            <a:r>
              <a:rPr sz="1900" spc="-60" dirty="0">
                <a:latin typeface="Verdana"/>
                <a:cs typeface="Verdana"/>
              </a:rPr>
              <a:t>1 </a:t>
            </a:r>
            <a:r>
              <a:rPr sz="1900" spc="-235" dirty="0">
                <a:latin typeface="Verdana"/>
                <a:cs typeface="Verdana"/>
              </a:rPr>
              <a:t>- </a:t>
            </a:r>
            <a:r>
              <a:rPr sz="1900" spc="-5" dirty="0">
                <a:latin typeface="Symbol"/>
                <a:cs typeface="Symbol"/>
              </a:rPr>
              <a:t></a:t>
            </a:r>
            <a:r>
              <a:rPr sz="1900" spc="-5" dirty="0">
                <a:latin typeface="Times New Roman"/>
                <a:cs typeface="Times New Roman"/>
              </a:rPr>
              <a:t> </a:t>
            </a:r>
            <a:r>
              <a:rPr sz="1900" i="1" spc="-5" dirty="0">
                <a:latin typeface="TeXGyreAdventor"/>
                <a:cs typeface="TeXGyreAdventor"/>
              </a:rPr>
              <a:t>)</a:t>
            </a:r>
            <a:r>
              <a:rPr sz="1875" i="1" spc="-7" baseline="26666" dirty="0">
                <a:latin typeface="TeXGyreAdventor"/>
                <a:cs typeface="TeXGyreAdventor"/>
              </a:rPr>
              <a:t>n </a:t>
            </a:r>
            <a:r>
              <a:rPr sz="1875" spc="-254" baseline="26666" dirty="0">
                <a:latin typeface="Verdana"/>
                <a:cs typeface="Verdana"/>
              </a:rPr>
              <a:t>+1</a:t>
            </a:r>
            <a:r>
              <a:rPr sz="1875" spc="-75" baseline="26666" dirty="0">
                <a:latin typeface="Verdana"/>
                <a:cs typeface="Verdana"/>
              </a:rPr>
              <a:t> </a:t>
            </a:r>
            <a:r>
              <a:rPr sz="1900" spc="-45" dirty="0">
                <a:latin typeface="Symbol"/>
                <a:cs typeface="Symbol"/>
              </a:rPr>
              <a:t></a:t>
            </a:r>
            <a:r>
              <a:rPr sz="1875" spc="-67" baseline="-20000" dirty="0">
                <a:latin typeface="Verdana"/>
                <a:cs typeface="Verdana"/>
              </a:rPr>
              <a:t>0</a:t>
            </a:r>
            <a:endParaRPr sz="1875" baseline="-20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5270703"/>
            <a:ext cx="928814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600" spc="-60" dirty="0">
                <a:latin typeface="Verdana"/>
                <a:cs typeface="Verdana"/>
              </a:rPr>
              <a:t>Since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15" dirty="0">
                <a:latin typeface="Verdana"/>
                <a:cs typeface="Verdana"/>
              </a:rPr>
              <a:t>both</a:t>
            </a:r>
            <a:r>
              <a:rPr sz="2600" spc="-220" dirty="0">
                <a:latin typeface="Verdana"/>
                <a:cs typeface="Verdana"/>
              </a:rPr>
              <a:t> </a:t>
            </a:r>
            <a:r>
              <a:rPr sz="2600" dirty="0">
                <a:latin typeface="Symbol"/>
                <a:cs typeface="Symbol"/>
              </a:rPr>
              <a:t>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spc="100" dirty="0">
                <a:latin typeface="Verdana"/>
                <a:cs typeface="Verdana"/>
              </a:rPr>
              <a:t>and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spc="-225" dirty="0">
                <a:latin typeface="Verdana"/>
                <a:cs typeface="Verdana"/>
              </a:rPr>
              <a:t>(1</a:t>
            </a:r>
            <a:r>
              <a:rPr sz="2600" spc="-185" dirty="0">
                <a:latin typeface="Verdana"/>
                <a:cs typeface="Verdana"/>
              </a:rPr>
              <a:t> </a:t>
            </a:r>
            <a:r>
              <a:rPr sz="2600" spc="-320" dirty="0">
                <a:latin typeface="Verdana"/>
                <a:cs typeface="Verdana"/>
              </a:rPr>
              <a:t>-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110" dirty="0">
                <a:latin typeface="Symbol"/>
                <a:cs typeface="Symbol"/>
              </a:rPr>
              <a:t></a:t>
            </a:r>
            <a:r>
              <a:rPr sz="2600" spc="-110" dirty="0">
                <a:latin typeface="Verdana"/>
                <a:cs typeface="Verdana"/>
              </a:rPr>
              <a:t>)</a:t>
            </a:r>
            <a:r>
              <a:rPr sz="2600" spc="-200" dirty="0">
                <a:latin typeface="Verdana"/>
                <a:cs typeface="Verdana"/>
              </a:rPr>
              <a:t> </a:t>
            </a:r>
            <a:r>
              <a:rPr sz="2600" spc="5" dirty="0">
                <a:latin typeface="Verdana"/>
                <a:cs typeface="Verdana"/>
              </a:rPr>
              <a:t>are</a:t>
            </a:r>
            <a:r>
              <a:rPr sz="2600" spc="-190" dirty="0">
                <a:latin typeface="Verdana"/>
                <a:cs typeface="Verdana"/>
              </a:rPr>
              <a:t> less</a:t>
            </a:r>
            <a:r>
              <a:rPr sz="2600" spc="-185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than</a:t>
            </a:r>
            <a:r>
              <a:rPr sz="2600" spc="-215" dirty="0">
                <a:latin typeface="Verdana"/>
                <a:cs typeface="Verdana"/>
              </a:rPr>
              <a:t> </a:t>
            </a:r>
            <a:r>
              <a:rPr sz="2600" spc="-100" dirty="0">
                <a:latin typeface="Verdana"/>
                <a:cs typeface="Verdana"/>
              </a:rPr>
              <a:t>or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50" dirty="0">
                <a:latin typeface="Verdana"/>
                <a:cs typeface="Verdana"/>
              </a:rPr>
              <a:t>equal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to</a:t>
            </a:r>
            <a:r>
              <a:rPr sz="2600" spc="-210" dirty="0">
                <a:latin typeface="Verdana"/>
                <a:cs typeface="Verdana"/>
              </a:rPr>
              <a:t> </a:t>
            </a:r>
            <a:r>
              <a:rPr sz="2600" spc="-220" dirty="0">
                <a:latin typeface="Verdana"/>
                <a:cs typeface="Verdana"/>
              </a:rPr>
              <a:t>1,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155" dirty="0">
                <a:latin typeface="Verdana"/>
                <a:cs typeface="Verdana"/>
              </a:rPr>
              <a:t>each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539" y="5548071"/>
            <a:ext cx="832040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Verdana"/>
                <a:cs typeface="Verdana"/>
              </a:rPr>
              <a:t>successive </a:t>
            </a:r>
            <a:r>
              <a:rPr sz="2600" spc="-105" dirty="0">
                <a:latin typeface="Verdana"/>
                <a:cs typeface="Verdana"/>
              </a:rPr>
              <a:t>term </a:t>
            </a:r>
            <a:r>
              <a:rPr sz="2600" spc="-65" dirty="0">
                <a:latin typeface="Verdana"/>
                <a:cs typeface="Verdana"/>
              </a:rPr>
              <a:t>has </a:t>
            </a:r>
            <a:r>
              <a:rPr sz="2600" spc="-190" dirty="0">
                <a:latin typeface="Verdana"/>
                <a:cs typeface="Verdana"/>
              </a:rPr>
              <a:t>less </a:t>
            </a:r>
            <a:r>
              <a:rPr sz="2600" spc="-20" dirty="0">
                <a:latin typeface="Verdana"/>
                <a:cs typeface="Verdana"/>
              </a:rPr>
              <a:t>weight </a:t>
            </a:r>
            <a:r>
              <a:rPr sz="2600" spc="-10" dirty="0">
                <a:latin typeface="Verdana"/>
                <a:cs typeface="Verdana"/>
              </a:rPr>
              <a:t>than</a:t>
            </a:r>
            <a:r>
              <a:rPr sz="2600" spc="-670" dirty="0">
                <a:latin typeface="Verdana"/>
                <a:cs typeface="Verdana"/>
              </a:rPr>
              <a:t> </a:t>
            </a:r>
            <a:r>
              <a:rPr sz="2600" spc="-229" dirty="0">
                <a:latin typeface="Verdana"/>
                <a:cs typeface="Verdana"/>
              </a:rPr>
              <a:t>its </a:t>
            </a:r>
            <a:r>
              <a:rPr sz="2600" spc="-15" dirty="0">
                <a:latin typeface="Verdana"/>
                <a:cs typeface="Verdana"/>
              </a:rPr>
              <a:t>predecessor</a:t>
            </a:r>
            <a:endParaRPr sz="26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96145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</a:rPr>
              <a:t>Examples </a:t>
            </a:r>
            <a:r>
              <a:rPr sz="4400" dirty="0">
                <a:solidFill>
                  <a:srgbClr val="FF0000"/>
                </a:solidFill>
              </a:rPr>
              <a:t>of </a:t>
            </a:r>
            <a:r>
              <a:rPr sz="4400" spc="-5" dirty="0">
                <a:solidFill>
                  <a:srgbClr val="FF0000"/>
                </a:solidFill>
              </a:rPr>
              <a:t>Exponential</a:t>
            </a:r>
            <a:r>
              <a:rPr sz="4400" spc="-105" dirty="0">
                <a:solidFill>
                  <a:srgbClr val="FF0000"/>
                </a:solidFill>
              </a:rPr>
              <a:t> </a:t>
            </a:r>
            <a:r>
              <a:rPr sz="4400" dirty="0">
                <a:solidFill>
                  <a:srgbClr val="FF0000"/>
                </a:solidFill>
              </a:rPr>
              <a:t>Averaging</a:t>
            </a:r>
            <a:endParaRPr sz="4400"/>
          </a:p>
        </p:txBody>
      </p:sp>
    </p:spTree>
    <p:extLst>
      <p:ext uri="{BB962C8B-B14F-4D97-AF65-F5344CB8AC3E}">
        <p14:creationId xmlns:p14="http://schemas.microsoft.com/office/powerpoint/2010/main" val="447079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EEF76D0-965D-47C8-B594-DDC6C8FAD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609600"/>
            <a:ext cx="8858477" cy="10096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AC0217BC-76CF-4514-83CD-372E629C7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799" y="1752600"/>
            <a:ext cx="8401277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14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A1057593-B974-4BA5-9ECB-AB21A16D7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681037"/>
            <a:ext cx="7586662" cy="549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56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75404E8E-6A20-4F30-A0C1-14244778D0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066800"/>
            <a:ext cx="5981700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66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09650" y="1741677"/>
          <a:ext cx="4324350" cy="29691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14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414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44145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117411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7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Process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31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250190">
                        <a:lnSpc>
                          <a:spcPct val="100000"/>
                        </a:lnSpc>
                        <a:spcBef>
                          <a:spcPts val="1745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Arrival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  <a:p>
                      <a:pPr marL="3784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Time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221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marL="378460">
                        <a:lnSpc>
                          <a:spcPct val="100000"/>
                        </a:lnSpc>
                        <a:spcBef>
                          <a:spcPts val="1745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Burst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  <a:p>
                      <a:pPr marL="3784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Time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2216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984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P1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20</a:t>
                      </a:r>
                      <a:endParaRPr sz="2400" dirty="0">
                        <a:latin typeface="Gothic Uralic"/>
                        <a:cs typeface="Gothic Uralic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982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P2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116839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982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P3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1174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1174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2400" dirty="0">
                        <a:latin typeface="Gothic Uralic"/>
                        <a:cs typeface="Gothic Uralic"/>
                      </a:endParaRPr>
                    </a:p>
                  </a:txBody>
                  <a:tcPr marL="0" marR="0" marT="1174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AEEF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005571" y="1741677"/>
          <a:ext cx="3221354" cy="272694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378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7378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7378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10096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2000" b="1" spc="-5" dirty="0">
                          <a:latin typeface="Gothic Uralic"/>
                          <a:cs typeface="Gothic Uralic"/>
                        </a:rPr>
                        <a:t>Process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31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685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Arrival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200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3365">
                        <a:lnSpc>
                          <a:spcPct val="100000"/>
                        </a:lnSpc>
                        <a:spcBef>
                          <a:spcPts val="1580"/>
                        </a:spcBef>
                      </a:pPr>
                      <a:r>
                        <a:rPr sz="2000" b="1" spc="-5" dirty="0">
                          <a:latin typeface="Gothic Uralic"/>
                          <a:cs typeface="Gothic Uralic"/>
                        </a:rPr>
                        <a:t>Burst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  <a:p>
                      <a:pPr marL="2533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2006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43408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b="1" spc="5" dirty="0">
                          <a:latin typeface="Gothic Uralic"/>
                          <a:cs typeface="Gothic Uralic"/>
                        </a:rPr>
                        <a:t>P1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7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43408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b="1" spc="5" dirty="0">
                          <a:latin typeface="Gothic Uralic"/>
                          <a:cs typeface="Gothic Uralic"/>
                        </a:rPr>
                        <a:t>P2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2000" dirty="0">
                        <a:latin typeface="Gothic Uralic"/>
                        <a:cs typeface="Gothic Uralic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2000" dirty="0">
                        <a:latin typeface="Gothic Uralic"/>
                        <a:cs typeface="Gothic Uralic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43534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b="1" spc="5" dirty="0">
                          <a:latin typeface="Gothic Uralic"/>
                          <a:cs typeface="Gothic Uralic"/>
                        </a:rPr>
                        <a:t>P3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43407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b="1" spc="5" dirty="0">
                          <a:latin typeface="Gothic Uralic"/>
                          <a:cs typeface="Gothic Uralic"/>
                        </a:rPr>
                        <a:t>P4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43535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b="1" spc="5" dirty="0">
                          <a:latin typeface="Gothic Uralic"/>
                          <a:cs typeface="Gothic Uralic"/>
                        </a:rPr>
                        <a:t>P5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2000">
                        <a:latin typeface="Gothic Uralic"/>
                        <a:cs typeface="Gothic Uralic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sz="2000" b="1" dirty="0">
                          <a:latin typeface="Gothic Uralic"/>
                          <a:cs typeface="Gothic Uralic"/>
                        </a:rPr>
                        <a:t>8</a:t>
                      </a:r>
                      <a:endParaRPr sz="2000" dirty="0">
                        <a:latin typeface="Gothic Uralic"/>
                        <a:cs typeface="Gothic Uralic"/>
                      </a:endParaRPr>
                    </a:p>
                  </a:txBody>
                  <a:tcPr marL="0" marR="0" marT="209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6227064" y="435863"/>
            <a:ext cx="0" cy="6212205"/>
          </a:xfrm>
          <a:custGeom>
            <a:avLst/>
            <a:gdLst/>
            <a:ahLst/>
            <a:cxnLst/>
            <a:rect l="l" t="t" r="r" b="b"/>
            <a:pathLst>
              <a:path h="6212205">
                <a:moveTo>
                  <a:pt x="0" y="0"/>
                </a:moveTo>
                <a:lnTo>
                  <a:pt x="0" y="6212116"/>
                </a:lnTo>
              </a:path>
            </a:pathLst>
          </a:custGeom>
          <a:ln w="76200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484375" y="930655"/>
            <a:ext cx="1053338" cy="18059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986651" y="930655"/>
            <a:ext cx="1087501" cy="18059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609338" y="132715"/>
            <a:ext cx="2451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Gothic Uralic"/>
                <a:cs typeface="Gothic Uralic"/>
              </a:rPr>
              <a:t>Assignment</a:t>
            </a:r>
            <a:r>
              <a:rPr sz="1800" b="1" u="heavy" spc="-7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Gothic Uralic"/>
                <a:cs typeface="Gothic Uralic"/>
              </a:rPr>
              <a:t> </a:t>
            </a:r>
            <a:r>
              <a:rPr sz="1800" b="1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Gothic Uralic"/>
                <a:cs typeface="Gothic Uralic"/>
              </a:rPr>
              <a:t>Questions</a:t>
            </a:r>
            <a:endParaRPr sz="1800">
              <a:latin typeface="Gothic Uralic"/>
              <a:cs typeface="Gothic Uralic"/>
            </a:endParaRPr>
          </a:p>
        </p:txBody>
      </p:sp>
    </p:spTree>
    <p:extLst>
      <p:ext uri="{BB962C8B-B14F-4D97-AF65-F5344CB8AC3E}">
        <p14:creationId xmlns:p14="http://schemas.microsoft.com/office/powerpoint/2010/main" val="2587303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6939" y="1851406"/>
            <a:ext cx="10835640" cy="4425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5080" indent="-228600" algn="just">
              <a:lnSpc>
                <a:spcPct val="100000"/>
              </a:lnSpc>
              <a:spcBef>
                <a:spcPts val="10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600" b="1" i="1" dirty="0">
                <a:latin typeface="TeXGyreAdventor"/>
                <a:cs typeface="TeXGyreAdventor"/>
              </a:rPr>
              <a:t>Concept — </a:t>
            </a:r>
            <a:r>
              <a:rPr sz="2600" spc="-25" dirty="0">
                <a:latin typeface="Verdana"/>
                <a:cs typeface="Verdana"/>
              </a:rPr>
              <a:t>Preempt </a:t>
            </a:r>
            <a:r>
              <a:rPr sz="2600" spc="-20" dirty="0">
                <a:latin typeface="Verdana"/>
                <a:cs typeface="Verdana"/>
              </a:rPr>
              <a:t>the </a:t>
            </a:r>
            <a:r>
              <a:rPr sz="2600" spc="-90" dirty="0">
                <a:latin typeface="Verdana"/>
                <a:cs typeface="Verdana"/>
              </a:rPr>
              <a:t>currently </a:t>
            </a:r>
            <a:r>
              <a:rPr sz="2600" spc="-5" dirty="0">
                <a:latin typeface="Verdana"/>
                <a:cs typeface="Verdana"/>
              </a:rPr>
              <a:t>executing </a:t>
            </a:r>
            <a:r>
              <a:rPr sz="2600" spc="-65" dirty="0">
                <a:latin typeface="Verdana"/>
                <a:cs typeface="Verdana"/>
              </a:rPr>
              <a:t>process, </a:t>
            </a:r>
            <a:r>
              <a:rPr sz="2600" spc="-145" dirty="0">
                <a:latin typeface="Verdana"/>
                <a:cs typeface="Verdana"/>
              </a:rPr>
              <a:t>if </a:t>
            </a:r>
            <a:r>
              <a:rPr sz="2600" spc="-20" dirty="0">
                <a:latin typeface="Verdana"/>
                <a:cs typeface="Verdana"/>
              </a:rPr>
              <a:t>the </a:t>
            </a:r>
            <a:r>
              <a:rPr sz="2600" spc="-50" dirty="0">
                <a:latin typeface="Verdana"/>
                <a:cs typeface="Verdana"/>
              </a:rPr>
              <a:t>newly  </a:t>
            </a:r>
            <a:r>
              <a:rPr sz="2600" spc="-65" dirty="0">
                <a:latin typeface="Verdana"/>
                <a:cs typeface="Verdana"/>
              </a:rPr>
              <a:t>arrived </a:t>
            </a:r>
            <a:r>
              <a:rPr sz="2600" spc="-45" dirty="0">
                <a:latin typeface="Verdana"/>
                <a:cs typeface="Verdana"/>
              </a:rPr>
              <a:t>process </a:t>
            </a:r>
            <a:r>
              <a:rPr sz="2600" spc="-60" dirty="0">
                <a:latin typeface="Verdana"/>
                <a:cs typeface="Verdana"/>
              </a:rPr>
              <a:t>has </a:t>
            </a:r>
            <a:r>
              <a:rPr sz="2600" spc="-140" dirty="0">
                <a:latin typeface="Verdana"/>
                <a:cs typeface="Verdana"/>
              </a:rPr>
              <a:t>shorter </a:t>
            </a:r>
            <a:r>
              <a:rPr sz="2600" spc="20" dirty="0">
                <a:latin typeface="Verdana"/>
                <a:cs typeface="Verdana"/>
              </a:rPr>
              <a:t>CPU </a:t>
            </a:r>
            <a:r>
              <a:rPr sz="2600" spc="-150" dirty="0">
                <a:latin typeface="Verdana"/>
                <a:cs typeface="Verdana"/>
              </a:rPr>
              <a:t>burst </a:t>
            </a:r>
            <a:r>
              <a:rPr sz="2600" spc="-70" dirty="0">
                <a:latin typeface="Verdana"/>
                <a:cs typeface="Verdana"/>
              </a:rPr>
              <a:t>time </a:t>
            </a:r>
            <a:r>
              <a:rPr sz="2600" spc="-130" dirty="0">
                <a:latin typeface="Verdana"/>
                <a:cs typeface="Verdana"/>
              </a:rPr>
              <a:t>in </a:t>
            </a:r>
            <a:r>
              <a:rPr sz="2600" spc="-5" dirty="0">
                <a:latin typeface="Verdana"/>
                <a:cs typeface="Verdana"/>
              </a:rPr>
              <a:t>comparison </a:t>
            </a:r>
            <a:r>
              <a:rPr sz="2600" spc="-10" dirty="0">
                <a:latin typeface="Verdana"/>
                <a:cs typeface="Verdana"/>
              </a:rPr>
              <a:t>to </a:t>
            </a:r>
            <a:r>
              <a:rPr sz="2600" spc="-25" dirty="0">
                <a:latin typeface="Verdana"/>
                <a:cs typeface="Verdana"/>
              </a:rPr>
              <a:t>the  </a:t>
            </a:r>
            <a:r>
              <a:rPr sz="2600" dirty="0">
                <a:latin typeface="Verdana"/>
                <a:cs typeface="Verdana"/>
              </a:rPr>
              <a:t>executing </a:t>
            </a:r>
            <a:r>
              <a:rPr sz="2600" spc="-65" dirty="0">
                <a:latin typeface="Verdana"/>
                <a:cs typeface="Verdana"/>
              </a:rPr>
              <a:t>process. </a:t>
            </a:r>
            <a:endParaRPr sz="2600" dirty="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20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600" b="1" dirty="0">
                <a:latin typeface="Gothic Uralic"/>
                <a:cs typeface="Gothic Uralic"/>
              </a:rPr>
              <a:t>Working</a:t>
            </a:r>
            <a:r>
              <a:rPr sz="2600" b="1" spc="-25" dirty="0">
                <a:latin typeface="Gothic Uralic"/>
                <a:cs typeface="Gothic Uralic"/>
              </a:rPr>
              <a:t> </a:t>
            </a:r>
            <a:r>
              <a:rPr sz="2600" b="1" dirty="0">
                <a:latin typeface="Gothic Uralic"/>
                <a:cs typeface="Gothic Uralic"/>
              </a:rPr>
              <a:t>-</a:t>
            </a:r>
            <a:endParaRPr sz="2600" dirty="0">
              <a:latin typeface="Gothic Uralic"/>
              <a:cs typeface="Gothic Uralic"/>
            </a:endParaRPr>
          </a:p>
          <a:p>
            <a:pPr marL="698500" marR="530225" lvl="1" indent="-228600">
              <a:lnSpc>
                <a:spcPct val="120000"/>
              </a:lnSpc>
              <a:spcBef>
                <a:spcPts val="860"/>
              </a:spcBef>
              <a:buClr>
                <a:srgbClr val="EC7C30"/>
              </a:buClr>
              <a:buFont typeface="Wingdings"/>
              <a:buChar char=""/>
              <a:tabLst>
                <a:tab pos="699135" algn="l"/>
              </a:tabLst>
            </a:pPr>
            <a:r>
              <a:rPr sz="2200" spc="-55" dirty="0">
                <a:latin typeface="Verdana"/>
                <a:cs typeface="Verdana"/>
              </a:rPr>
              <a:t>Same</a:t>
            </a:r>
            <a:r>
              <a:rPr sz="2200" spc="-165" dirty="0">
                <a:latin typeface="Verdana"/>
                <a:cs typeface="Verdana"/>
              </a:rPr>
              <a:t> </a:t>
            </a:r>
            <a:r>
              <a:rPr sz="2200" spc="-60" dirty="0">
                <a:latin typeface="Verdana"/>
                <a:cs typeface="Verdana"/>
              </a:rPr>
              <a:t>as</a:t>
            </a:r>
            <a:r>
              <a:rPr sz="2200" spc="-170" dirty="0">
                <a:latin typeface="Verdana"/>
                <a:cs typeface="Verdana"/>
              </a:rPr>
              <a:t> </a:t>
            </a:r>
            <a:r>
              <a:rPr sz="2200" spc="-190" dirty="0">
                <a:latin typeface="Verdana"/>
                <a:cs typeface="Verdana"/>
              </a:rPr>
              <a:t>SJF</a:t>
            </a:r>
            <a:r>
              <a:rPr sz="2200" spc="-145" dirty="0">
                <a:latin typeface="Verdana"/>
                <a:cs typeface="Verdana"/>
              </a:rPr>
              <a:t> </a:t>
            </a:r>
            <a:r>
              <a:rPr sz="2200" spc="40" dirty="0">
                <a:latin typeface="Verdana"/>
                <a:cs typeface="Verdana"/>
              </a:rPr>
              <a:t>except</a:t>
            </a:r>
            <a:r>
              <a:rPr sz="2200" spc="-165" dirty="0">
                <a:latin typeface="Verdana"/>
                <a:cs typeface="Verdana"/>
              </a:rPr>
              <a:t> </a:t>
            </a:r>
            <a:r>
              <a:rPr sz="2200" spc="-30" dirty="0">
                <a:latin typeface="Verdana"/>
                <a:cs typeface="Verdana"/>
              </a:rPr>
              <a:t>that</a:t>
            </a:r>
            <a:r>
              <a:rPr sz="2200" spc="-160" dirty="0">
                <a:latin typeface="Verdana"/>
                <a:cs typeface="Verdana"/>
              </a:rPr>
              <a:t> </a:t>
            </a:r>
            <a:r>
              <a:rPr sz="2200" spc="-140" dirty="0">
                <a:latin typeface="Verdana"/>
                <a:cs typeface="Verdana"/>
              </a:rPr>
              <a:t>it</a:t>
            </a:r>
            <a:r>
              <a:rPr sz="2200" spc="-180" dirty="0">
                <a:latin typeface="Verdana"/>
                <a:cs typeface="Verdana"/>
              </a:rPr>
              <a:t> </a:t>
            </a:r>
            <a:r>
              <a:rPr sz="2200" spc="130" dirty="0">
                <a:latin typeface="Verdana"/>
                <a:cs typeface="Verdana"/>
              </a:rPr>
              <a:t>can</a:t>
            </a:r>
            <a:r>
              <a:rPr sz="2200" spc="-160" dirty="0">
                <a:latin typeface="Verdana"/>
                <a:cs typeface="Verdana"/>
              </a:rPr>
              <a:t> </a:t>
            </a:r>
            <a:r>
              <a:rPr sz="2200" spc="40" dirty="0">
                <a:latin typeface="Verdana"/>
                <a:cs typeface="Verdana"/>
              </a:rPr>
              <a:t>cause</a:t>
            </a:r>
            <a:r>
              <a:rPr sz="2200" spc="-160" dirty="0">
                <a:latin typeface="Verdana"/>
                <a:cs typeface="Verdana"/>
              </a:rPr>
              <a:t> </a:t>
            </a:r>
            <a:r>
              <a:rPr sz="2200" spc="-15" dirty="0">
                <a:latin typeface="Verdana"/>
                <a:cs typeface="Verdana"/>
              </a:rPr>
              <a:t>preemption</a:t>
            </a:r>
            <a:r>
              <a:rPr sz="2200" spc="-195" dirty="0">
                <a:latin typeface="Verdana"/>
                <a:cs typeface="Verdana"/>
              </a:rPr>
              <a:t> </a:t>
            </a:r>
            <a:r>
              <a:rPr sz="2200" spc="5" dirty="0">
                <a:latin typeface="Verdana"/>
                <a:cs typeface="Verdana"/>
              </a:rPr>
              <a:t>when</a:t>
            </a:r>
            <a:r>
              <a:rPr sz="2200" spc="-165" dirty="0">
                <a:latin typeface="Verdana"/>
                <a:cs typeface="Verdana"/>
              </a:rPr>
              <a:t> </a:t>
            </a:r>
            <a:r>
              <a:rPr sz="2200" spc="175" dirty="0">
                <a:latin typeface="Verdana"/>
                <a:cs typeface="Verdana"/>
              </a:rPr>
              <a:t>a</a:t>
            </a:r>
            <a:r>
              <a:rPr sz="2200" spc="-170" dirty="0">
                <a:latin typeface="Verdana"/>
                <a:cs typeface="Verdana"/>
              </a:rPr>
              <a:t> </a:t>
            </a:r>
            <a:r>
              <a:rPr sz="2200" spc="30" dirty="0">
                <a:latin typeface="Verdana"/>
                <a:cs typeface="Verdana"/>
              </a:rPr>
              <a:t>new</a:t>
            </a:r>
            <a:r>
              <a:rPr sz="2200" spc="-170" dirty="0">
                <a:latin typeface="Verdana"/>
                <a:cs typeface="Verdana"/>
              </a:rPr>
              <a:t> </a:t>
            </a:r>
            <a:r>
              <a:rPr sz="2200" spc="-40" dirty="0">
                <a:latin typeface="Verdana"/>
                <a:cs typeface="Verdana"/>
              </a:rPr>
              <a:t>process  </a:t>
            </a:r>
            <a:r>
              <a:rPr sz="2200" spc="-125" dirty="0">
                <a:latin typeface="Verdana"/>
                <a:cs typeface="Verdana"/>
              </a:rPr>
              <a:t>arrives.</a:t>
            </a:r>
            <a:endParaRPr sz="2200" dirty="0">
              <a:latin typeface="Verdana"/>
              <a:cs typeface="Verdana"/>
            </a:endParaRPr>
          </a:p>
          <a:p>
            <a:pPr marL="1155700" marR="172720" lvl="2" indent="-228600">
              <a:lnSpc>
                <a:spcPct val="120100"/>
              </a:lnSpc>
              <a:spcBef>
                <a:spcPts val="730"/>
              </a:spcBef>
              <a:buClr>
                <a:srgbClr val="EC7C30"/>
              </a:buClr>
              <a:buFont typeface="Wingdings"/>
              <a:buChar char=""/>
              <a:tabLst>
                <a:tab pos="1156335" algn="l"/>
              </a:tabLst>
            </a:pPr>
            <a:r>
              <a:rPr sz="1900" spc="-229" dirty="0">
                <a:latin typeface="Verdana"/>
                <a:cs typeface="Verdana"/>
              </a:rPr>
              <a:t>If</a:t>
            </a:r>
            <a:r>
              <a:rPr sz="1900" spc="-135" dirty="0">
                <a:latin typeface="Verdana"/>
                <a:cs typeface="Verdana"/>
              </a:rPr>
              <a:t> </a:t>
            </a:r>
            <a:r>
              <a:rPr sz="1900" spc="25" dirty="0">
                <a:latin typeface="Verdana"/>
                <a:cs typeface="Verdana"/>
              </a:rPr>
              <a:t>new</a:t>
            </a:r>
            <a:r>
              <a:rPr sz="1900" spc="-130" dirty="0">
                <a:latin typeface="Verdana"/>
                <a:cs typeface="Verdana"/>
              </a:rPr>
              <a:t> </a:t>
            </a:r>
            <a:r>
              <a:rPr sz="1900" spc="-45" dirty="0">
                <a:latin typeface="Verdana"/>
                <a:cs typeface="Verdana"/>
              </a:rPr>
              <a:t>arrived</a:t>
            </a:r>
            <a:r>
              <a:rPr sz="1900" spc="-170" dirty="0">
                <a:latin typeface="Verdana"/>
                <a:cs typeface="Verdana"/>
              </a:rPr>
              <a:t> </a:t>
            </a:r>
            <a:r>
              <a:rPr sz="1900" spc="-35" dirty="0">
                <a:latin typeface="Verdana"/>
                <a:cs typeface="Verdana"/>
              </a:rPr>
              <a:t>process</a:t>
            </a:r>
            <a:r>
              <a:rPr sz="1900" spc="-110" dirty="0">
                <a:latin typeface="Verdana"/>
                <a:cs typeface="Verdana"/>
              </a:rPr>
              <a:t> </a:t>
            </a:r>
            <a:r>
              <a:rPr sz="1900" spc="-50" dirty="0">
                <a:latin typeface="Verdana"/>
                <a:cs typeface="Verdana"/>
              </a:rPr>
              <a:t>has</a:t>
            </a:r>
            <a:r>
              <a:rPr sz="1900" spc="-130" dirty="0">
                <a:latin typeface="Verdana"/>
                <a:cs typeface="Verdana"/>
              </a:rPr>
              <a:t> </a:t>
            </a:r>
            <a:r>
              <a:rPr sz="1900" spc="-25" dirty="0">
                <a:latin typeface="Verdana"/>
                <a:cs typeface="Verdana"/>
              </a:rPr>
              <a:t>same</a:t>
            </a:r>
            <a:r>
              <a:rPr sz="1900" spc="-120" dirty="0">
                <a:latin typeface="Verdana"/>
                <a:cs typeface="Verdana"/>
              </a:rPr>
              <a:t> </a:t>
            </a:r>
            <a:r>
              <a:rPr sz="1900" spc="10" dirty="0">
                <a:latin typeface="Verdana"/>
                <a:cs typeface="Verdana"/>
              </a:rPr>
              <a:t>CPU</a:t>
            </a:r>
            <a:r>
              <a:rPr sz="1900" spc="-135" dirty="0">
                <a:latin typeface="Verdana"/>
                <a:cs typeface="Verdana"/>
              </a:rPr>
              <a:t> </a:t>
            </a:r>
            <a:r>
              <a:rPr sz="1900" spc="-114" dirty="0">
                <a:latin typeface="Verdana"/>
                <a:cs typeface="Verdana"/>
              </a:rPr>
              <a:t>burst</a:t>
            </a:r>
            <a:r>
              <a:rPr sz="1900" spc="-125" dirty="0">
                <a:latin typeface="Verdana"/>
                <a:cs typeface="Verdana"/>
              </a:rPr>
              <a:t> </a:t>
            </a:r>
            <a:r>
              <a:rPr sz="1900" spc="-50" dirty="0">
                <a:latin typeface="Verdana"/>
                <a:cs typeface="Verdana"/>
              </a:rPr>
              <a:t>time</a:t>
            </a:r>
            <a:r>
              <a:rPr sz="1900" spc="-145" dirty="0">
                <a:latin typeface="Verdana"/>
                <a:cs typeface="Verdana"/>
              </a:rPr>
              <a:t> </a:t>
            </a:r>
            <a:r>
              <a:rPr sz="1900" spc="-55" dirty="0">
                <a:latin typeface="Verdana"/>
                <a:cs typeface="Verdana"/>
              </a:rPr>
              <a:t>as</a:t>
            </a:r>
            <a:r>
              <a:rPr sz="1900" spc="-130" dirty="0">
                <a:latin typeface="Verdana"/>
                <a:cs typeface="Verdana"/>
              </a:rPr>
              <a:t> </a:t>
            </a:r>
            <a:r>
              <a:rPr sz="1900" spc="-30" dirty="0">
                <a:latin typeface="Verdana"/>
                <a:cs typeface="Verdana"/>
              </a:rPr>
              <a:t>that</a:t>
            </a:r>
            <a:r>
              <a:rPr sz="1900" spc="-12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of</a:t>
            </a:r>
            <a:r>
              <a:rPr sz="1900" spc="-125" dirty="0">
                <a:latin typeface="Verdana"/>
                <a:cs typeface="Verdana"/>
              </a:rPr>
              <a:t> </a:t>
            </a:r>
            <a:r>
              <a:rPr sz="1900" spc="-20" dirty="0">
                <a:latin typeface="Verdana"/>
                <a:cs typeface="Verdana"/>
              </a:rPr>
              <a:t>the</a:t>
            </a:r>
            <a:r>
              <a:rPr sz="1900" spc="-120" dirty="0">
                <a:latin typeface="Verdana"/>
                <a:cs typeface="Verdana"/>
              </a:rPr>
              <a:t> </a:t>
            </a:r>
            <a:r>
              <a:rPr sz="1900" spc="-5" dirty="0">
                <a:latin typeface="Verdana"/>
                <a:cs typeface="Verdana"/>
              </a:rPr>
              <a:t>executing</a:t>
            </a:r>
            <a:r>
              <a:rPr sz="1900" spc="-160" dirty="0">
                <a:latin typeface="Verdana"/>
                <a:cs typeface="Verdana"/>
              </a:rPr>
              <a:t> </a:t>
            </a:r>
            <a:r>
              <a:rPr sz="1900" spc="-40" dirty="0">
                <a:latin typeface="Verdana"/>
                <a:cs typeface="Verdana"/>
              </a:rPr>
              <a:t>process’s  remaining </a:t>
            </a:r>
            <a:r>
              <a:rPr sz="1900" spc="10" dirty="0">
                <a:latin typeface="Verdana"/>
                <a:cs typeface="Verdana"/>
              </a:rPr>
              <a:t>CPU </a:t>
            </a:r>
            <a:r>
              <a:rPr sz="1900" spc="-114" dirty="0">
                <a:latin typeface="Verdana"/>
                <a:cs typeface="Verdana"/>
              </a:rPr>
              <a:t>burst</a:t>
            </a:r>
            <a:r>
              <a:rPr sz="1900" spc="-395" dirty="0">
                <a:latin typeface="Verdana"/>
                <a:cs typeface="Verdana"/>
              </a:rPr>
              <a:t> </a:t>
            </a:r>
            <a:r>
              <a:rPr sz="1900" spc="-75" dirty="0">
                <a:latin typeface="Verdana"/>
                <a:cs typeface="Verdana"/>
              </a:rPr>
              <a:t>time,</a:t>
            </a:r>
            <a:endParaRPr sz="1900" dirty="0">
              <a:latin typeface="Verdana"/>
              <a:cs typeface="Verdana"/>
            </a:endParaRPr>
          </a:p>
          <a:p>
            <a:pPr marL="1155700" lvl="2" indent="-229235">
              <a:lnSpc>
                <a:spcPct val="100000"/>
              </a:lnSpc>
              <a:spcBef>
                <a:spcPts val="1140"/>
              </a:spcBef>
              <a:buClr>
                <a:srgbClr val="EC7C30"/>
              </a:buClr>
              <a:buFont typeface="Wingdings"/>
              <a:buChar char=""/>
              <a:tabLst>
                <a:tab pos="1156335" algn="l"/>
              </a:tabLst>
            </a:pPr>
            <a:r>
              <a:rPr sz="1900" spc="-20" dirty="0">
                <a:latin typeface="Verdana"/>
                <a:cs typeface="Verdana"/>
              </a:rPr>
              <a:t>the</a:t>
            </a:r>
            <a:r>
              <a:rPr sz="1900" spc="-125" dirty="0">
                <a:latin typeface="Verdana"/>
                <a:cs typeface="Verdana"/>
              </a:rPr>
              <a:t> </a:t>
            </a:r>
            <a:r>
              <a:rPr sz="1900" spc="-5" dirty="0">
                <a:latin typeface="Verdana"/>
                <a:cs typeface="Verdana"/>
              </a:rPr>
              <a:t>executing</a:t>
            </a:r>
            <a:r>
              <a:rPr sz="1900" spc="-165" dirty="0">
                <a:latin typeface="Verdana"/>
                <a:cs typeface="Verdana"/>
              </a:rPr>
              <a:t> </a:t>
            </a:r>
            <a:r>
              <a:rPr sz="1900" spc="-35" dirty="0">
                <a:latin typeface="Verdana"/>
                <a:cs typeface="Verdana"/>
              </a:rPr>
              <a:t>process</a:t>
            </a:r>
            <a:r>
              <a:rPr sz="1900" spc="-110" dirty="0">
                <a:latin typeface="Verdana"/>
                <a:cs typeface="Verdana"/>
              </a:rPr>
              <a:t> </a:t>
            </a:r>
            <a:r>
              <a:rPr sz="1900" spc="-195" dirty="0">
                <a:latin typeface="Verdana"/>
                <a:cs typeface="Verdana"/>
              </a:rPr>
              <a:t>is</a:t>
            </a:r>
            <a:r>
              <a:rPr sz="1900" spc="-170" dirty="0">
                <a:latin typeface="Verdana"/>
                <a:cs typeface="Verdana"/>
              </a:rPr>
              <a:t> </a:t>
            </a:r>
            <a:r>
              <a:rPr sz="1900" spc="20" dirty="0">
                <a:latin typeface="Verdana"/>
                <a:cs typeface="Verdana"/>
              </a:rPr>
              <a:t>allowed</a:t>
            </a:r>
            <a:r>
              <a:rPr sz="1900" spc="-105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to</a:t>
            </a:r>
            <a:r>
              <a:rPr sz="1900" spc="-135" dirty="0">
                <a:latin typeface="Verdana"/>
                <a:cs typeface="Verdana"/>
              </a:rPr>
              <a:t> </a:t>
            </a:r>
            <a:r>
              <a:rPr sz="1900" spc="5" dirty="0">
                <a:latin typeface="Verdana"/>
                <a:cs typeface="Verdana"/>
              </a:rPr>
              <a:t>continue</a:t>
            </a:r>
            <a:r>
              <a:rPr sz="1900" spc="-130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to</a:t>
            </a:r>
            <a:r>
              <a:rPr sz="1900" spc="-135" dirty="0">
                <a:latin typeface="Verdana"/>
                <a:cs typeface="Verdana"/>
              </a:rPr>
              <a:t> </a:t>
            </a:r>
            <a:r>
              <a:rPr sz="1900" spc="30" dirty="0">
                <a:latin typeface="Verdana"/>
                <a:cs typeface="Verdana"/>
              </a:rPr>
              <a:t>avoid</a:t>
            </a:r>
            <a:r>
              <a:rPr sz="1900" spc="-165" dirty="0">
                <a:latin typeface="Verdana"/>
                <a:cs typeface="Verdana"/>
              </a:rPr>
              <a:t> </a:t>
            </a:r>
            <a:r>
              <a:rPr sz="1900" spc="-10" dirty="0">
                <a:latin typeface="Verdana"/>
                <a:cs typeface="Verdana"/>
              </a:rPr>
              <a:t>context</a:t>
            </a:r>
            <a:r>
              <a:rPr sz="1900" spc="-105" dirty="0">
                <a:latin typeface="Verdana"/>
                <a:cs typeface="Verdana"/>
              </a:rPr>
              <a:t> </a:t>
            </a:r>
            <a:r>
              <a:rPr sz="1900" spc="-50" dirty="0">
                <a:latin typeface="Verdana"/>
                <a:cs typeface="Verdana"/>
              </a:rPr>
              <a:t>switch</a:t>
            </a:r>
            <a:r>
              <a:rPr sz="1900" spc="-150" dirty="0">
                <a:latin typeface="Verdana"/>
                <a:cs typeface="Verdana"/>
              </a:rPr>
              <a:t> </a:t>
            </a:r>
            <a:r>
              <a:rPr sz="1900" dirty="0">
                <a:latin typeface="Verdana"/>
                <a:cs typeface="Verdana"/>
              </a:rPr>
              <a:t>overhead.</a:t>
            </a:r>
          </a:p>
          <a:p>
            <a:pPr marL="698500" lvl="1" indent="-229235">
              <a:lnSpc>
                <a:spcPct val="100000"/>
              </a:lnSpc>
              <a:spcBef>
                <a:spcPts val="1270"/>
              </a:spcBef>
              <a:buClr>
                <a:srgbClr val="EC7C30"/>
              </a:buClr>
              <a:buFont typeface="Wingdings"/>
              <a:buChar char=""/>
              <a:tabLst>
                <a:tab pos="699135" algn="l"/>
              </a:tabLst>
            </a:pPr>
            <a:r>
              <a:rPr sz="2200" spc="-95" dirty="0">
                <a:latin typeface="Verdana"/>
                <a:cs typeface="Verdana"/>
              </a:rPr>
              <a:t>Has</a:t>
            </a:r>
            <a:r>
              <a:rPr sz="2200" spc="-175" dirty="0">
                <a:latin typeface="Verdana"/>
                <a:cs typeface="Verdana"/>
              </a:rPr>
              <a:t> </a:t>
            </a:r>
            <a:r>
              <a:rPr sz="2200" spc="-20" dirty="0">
                <a:latin typeface="Verdana"/>
                <a:cs typeface="Verdana"/>
              </a:rPr>
              <a:t>the</a:t>
            </a:r>
            <a:r>
              <a:rPr sz="2200" spc="-165" dirty="0">
                <a:latin typeface="Verdana"/>
                <a:cs typeface="Verdana"/>
              </a:rPr>
              <a:t> </a:t>
            </a:r>
            <a:r>
              <a:rPr sz="2200" spc="30" dirty="0">
                <a:latin typeface="Verdana"/>
                <a:cs typeface="Verdana"/>
              </a:rPr>
              <a:t>overhead</a:t>
            </a:r>
            <a:r>
              <a:rPr sz="2200" spc="-175" dirty="0">
                <a:latin typeface="Verdana"/>
                <a:cs typeface="Verdana"/>
              </a:rPr>
              <a:t> </a:t>
            </a:r>
            <a:r>
              <a:rPr sz="2200" spc="5" dirty="0">
                <a:latin typeface="Verdana"/>
                <a:cs typeface="Verdana"/>
              </a:rPr>
              <a:t>of</a:t>
            </a:r>
            <a:r>
              <a:rPr sz="2200" spc="-1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context</a:t>
            </a:r>
            <a:r>
              <a:rPr sz="2200" spc="-175" dirty="0">
                <a:latin typeface="Verdana"/>
                <a:cs typeface="Verdana"/>
              </a:rPr>
              <a:t> </a:t>
            </a:r>
            <a:r>
              <a:rPr sz="2200" spc="-75" dirty="0">
                <a:latin typeface="Verdana"/>
                <a:cs typeface="Verdana"/>
              </a:rPr>
              <a:t>switch.</a:t>
            </a:r>
            <a:endParaRPr sz="22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0"/>
            <a:ext cx="10395585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0000"/>
                </a:solidFill>
              </a:rPr>
              <a:t>Shortest Remaining Time First </a:t>
            </a:r>
            <a:r>
              <a:rPr sz="3600" dirty="0">
                <a:solidFill>
                  <a:srgbClr val="FF0000"/>
                </a:solidFill>
              </a:rPr>
              <a:t>/ </a:t>
            </a:r>
            <a:r>
              <a:rPr sz="3600" spc="-5" dirty="0">
                <a:solidFill>
                  <a:srgbClr val="FF0000"/>
                </a:solidFill>
              </a:rPr>
              <a:t>Shortest </a:t>
            </a:r>
            <a:r>
              <a:rPr sz="3600" dirty="0">
                <a:solidFill>
                  <a:srgbClr val="FF0000"/>
                </a:solidFill>
              </a:rPr>
              <a:t>Job </a:t>
            </a:r>
            <a:r>
              <a:rPr sz="3600" spc="-5" dirty="0">
                <a:solidFill>
                  <a:srgbClr val="FF0000"/>
                </a:solidFill>
              </a:rPr>
              <a:t>First  Preemptive Scheduling </a:t>
            </a:r>
            <a:r>
              <a:rPr sz="3600" dirty="0">
                <a:solidFill>
                  <a:srgbClr val="FF0000"/>
                </a:solidFill>
              </a:rPr>
              <a:t>(SRTF / </a:t>
            </a:r>
            <a:r>
              <a:rPr sz="3600" spc="-5" dirty="0">
                <a:solidFill>
                  <a:srgbClr val="FF0000"/>
                </a:solidFill>
              </a:rPr>
              <a:t>SJFP</a:t>
            </a:r>
            <a:r>
              <a:rPr sz="3600" spc="-10" dirty="0">
                <a:solidFill>
                  <a:srgbClr val="FF0000"/>
                </a:solidFill>
              </a:rPr>
              <a:t>)</a:t>
            </a:r>
            <a:endParaRPr sz="3600" dirty="0"/>
          </a:p>
        </p:txBody>
      </p:sp>
    </p:spTree>
    <p:extLst>
      <p:ext uri="{BB962C8B-B14F-4D97-AF65-F5344CB8AC3E}">
        <p14:creationId xmlns:p14="http://schemas.microsoft.com/office/powerpoint/2010/main" val="2959390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E95029BD-4929-4A5F-9A5B-5610B53E9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838201"/>
            <a:ext cx="8167687" cy="380999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6A0DF8DA-CC17-4A33-99FD-1277E5455A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4876800"/>
            <a:ext cx="6372225" cy="163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633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D288F956-9974-4D5C-8729-16595EE7F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2712" y="990601"/>
            <a:ext cx="6886575" cy="446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538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9A01D3EB-E10A-41E9-93C0-C1B59FF2A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533400"/>
            <a:ext cx="6829425" cy="35909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9947E2F-8AE4-4CE2-8CF5-7BA3FB8EA6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4572000"/>
            <a:ext cx="5229225" cy="165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01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0247B6AF-FA50-4CCA-917B-BC236F0547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1" y="1143000"/>
            <a:ext cx="8062912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116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7D897B19-EFC6-4236-8811-B7E22C866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838200"/>
            <a:ext cx="108204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70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134359ED-4D1A-4D24-9432-BEBCAF776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62" y="1571625"/>
            <a:ext cx="10353675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475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11F63CE9-5E1C-4B85-B4DA-888241658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066800"/>
            <a:ext cx="8991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19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96F34554-38C4-4180-9712-C22D38F2B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0"/>
            <a:ext cx="9372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005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32426143-FD7B-4F6E-8430-C3D95F067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9495" y="914401"/>
            <a:ext cx="7874567" cy="457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37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8EBFE27C-A5DD-4D62-82F5-51B57FE39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143000"/>
            <a:ext cx="8839200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471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AE557255-2674-48F2-93A1-E96A1A339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143000"/>
            <a:ext cx="7124700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514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6939" y="1808733"/>
            <a:ext cx="9657080" cy="134810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080" indent="-228600">
              <a:lnSpc>
                <a:spcPts val="3020"/>
              </a:lnSpc>
              <a:spcBef>
                <a:spcPts val="48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45" dirty="0">
                <a:latin typeface="Verdana"/>
                <a:cs typeface="Verdana"/>
              </a:rPr>
              <a:t>Now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95" dirty="0">
                <a:latin typeface="Verdana"/>
                <a:cs typeface="Verdana"/>
              </a:rPr>
              <a:t>we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185" dirty="0">
                <a:latin typeface="Verdana"/>
                <a:cs typeface="Verdana"/>
              </a:rPr>
              <a:t>add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65" dirty="0">
                <a:latin typeface="Verdana"/>
                <a:cs typeface="Verdana"/>
              </a:rPr>
              <a:t>concepts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10" dirty="0">
                <a:latin typeface="Verdana"/>
                <a:cs typeface="Verdana"/>
              </a:rPr>
              <a:t>of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varying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114" dirty="0">
                <a:latin typeface="Verdana"/>
                <a:cs typeface="Verdana"/>
              </a:rPr>
              <a:t>arrival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135" dirty="0">
                <a:latin typeface="Verdana"/>
                <a:cs typeface="Verdana"/>
              </a:rPr>
              <a:t>times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105" dirty="0">
                <a:latin typeface="Verdana"/>
                <a:cs typeface="Verdana"/>
              </a:rPr>
              <a:t>and  </a:t>
            </a:r>
            <a:r>
              <a:rPr sz="2800" spc="-15" dirty="0">
                <a:latin typeface="Verdana"/>
                <a:cs typeface="Verdana"/>
              </a:rPr>
              <a:t>preemption to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545" dirty="0">
                <a:latin typeface="Verdana"/>
                <a:cs typeface="Verdana"/>
              </a:rPr>
              <a:t> </a:t>
            </a:r>
            <a:r>
              <a:rPr sz="2800" spc="-120" dirty="0">
                <a:latin typeface="Verdana"/>
                <a:cs typeface="Verdana"/>
              </a:rPr>
              <a:t>analysis</a:t>
            </a:r>
            <a:endParaRPr sz="2800">
              <a:latin typeface="Verdana"/>
              <a:cs typeface="Verdana"/>
            </a:endParaRPr>
          </a:p>
          <a:p>
            <a:pPr marL="1414780">
              <a:lnSpc>
                <a:spcPct val="100000"/>
              </a:lnSpc>
              <a:spcBef>
                <a:spcPts val="635"/>
              </a:spcBef>
              <a:tabLst>
                <a:tab pos="4996180" algn="l"/>
              </a:tabLst>
            </a:pPr>
            <a:r>
              <a:rPr sz="2800" u="heavy" spc="-7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Process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i="1" u="heavy" spc="-5" dirty="0">
                <a:uFill>
                  <a:solidFill>
                    <a:srgbClr val="000000"/>
                  </a:solidFill>
                </a:uFill>
                <a:latin typeface="TeXGyreAdventor"/>
                <a:cs typeface="TeXGyreAdventor"/>
              </a:rPr>
              <a:t>Arrival</a:t>
            </a:r>
            <a:r>
              <a:rPr sz="2800" i="1" u="heavy" spc="15" dirty="0">
                <a:uFill>
                  <a:solidFill>
                    <a:srgbClr val="000000"/>
                  </a:solidFill>
                </a:uFill>
                <a:latin typeface="TeXGyreAdventor"/>
                <a:cs typeface="TeXGyreAdventor"/>
              </a:rPr>
              <a:t> </a:t>
            </a:r>
            <a:r>
              <a:rPr sz="2800" u="heavy" spc="-18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Time</a:t>
            </a:r>
            <a:r>
              <a:rPr sz="2800" spc="-180" dirty="0">
                <a:latin typeface="Verdana"/>
                <a:cs typeface="Verdana"/>
              </a:rPr>
              <a:t>	</a:t>
            </a:r>
            <a:r>
              <a:rPr sz="2800" u="heavy" spc="-26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Burst</a:t>
            </a:r>
            <a:r>
              <a:rPr sz="2800" u="heavy" spc="-2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800" u="heavy" spc="-17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Time</a:t>
            </a:r>
            <a:endParaRPr sz="28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377948" y="3116452"/>
          <a:ext cx="3825238" cy="21442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14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905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52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8925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61553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2800" i="1" dirty="0">
                          <a:latin typeface="TeXGyreAdventor"/>
                          <a:cs typeface="TeXGyreAdventor"/>
                        </a:rPr>
                        <a:t>P</a:t>
                      </a:r>
                      <a:r>
                        <a:rPr sz="2775" i="1" baseline="-21021" dirty="0">
                          <a:latin typeface="TeXGyreAdventor"/>
                          <a:cs typeface="TeXGyreAdventor"/>
                        </a:rPr>
                        <a:t>1</a:t>
                      </a:r>
                      <a:endParaRPr sz="2775" baseline="-21021">
                        <a:latin typeface="TeXGyreAdventor"/>
                        <a:cs typeface="TeXGyreAdventor"/>
                      </a:endParaRPr>
                    </a:p>
                  </a:txBody>
                  <a:tcPr marL="0" marR="0" marT="1130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65760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2800" dirty="0">
                          <a:latin typeface="Verdana"/>
                          <a:cs typeface="Verdana"/>
                        </a:rPr>
                        <a:t>0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11303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28575">
                      <a:solidFill>
                        <a:srgbClr val="FFFFF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890"/>
                        </a:spcBef>
                      </a:pPr>
                      <a:r>
                        <a:rPr sz="2800" dirty="0">
                          <a:latin typeface="Verdana"/>
                          <a:cs typeface="Verdana"/>
                        </a:rPr>
                        <a:t>8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113030" marB="0"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12471">
                <a:tc>
                  <a:txBody>
                    <a:bodyPr/>
                    <a:lstStyle/>
                    <a:p>
                      <a:pPr marL="3302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800" i="1" dirty="0">
                          <a:latin typeface="TeXGyreAdventor"/>
                          <a:cs typeface="TeXGyreAdventor"/>
                        </a:rPr>
                        <a:t>P</a:t>
                      </a:r>
                      <a:r>
                        <a:rPr sz="2775" i="1" baseline="-21021" dirty="0">
                          <a:latin typeface="TeXGyreAdventor"/>
                          <a:cs typeface="TeXGyreAdventor"/>
                        </a:rPr>
                        <a:t>2</a:t>
                      </a:r>
                      <a:endParaRPr sz="2775" baseline="-21021">
                        <a:latin typeface="TeXGyreAdventor"/>
                        <a:cs typeface="TeXGyreAdventor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57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800" dirty="0">
                          <a:latin typeface="Verdana"/>
                          <a:cs typeface="Verdana"/>
                        </a:rPr>
                        <a:t>1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800" dirty="0">
                          <a:latin typeface="Verdana"/>
                          <a:cs typeface="Verdana"/>
                        </a:rPr>
                        <a:t>4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1206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800" i="1" dirty="0">
                          <a:latin typeface="TeXGyreAdventor"/>
                          <a:cs typeface="TeXGyreAdventor"/>
                        </a:rPr>
                        <a:t>P</a:t>
                      </a:r>
                      <a:r>
                        <a:rPr sz="2775" i="1" baseline="-21021" dirty="0">
                          <a:latin typeface="TeXGyreAdventor"/>
                          <a:cs typeface="TeXGyreAdventor"/>
                        </a:rPr>
                        <a:t>3</a:t>
                      </a:r>
                      <a:endParaRPr sz="2775" baseline="-21021">
                        <a:latin typeface="TeXGyreAdventor"/>
                        <a:cs typeface="TeXGyreAdventor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57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800" dirty="0">
                          <a:latin typeface="Verdana"/>
                          <a:cs typeface="Verdana"/>
                        </a:rPr>
                        <a:t>2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800" dirty="0">
                          <a:latin typeface="Verdana"/>
                          <a:cs typeface="Verdana"/>
                        </a:rPr>
                        <a:t>9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0422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800" i="1" dirty="0">
                          <a:latin typeface="TeXGyreAdventor"/>
                          <a:cs typeface="TeXGyreAdventor"/>
                        </a:rPr>
                        <a:t>P</a:t>
                      </a:r>
                      <a:r>
                        <a:rPr sz="2775" i="1" baseline="-21021" dirty="0">
                          <a:latin typeface="TeXGyreAdventor"/>
                          <a:cs typeface="TeXGyreAdventor"/>
                        </a:rPr>
                        <a:t>4</a:t>
                      </a:r>
                      <a:endParaRPr sz="2775" baseline="-21021">
                        <a:latin typeface="TeXGyreAdventor"/>
                        <a:cs typeface="TeXGyreAdventor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576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800" dirty="0">
                          <a:latin typeface="Verdana"/>
                          <a:cs typeface="Verdana"/>
                        </a:rPr>
                        <a:t>3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800" dirty="0">
                          <a:latin typeface="Verdana"/>
                          <a:cs typeface="Verdana"/>
                        </a:rPr>
                        <a:t>5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16939" y="5266131"/>
            <a:ext cx="50336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i="1" spc="-5" dirty="0">
                <a:latin typeface="TeXGyreAdventor"/>
                <a:cs typeface="TeXGyreAdventor"/>
              </a:rPr>
              <a:t>Preemptive </a:t>
            </a:r>
            <a:r>
              <a:rPr sz="2800" spc="-240" dirty="0">
                <a:latin typeface="Verdana"/>
                <a:cs typeface="Verdana"/>
              </a:rPr>
              <a:t>SJF </a:t>
            </a:r>
            <a:r>
              <a:rPr sz="2800" spc="15" dirty="0">
                <a:latin typeface="Verdana"/>
                <a:cs typeface="Verdana"/>
              </a:rPr>
              <a:t>Gantt</a:t>
            </a:r>
            <a:r>
              <a:rPr sz="2800" spc="-165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Chart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763600"/>
            <a:ext cx="78816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>
                <a:solidFill>
                  <a:srgbClr val="FF0000"/>
                </a:solidFill>
              </a:rPr>
              <a:t>Example </a:t>
            </a:r>
            <a:r>
              <a:rPr sz="3200" dirty="0">
                <a:solidFill>
                  <a:srgbClr val="FF0000"/>
                </a:solidFill>
              </a:rPr>
              <a:t>of </a:t>
            </a:r>
            <a:r>
              <a:rPr sz="3200" spc="-5" dirty="0">
                <a:solidFill>
                  <a:srgbClr val="FF0000"/>
                </a:solidFill>
              </a:rPr>
              <a:t>Shortest-remaining-time-first</a:t>
            </a:r>
            <a:endParaRPr sz="3200"/>
          </a:p>
        </p:txBody>
      </p:sp>
      <p:sp>
        <p:nvSpPr>
          <p:cNvPr id="7" name="object 7"/>
          <p:cNvSpPr txBox="1"/>
          <p:nvPr/>
        </p:nvSpPr>
        <p:spPr>
          <a:xfrm>
            <a:off x="3869375" y="6683758"/>
            <a:ext cx="95250" cy="1765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spc="15" dirty="0"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65522" y="6683758"/>
            <a:ext cx="95250" cy="1765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spc="15" dirty="0">
                <a:latin typeface="Arial"/>
                <a:cs typeface="Arial"/>
              </a:rPr>
              <a:t>1</a:t>
            </a:r>
            <a:endParaRPr sz="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195763" y="6683758"/>
            <a:ext cx="164465" cy="1765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spc="10" dirty="0">
                <a:latin typeface="Arial"/>
                <a:cs typeface="Arial"/>
              </a:rPr>
              <a:t>2</a:t>
            </a:r>
            <a:r>
              <a:rPr sz="950" spc="15" dirty="0">
                <a:latin typeface="Arial"/>
                <a:cs typeface="Arial"/>
              </a:rPr>
              <a:t>6</a:t>
            </a:r>
            <a:endParaRPr sz="9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79953" y="6683758"/>
            <a:ext cx="164465" cy="1765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spc="10" dirty="0">
                <a:latin typeface="Arial"/>
                <a:cs typeface="Arial"/>
              </a:rPr>
              <a:t>1</a:t>
            </a:r>
            <a:r>
              <a:rPr sz="950" spc="15" dirty="0"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908852" y="6078938"/>
          <a:ext cx="6371588" cy="5701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608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7756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7858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56654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16281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570117"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650" spc="-8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425" spc="-120" baseline="-29239" dirty="0">
                          <a:latin typeface="Arial"/>
                          <a:cs typeface="Arial"/>
                        </a:rPr>
                        <a:t>1</a:t>
                      </a:r>
                      <a:endParaRPr sz="1425" baseline="-29239">
                        <a:latin typeface="Arial"/>
                        <a:cs typeface="Arial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R="45720"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650" spc="-7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425" spc="-104" baseline="-29239" dirty="0">
                          <a:latin typeface="Arial"/>
                          <a:cs typeface="Arial"/>
                        </a:rPr>
                        <a:t>2</a:t>
                      </a:r>
                      <a:endParaRPr sz="1425" baseline="-29239">
                        <a:latin typeface="Arial"/>
                        <a:cs typeface="Arial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650" spc="-13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425" spc="-195" baseline="-29239" dirty="0">
                          <a:latin typeface="Arial"/>
                          <a:cs typeface="Arial"/>
                        </a:rPr>
                        <a:t>4</a:t>
                      </a:r>
                      <a:endParaRPr sz="1425" baseline="-29239">
                        <a:latin typeface="Arial"/>
                        <a:cs typeface="Arial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64769"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650" spc="-13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425" spc="-195" baseline="-29239" dirty="0">
                          <a:latin typeface="Arial"/>
                          <a:cs typeface="Arial"/>
                        </a:rPr>
                        <a:t>1</a:t>
                      </a:r>
                      <a:endParaRPr sz="1425" baseline="-29239">
                        <a:latin typeface="Arial"/>
                        <a:cs typeface="Arial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ct val="100000"/>
                        </a:lnSpc>
                        <a:spcBef>
                          <a:spcPts val="980"/>
                        </a:spcBef>
                      </a:pPr>
                      <a:r>
                        <a:rPr sz="1650" spc="-13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425" spc="-195" baseline="-29239" dirty="0">
                          <a:latin typeface="Arial"/>
                          <a:cs typeface="Arial"/>
                        </a:rPr>
                        <a:t>3</a:t>
                      </a:r>
                      <a:endParaRPr sz="1425" baseline="-29239">
                        <a:latin typeface="Arial"/>
                        <a:cs typeface="Arial"/>
                      </a:endParaRPr>
                    </a:p>
                  </a:txBody>
                  <a:tcPr marL="0" marR="0" marT="1244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5121205" y="6683758"/>
            <a:ext cx="95250" cy="1765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spc="15" dirty="0">
                <a:latin typeface="Arial"/>
                <a:cs typeface="Arial"/>
              </a:rPr>
              <a:t>5</a:t>
            </a:r>
            <a:endParaRPr sz="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44674" y="6683758"/>
            <a:ext cx="164465" cy="1765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950" spc="15" dirty="0">
                <a:latin typeface="Arial"/>
                <a:cs typeface="Arial"/>
              </a:rPr>
              <a:t>17</a:t>
            </a:r>
            <a:endParaRPr sz="9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4627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328038" y="2369947"/>
          <a:ext cx="4093845" cy="37198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6461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6461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6461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74104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480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Process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187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0360" marR="203835" indent="-12827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Arrival  </a:t>
                      </a: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Time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0995" marR="33210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Burst  </a:t>
                      </a:r>
                      <a:r>
                        <a:rPr sz="24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>
                        <a:lnSpc>
                          <a:spcPts val="2810"/>
                        </a:lnSpc>
                        <a:spcBef>
                          <a:spcPts val="40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P1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0"/>
                        </a:lnSpc>
                        <a:spcBef>
                          <a:spcPts val="40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10"/>
                        </a:lnSpc>
                        <a:spcBef>
                          <a:spcPts val="40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7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P2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P3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5284">
                <a:tc>
                  <a:txBody>
                    <a:bodyPr/>
                    <a:lstStyle/>
                    <a:p>
                      <a:pPr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P4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P5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75284">
                <a:tc>
                  <a:txBody>
                    <a:bodyPr/>
                    <a:lstStyle/>
                    <a:p>
                      <a:pPr algn="ctr">
                        <a:lnSpc>
                          <a:spcPts val="2805"/>
                        </a:lnSpc>
                        <a:spcBef>
                          <a:spcPts val="45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P6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05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805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891286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</a:rPr>
              <a:t>Example </a:t>
            </a:r>
            <a:r>
              <a:rPr sz="4400" dirty="0">
                <a:solidFill>
                  <a:srgbClr val="FF0000"/>
                </a:solidFill>
              </a:rPr>
              <a:t>2 (Find</a:t>
            </a:r>
            <a:r>
              <a:rPr sz="4400" spc="-105" dirty="0">
                <a:solidFill>
                  <a:srgbClr val="FF0000"/>
                </a:solidFill>
              </a:rPr>
              <a:t> </a:t>
            </a:r>
            <a:r>
              <a:rPr sz="4400" spc="-5" dirty="0">
                <a:solidFill>
                  <a:srgbClr val="FF0000"/>
                </a:solidFill>
              </a:rPr>
              <a:t>ThroughPut)</a:t>
            </a:r>
            <a:endParaRPr sz="4400" dirty="0"/>
          </a:p>
        </p:txBody>
      </p:sp>
      <p:sp>
        <p:nvSpPr>
          <p:cNvPr id="5" name="object 5"/>
          <p:cNvSpPr txBox="1"/>
          <p:nvPr/>
        </p:nvSpPr>
        <p:spPr>
          <a:xfrm>
            <a:off x="6079330" y="2496312"/>
            <a:ext cx="5378450" cy="102044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0960" marR="43180" indent="-10795">
              <a:lnSpc>
                <a:spcPct val="128000"/>
              </a:lnSpc>
              <a:spcBef>
                <a:spcPts val="90"/>
              </a:spcBef>
            </a:pPr>
            <a:r>
              <a:rPr sz="2550" dirty="0">
                <a:latin typeface="Times New Roman"/>
                <a:cs typeface="Times New Roman"/>
              </a:rPr>
              <a:t>Schedulelength(L)</a:t>
            </a:r>
            <a:r>
              <a:rPr sz="2550" spc="-150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Symbol"/>
                <a:cs typeface="Symbol"/>
              </a:rPr>
              <a:t></a:t>
            </a:r>
            <a:r>
              <a:rPr sz="2550" spc="-30" dirty="0">
                <a:latin typeface="Times New Roman"/>
                <a:cs typeface="Times New Roman"/>
              </a:rPr>
              <a:t> </a:t>
            </a:r>
            <a:r>
              <a:rPr sz="2550" spc="20" dirty="0">
                <a:latin typeface="Times New Roman"/>
                <a:cs typeface="Times New Roman"/>
              </a:rPr>
              <a:t>Max(C</a:t>
            </a:r>
            <a:r>
              <a:rPr sz="2250" spc="30" baseline="-24074" dirty="0">
                <a:latin typeface="Times New Roman"/>
                <a:cs typeface="Times New Roman"/>
              </a:rPr>
              <a:t>i</a:t>
            </a:r>
            <a:r>
              <a:rPr sz="2250" spc="-82" baseline="-24074" dirty="0">
                <a:latin typeface="Times New Roman"/>
                <a:cs typeface="Times New Roman"/>
              </a:rPr>
              <a:t> </a:t>
            </a:r>
            <a:r>
              <a:rPr sz="2550" spc="5" dirty="0">
                <a:latin typeface="Times New Roman"/>
                <a:cs typeface="Times New Roman"/>
              </a:rPr>
              <a:t>)</a:t>
            </a:r>
            <a:r>
              <a:rPr sz="2550" spc="-200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Symbol"/>
                <a:cs typeface="Symbol"/>
              </a:rPr>
              <a:t></a:t>
            </a:r>
            <a:r>
              <a:rPr sz="2550" spc="-200" dirty="0">
                <a:latin typeface="Times New Roman"/>
                <a:cs typeface="Times New Roman"/>
              </a:rPr>
              <a:t> </a:t>
            </a:r>
            <a:r>
              <a:rPr sz="2550" spc="30" dirty="0">
                <a:latin typeface="Times New Roman"/>
                <a:cs typeface="Times New Roman"/>
              </a:rPr>
              <a:t>Min(A</a:t>
            </a:r>
            <a:r>
              <a:rPr sz="2250" spc="44" baseline="-24074" dirty="0">
                <a:latin typeface="Times New Roman"/>
                <a:cs typeface="Times New Roman"/>
              </a:rPr>
              <a:t>i</a:t>
            </a:r>
            <a:r>
              <a:rPr sz="2250" spc="-82" baseline="-24074" dirty="0">
                <a:latin typeface="Times New Roman"/>
                <a:cs typeface="Times New Roman"/>
              </a:rPr>
              <a:t> </a:t>
            </a:r>
            <a:r>
              <a:rPr sz="2550" spc="5" dirty="0">
                <a:latin typeface="Times New Roman"/>
                <a:cs typeface="Times New Roman"/>
              </a:rPr>
              <a:t>)  </a:t>
            </a:r>
            <a:r>
              <a:rPr sz="2550" spc="10" dirty="0">
                <a:latin typeface="Times New Roman"/>
                <a:cs typeface="Times New Roman"/>
              </a:rPr>
              <a:t>Through Put </a:t>
            </a:r>
            <a:r>
              <a:rPr sz="2550" spc="10" dirty="0">
                <a:latin typeface="Symbol"/>
                <a:cs typeface="Symbol"/>
              </a:rPr>
              <a:t></a:t>
            </a:r>
            <a:r>
              <a:rPr sz="2550" spc="-60" dirty="0">
                <a:latin typeface="Times New Roman"/>
                <a:cs typeface="Times New Roman"/>
              </a:rPr>
              <a:t> </a:t>
            </a:r>
            <a:r>
              <a:rPr sz="2550" spc="10" dirty="0">
                <a:latin typeface="Times New Roman"/>
                <a:cs typeface="Times New Roman"/>
              </a:rPr>
              <a:t>N/L</a:t>
            </a:r>
            <a:endParaRPr sz="255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40921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73911" y="1905380"/>
            <a:ext cx="10730865" cy="31931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429895" indent="-228600">
              <a:lnSpc>
                <a:spcPct val="100000"/>
              </a:lnSpc>
              <a:spcBef>
                <a:spcPts val="10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  <a:tab pos="3274695" algn="l"/>
              </a:tabLst>
            </a:pPr>
            <a:r>
              <a:rPr sz="2400" spc="45" dirty="0">
                <a:latin typeface="Verdana"/>
                <a:cs typeface="Verdana"/>
              </a:rPr>
              <a:t>Each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process</a:t>
            </a:r>
            <a:r>
              <a:rPr sz="2400" spc="-160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gets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195" dirty="0">
                <a:latin typeface="Verdana"/>
                <a:cs typeface="Verdana"/>
              </a:rPr>
              <a:t>a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114" dirty="0">
                <a:latin typeface="Verdana"/>
                <a:cs typeface="Verdana"/>
              </a:rPr>
              <a:t>small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105" dirty="0">
                <a:latin typeface="Verdana"/>
                <a:cs typeface="Verdana"/>
              </a:rPr>
              <a:t>unit</a:t>
            </a:r>
            <a:r>
              <a:rPr sz="2400" spc="-220" dirty="0">
                <a:latin typeface="Verdana"/>
                <a:cs typeface="Verdana"/>
              </a:rPr>
              <a:t> </a:t>
            </a:r>
            <a:r>
              <a:rPr sz="2400" spc="10" dirty="0">
                <a:latin typeface="Verdana"/>
                <a:cs typeface="Verdana"/>
              </a:rPr>
              <a:t>of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20" dirty="0">
                <a:latin typeface="Verdana"/>
                <a:cs typeface="Verdana"/>
              </a:rPr>
              <a:t>CPU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65" dirty="0">
                <a:latin typeface="Verdana"/>
                <a:cs typeface="Verdana"/>
              </a:rPr>
              <a:t>time</a:t>
            </a:r>
            <a:r>
              <a:rPr sz="2400" spc="-210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(</a:t>
            </a:r>
            <a:r>
              <a:rPr sz="2400" b="1" spc="-40" dirty="0">
                <a:solidFill>
                  <a:srgbClr val="3366FF"/>
                </a:solidFill>
                <a:latin typeface="Gothic Uralic"/>
                <a:cs typeface="Gothic Uralic"/>
              </a:rPr>
              <a:t>time</a:t>
            </a:r>
            <a:r>
              <a:rPr sz="2400" b="1" dirty="0">
                <a:solidFill>
                  <a:srgbClr val="3366FF"/>
                </a:solidFill>
                <a:latin typeface="Gothic Uralic"/>
                <a:cs typeface="Gothic Uralic"/>
              </a:rPr>
              <a:t> </a:t>
            </a:r>
            <a:r>
              <a:rPr sz="2400" b="1" spc="-5" dirty="0">
                <a:solidFill>
                  <a:srgbClr val="3366FF"/>
                </a:solidFill>
                <a:latin typeface="Gothic Uralic"/>
                <a:cs typeface="Gothic Uralic"/>
              </a:rPr>
              <a:t>quantum</a:t>
            </a:r>
            <a:r>
              <a:rPr sz="2400" b="1" dirty="0">
                <a:solidFill>
                  <a:srgbClr val="3366FF"/>
                </a:solidFill>
                <a:latin typeface="Gothic Uralic"/>
                <a:cs typeface="Gothic Uralic"/>
              </a:rPr>
              <a:t> </a:t>
            </a:r>
            <a:r>
              <a:rPr sz="2400" i="1" spc="-150" dirty="0">
                <a:latin typeface="TeXGyreAdventor"/>
                <a:cs typeface="TeXGyreAdventor"/>
              </a:rPr>
              <a:t>q</a:t>
            </a:r>
            <a:r>
              <a:rPr sz="2400" spc="-150" dirty="0">
                <a:latin typeface="Verdana"/>
                <a:cs typeface="Verdana"/>
              </a:rPr>
              <a:t>),</a:t>
            </a:r>
            <a:r>
              <a:rPr sz="2400" spc="-155" dirty="0">
                <a:latin typeface="Verdana"/>
                <a:cs typeface="Verdana"/>
              </a:rPr>
              <a:t> </a:t>
            </a:r>
            <a:r>
              <a:rPr sz="2400" spc="-105" dirty="0">
                <a:latin typeface="Verdana"/>
                <a:cs typeface="Verdana"/>
              </a:rPr>
              <a:t>usually  </a:t>
            </a:r>
            <a:r>
              <a:rPr sz="2400" spc="-215" dirty="0">
                <a:latin typeface="Verdana"/>
                <a:cs typeface="Verdana"/>
              </a:rPr>
              <a:t>10-100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-80" dirty="0">
                <a:latin typeface="Verdana"/>
                <a:cs typeface="Verdana"/>
              </a:rPr>
              <a:t>milliseconds.	</a:t>
            </a:r>
            <a:r>
              <a:rPr sz="2400" spc="-55" dirty="0">
                <a:latin typeface="Verdana"/>
                <a:cs typeface="Verdana"/>
              </a:rPr>
              <a:t>After </a:t>
            </a:r>
            <a:r>
              <a:rPr sz="2400" spc="-170" dirty="0">
                <a:latin typeface="Verdana"/>
                <a:cs typeface="Verdana"/>
              </a:rPr>
              <a:t>this </a:t>
            </a:r>
            <a:r>
              <a:rPr sz="2400" spc="-65" dirty="0">
                <a:latin typeface="Verdana"/>
                <a:cs typeface="Verdana"/>
              </a:rPr>
              <a:t>time </a:t>
            </a:r>
            <a:r>
              <a:rPr sz="2400" spc="-60" dirty="0">
                <a:latin typeface="Verdana"/>
                <a:cs typeface="Verdana"/>
              </a:rPr>
              <a:t>has </a:t>
            </a:r>
            <a:r>
              <a:rPr sz="2400" spc="5" dirty="0">
                <a:latin typeface="Verdana"/>
                <a:cs typeface="Verdana"/>
              </a:rPr>
              <a:t>elapsed, </a:t>
            </a:r>
            <a:r>
              <a:rPr sz="2400" spc="-20" dirty="0">
                <a:latin typeface="Verdana"/>
                <a:cs typeface="Verdana"/>
              </a:rPr>
              <a:t>the </a:t>
            </a:r>
            <a:r>
              <a:rPr sz="2400" spc="-40" dirty="0">
                <a:latin typeface="Verdana"/>
                <a:cs typeface="Verdana"/>
              </a:rPr>
              <a:t>process </a:t>
            </a:r>
            <a:r>
              <a:rPr sz="2400" spc="-240" dirty="0">
                <a:latin typeface="Verdana"/>
                <a:cs typeface="Verdana"/>
              </a:rPr>
              <a:t>is  </a:t>
            </a:r>
            <a:r>
              <a:rPr sz="2400" spc="25" dirty="0">
                <a:latin typeface="Verdana"/>
                <a:cs typeface="Verdana"/>
              </a:rPr>
              <a:t>preempted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90" dirty="0">
                <a:latin typeface="Verdana"/>
                <a:cs typeface="Verdana"/>
              </a:rPr>
              <a:t>and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150" dirty="0">
                <a:latin typeface="Verdana"/>
                <a:cs typeface="Verdana"/>
              </a:rPr>
              <a:t>added</a:t>
            </a:r>
            <a:r>
              <a:rPr sz="2400" spc="-170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to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the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70" dirty="0">
                <a:latin typeface="Verdana"/>
                <a:cs typeface="Verdana"/>
              </a:rPr>
              <a:t>end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10" dirty="0">
                <a:latin typeface="Verdana"/>
                <a:cs typeface="Verdana"/>
              </a:rPr>
              <a:t>of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-20" dirty="0">
                <a:latin typeface="Verdana"/>
                <a:cs typeface="Verdana"/>
              </a:rPr>
              <a:t>the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ready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10" dirty="0">
                <a:latin typeface="Verdana"/>
                <a:cs typeface="Verdana"/>
              </a:rPr>
              <a:t>queue.</a:t>
            </a:r>
            <a:endParaRPr sz="2400" dirty="0">
              <a:latin typeface="Verdana"/>
              <a:cs typeface="Verdana"/>
            </a:endParaRPr>
          </a:p>
          <a:p>
            <a:pPr marL="241300" indent="-228600" algn="just">
              <a:lnSpc>
                <a:spcPct val="100000"/>
              </a:lnSpc>
              <a:spcBef>
                <a:spcPts val="86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spc="-180" dirty="0">
                <a:latin typeface="Verdana"/>
                <a:cs typeface="Verdana"/>
              </a:rPr>
              <a:t>Timer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120" dirty="0">
                <a:latin typeface="Verdana"/>
                <a:cs typeface="Verdana"/>
              </a:rPr>
              <a:t>interrupts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50" dirty="0">
                <a:latin typeface="Verdana"/>
                <a:cs typeface="Verdana"/>
              </a:rPr>
              <a:t>every</a:t>
            </a:r>
            <a:r>
              <a:rPr sz="2400" spc="-204" dirty="0">
                <a:latin typeface="Verdana"/>
                <a:cs typeface="Verdana"/>
              </a:rPr>
              <a:t> </a:t>
            </a:r>
            <a:r>
              <a:rPr sz="2400" spc="-15" dirty="0">
                <a:latin typeface="Verdana"/>
                <a:cs typeface="Verdana"/>
              </a:rPr>
              <a:t>quantum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10" dirty="0">
                <a:latin typeface="Verdana"/>
                <a:cs typeface="Verdana"/>
              </a:rPr>
              <a:t>to</a:t>
            </a:r>
            <a:r>
              <a:rPr sz="2400" spc="-180" dirty="0">
                <a:latin typeface="Verdana"/>
                <a:cs typeface="Verdana"/>
              </a:rPr>
              <a:t> </a:t>
            </a:r>
            <a:r>
              <a:rPr sz="2400" spc="5" dirty="0">
                <a:latin typeface="Verdana"/>
                <a:cs typeface="Verdana"/>
              </a:rPr>
              <a:t>schedule</a:t>
            </a:r>
            <a:r>
              <a:rPr sz="2400" spc="-175" dirty="0">
                <a:latin typeface="Verdana"/>
                <a:cs typeface="Verdana"/>
              </a:rPr>
              <a:t> </a:t>
            </a:r>
            <a:r>
              <a:rPr sz="2400" spc="-85" dirty="0">
                <a:latin typeface="Verdana"/>
                <a:cs typeface="Verdana"/>
              </a:rPr>
              <a:t>next</a:t>
            </a:r>
            <a:r>
              <a:rPr sz="2400" spc="-195" dirty="0">
                <a:latin typeface="Verdana"/>
                <a:cs typeface="Verdana"/>
              </a:rPr>
              <a:t> </a:t>
            </a:r>
            <a:r>
              <a:rPr sz="2400" spc="-40" dirty="0">
                <a:latin typeface="Verdana"/>
                <a:cs typeface="Verdana"/>
              </a:rPr>
              <a:t>process</a:t>
            </a:r>
            <a:endParaRPr sz="2400" dirty="0">
              <a:latin typeface="Verdana"/>
              <a:cs typeface="Verdana"/>
            </a:endParaRPr>
          </a:p>
          <a:p>
            <a:pPr marL="241300" indent="-228600" algn="just">
              <a:lnSpc>
                <a:spcPct val="100000"/>
              </a:lnSpc>
              <a:spcBef>
                <a:spcPts val="86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dirty="0">
                <a:latin typeface="Verdana"/>
                <a:cs typeface="Verdana"/>
              </a:rPr>
              <a:t>Performance</a:t>
            </a:r>
          </a:p>
          <a:p>
            <a:pPr marL="698500" lvl="1" indent="-228600">
              <a:lnSpc>
                <a:spcPct val="100000"/>
              </a:lnSpc>
              <a:spcBef>
                <a:spcPts val="725"/>
              </a:spcBef>
              <a:buClr>
                <a:srgbClr val="EC7C30"/>
              </a:buClr>
              <a:buFont typeface="Wingdings"/>
              <a:buChar char=""/>
              <a:tabLst>
                <a:tab pos="698500" algn="l"/>
              </a:tabLst>
            </a:pPr>
            <a:r>
              <a:rPr sz="2000" i="1" dirty="0">
                <a:latin typeface="TeXGyreAdventor"/>
                <a:cs typeface="TeXGyreAdventor"/>
              </a:rPr>
              <a:t>q </a:t>
            </a:r>
            <a:r>
              <a:rPr sz="2000" spc="-10" dirty="0">
                <a:latin typeface="Verdana"/>
                <a:cs typeface="Verdana"/>
              </a:rPr>
              <a:t>large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-130" dirty="0">
                <a:latin typeface="Times New Roman"/>
                <a:cs typeface="Times New Roman"/>
              </a:rPr>
              <a:t> </a:t>
            </a:r>
            <a:r>
              <a:rPr sz="2000" spc="-145" dirty="0">
                <a:latin typeface="Verdana"/>
                <a:cs typeface="Verdana"/>
              </a:rPr>
              <a:t>FIFO</a:t>
            </a:r>
            <a:endParaRPr sz="2000" dirty="0">
              <a:latin typeface="Verdana"/>
              <a:cs typeface="Verdana"/>
            </a:endParaRPr>
          </a:p>
          <a:p>
            <a:pPr marL="698500" lvl="1" indent="-228600">
              <a:lnSpc>
                <a:spcPct val="100000"/>
              </a:lnSpc>
              <a:spcBef>
                <a:spcPts val="720"/>
              </a:spcBef>
              <a:buClr>
                <a:srgbClr val="EC7C30"/>
              </a:buClr>
              <a:buFont typeface="Wingdings"/>
              <a:buChar char=""/>
              <a:tabLst>
                <a:tab pos="698500" algn="l"/>
              </a:tabLst>
            </a:pPr>
            <a:r>
              <a:rPr sz="2000" i="1" dirty="0">
                <a:latin typeface="TeXGyreAdventor"/>
                <a:cs typeface="TeXGyreAdventor"/>
              </a:rPr>
              <a:t>q</a:t>
            </a:r>
            <a:r>
              <a:rPr sz="2000" i="1" spc="-10" dirty="0">
                <a:latin typeface="TeXGyreAdventor"/>
                <a:cs typeface="TeXGyreAdventor"/>
              </a:rPr>
              <a:t> </a:t>
            </a:r>
            <a:r>
              <a:rPr sz="2000" spc="-95" dirty="0">
                <a:latin typeface="Verdana"/>
                <a:cs typeface="Verdana"/>
              </a:rPr>
              <a:t>small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dirty="0">
                <a:latin typeface="Symbol"/>
                <a:cs typeface="Symbol"/>
              </a:rPr>
              <a:t>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i="1" dirty="0">
                <a:latin typeface="TeXGyreAdventor"/>
                <a:cs typeface="TeXGyreAdventor"/>
              </a:rPr>
              <a:t>q</a:t>
            </a:r>
            <a:r>
              <a:rPr sz="2000" i="1" spc="-5" dirty="0">
                <a:latin typeface="TeXGyreAdventor"/>
                <a:cs typeface="TeXGyreAdventor"/>
              </a:rPr>
              <a:t> </a:t>
            </a:r>
            <a:r>
              <a:rPr sz="2000" spc="-125" dirty="0">
                <a:latin typeface="Verdana"/>
                <a:cs typeface="Verdana"/>
              </a:rPr>
              <a:t>must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spc="110" dirty="0">
                <a:latin typeface="Verdana"/>
                <a:cs typeface="Verdana"/>
              </a:rPr>
              <a:t>be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large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70" dirty="0">
                <a:latin typeface="Verdana"/>
                <a:cs typeface="Verdana"/>
              </a:rPr>
              <a:t>with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respect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to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-5" dirty="0">
                <a:latin typeface="Verdana"/>
                <a:cs typeface="Verdana"/>
              </a:rPr>
              <a:t>context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70" dirty="0">
                <a:latin typeface="Verdana"/>
                <a:cs typeface="Verdana"/>
              </a:rPr>
              <a:t>switch,</a:t>
            </a:r>
            <a:r>
              <a:rPr sz="2000" spc="-185" dirty="0"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otherwise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30" dirty="0">
                <a:latin typeface="Verdana"/>
                <a:cs typeface="Verdana"/>
              </a:rPr>
              <a:t>overhead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spc="-215" dirty="0">
                <a:latin typeface="Verdana"/>
                <a:cs typeface="Verdana"/>
              </a:rPr>
              <a:t>is</a:t>
            </a:r>
            <a:endParaRPr sz="2000" dirty="0">
              <a:latin typeface="Verdana"/>
              <a:cs typeface="Verdana"/>
            </a:endParaRPr>
          </a:p>
          <a:p>
            <a:pPr marL="698500">
              <a:lnSpc>
                <a:spcPct val="100000"/>
              </a:lnSpc>
            </a:pPr>
            <a:r>
              <a:rPr sz="2000" spc="30" dirty="0">
                <a:latin typeface="Verdana"/>
                <a:cs typeface="Verdana"/>
              </a:rPr>
              <a:t>too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-40" dirty="0">
                <a:latin typeface="Verdana"/>
                <a:cs typeface="Verdana"/>
              </a:rPr>
              <a:t>high</a:t>
            </a:r>
            <a:endParaRPr sz="20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563626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0000"/>
                </a:solidFill>
              </a:rPr>
              <a:t>Round </a:t>
            </a:r>
            <a:r>
              <a:rPr sz="4400" spc="-5" dirty="0">
                <a:solidFill>
                  <a:srgbClr val="FF0000"/>
                </a:solidFill>
              </a:rPr>
              <a:t>Robin</a:t>
            </a:r>
            <a:r>
              <a:rPr sz="4400" spc="-130" dirty="0">
                <a:solidFill>
                  <a:srgbClr val="FF0000"/>
                </a:solidFill>
              </a:rPr>
              <a:t> </a:t>
            </a:r>
            <a:r>
              <a:rPr sz="4400" dirty="0">
                <a:solidFill>
                  <a:srgbClr val="FF0000"/>
                </a:solidFill>
              </a:rPr>
              <a:t>(RR)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1552496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6939" y="1852929"/>
            <a:ext cx="10817860" cy="4434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641350" indent="-228600">
              <a:lnSpc>
                <a:spcPct val="100000"/>
              </a:lnSpc>
              <a:spcBef>
                <a:spcPts val="10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b="1" dirty="0">
                <a:latin typeface="Gothic Uralic"/>
                <a:cs typeface="Gothic Uralic"/>
              </a:rPr>
              <a:t>Concept — </a:t>
            </a:r>
            <a:r>
              <a:rPr sz="2400" i="1" spc="-5" dirty="0">
                <a:latin typeface="TeXGyreAdventor"/>
                <a:cs typeface="TeXGyreAdventor"/>
              </a:rPr>
              <a:t>CPU time </a:t>
            </a:r>
            <a:r>
              <a:rPr sz="2400" i="1" dirty="0">
                <a:latin typeface="TeXGyreAdventor"/>
                <a:cs typeface="TeXGyreAdventor"/>
              </a:rPr>
              <a:t>(in units </a:t>
            </a:r>
            <a:r>
              <a:rPr sz="2400" i="1" spc="-5" dirty="0">
                <a:latin typeface="TeXGyreAdventor"/>
                <a:cs typeface="TeXGyreAdventor"/>
              </a:rPr>
              <a:t>of time slice/ </a:t>
            </a:r>
            <a:r>
              <a:rPr sz="2400" i="1" dirty="0">
                <a:latin typeface="TeXGyreAdventor"/>
                <a:cs typeface="TeXGyreAdventor"/>
              </a:rPr>
              <a:t>time quantum) </a:t>
            </a:r>
            <a:r>
              <a:rPr sz="2400" i="1" spc="-5" dirty="0">
                <a:latin typeface="TeXGyreAdventor"/>
                <a:cs typeface="TeXGyreAdventor"/>
              </a:rPr>
              <a:t>is shared  </a:t>
            </a:r>
            <a:r>
              <a:rPr sz="2400" i="1" dirty="0">
                <a:latin typeface="TeXGyreAdventor"/>
                <a:cs typeface="TeXGyreAdventor"/>
              </a:rPr>
              <a:t>among the requesting </a:t>
            </a:r>
            <a:r>
              <a:rPr sz="2400" i="1" spc="-5" dirty="0">
                <a:latin typeface="TeXGyreAdventor"/>
                <a:cs typeface="TeXGyreAdventor"/>
              </a:rPr>
              <a:t>processes in </a:t>
            </a:r>
            <a:r>
              <a:rPr sz="2400" i="1" dirty="0">
                <a:latin typeface="TeXGyreAdventor"/>
                <a:cs typeface="TeXGyreAdventor"/>
              </a:rPr>
              <a:t>a round robin</a:t>
            </a:r>
            <a:r>
              <a:rPr sz="2400" i="1" spc="-5" dirty="0">
                <a:latin typeface="TeXGyreAdventor"/>
                <a:cs typeface="TeXGyreAdventor"/>
              </a:rPr>
              <a:t> </a:t>
            </a:r>
            <a:r>
              <a:rPr sz="2400" i="1" dirty="0">
                <a:latin typeface="TeXGyreAdventor"/>
                <a:cs typeface="TeXGyreAdventor"/>
              </a:rPr>
              <a:t>sequence.</a:t>
            </a:r>
            <a:endParaRPr sz="2400">
              <a:latin typeface="TeXGyreAdventor"/>
              <a:cs typeface="TeXGyreAdventor"/>
            </a:endParaRPr>
          </a:p>
          <a:p>
            <a:pPr marL="241300" indent="-228600">
              <a:lnSpc>
                <a:spcPct val="100000"/>
              </a:lnSpc>
              <a:spcBef>
                <a:spcPts val="86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400" b="1" spc="-5" dirty="0">
                <a:latin typeface="Gothic Uralic"/>
                <a:cs typeface="Gothic Uralic"/>
              </a:rPr>
              <a:t>Working</a:t>
            </a:r>
            <a:r>
              <a:rPr sz="2400" b="1" spc="-10" dirty="0">
                <a:latin typeface="Gothic Uralic"/>
                <a:cs typeface="Gothic Uralic"/>
              </a:rPr>
              <a:t> </a:t>
            </a:r>
            <a:r>
              <a:rPr sz="2400" b="1" spc="-5" dirty="0">
                <a:latin typeface="Gothic Uralic"/>
                <a:cs typeface="Gothic Uralic"/>
              </a:rPr>
              <a:t>-</a:t>
            </a:r>
            <a:endParaRPr sz="2400">
              <a:latin typeface="Gothic Uralic"/>
              <a:cs typeface="Gothic Uralic"/>
            </a:endParaRPr>
          </a:p>
          <a:p>
            <a:pPr marL="698500" marR="5080" lvl="1" indent="-228600">
              <a:lnSpc>
                <a:spcPct val="100000"/>
              </a:lnSpc>
              <a:spcBef>
                <a:spcPts val="725"/>
              </a:spcBef>
              <a:buClr>
                <a:srgbClr val="EC7C30"/>
              </a:buClr>
              <a:buFont typeface="Wingdings"/>
              <a:buChar char=""/>
              <a:tabLst>
                <a:tab pos="699135" algn="l"/>
              </a:tabLst>
            </a:pPr>
            <a:r>
              <a:rPr sz="2000" spc="114" dirty="0">
                <a:latin typeface="Verdana"/>
                <a:cs typeface="Verdana"/>
              </a:rPr>
              <a:t>A </a:t>
            </a:r>
            <a:r>
              <a:rPr sz="2000" spc="-100" dirty="0">
                <a:latin typeface="Verdana"/>
                <a:cs typeface="Verdana"/>
              </a:rPr>
              <a:t>small </a:t>
            </a:r>
            <a:r>
              <a:rPr sz="2000" spc="-95" dirty="0">
                <a:latin typeface="Verdana"/>
                <a:cs typeface="Verdana"/>
              </a:rPr>
              <a:t>unit </a:t>
            </a:r>
            <a:r>
              <a:rPr sz="2000" spc="5" dirty="0">
                <a:latin typeface="Verdana"/>
                <a:cs typeface="Verdana"/>
              </a:rPr>
              <a:t>of </a:t>
            </a:r>
            <a:r>
              <a:rPr sz="2000" spc="-60" dirty="0">
                <a:latin typeface="Verdana"/>
                <a:cs typeface="Verdana"/>
              </a:rPr>
              <a:t>time </a:t>
            </a:r>
            <a:r>
              <a:rPr sz="2000" spc="55" dirty="0">
                <a:latin typeface="Verdana"/>
                <a:cs typeface="Verdana"/>
              </a:rPr>
              <a:t>called </a:t>
            </a:r>
            <a:r>
              <a:rPr sz="2000" spc="-60" dirty="0">
                <a:latin typeface="Verdana"/>
                <a:cs typeface="Verdana"/>
              </a:rPr>
              <a:t>time </a:t>
            </a:r>
            <a:r>
              <a:rPr sz="2000" spc="-45" dirty="0">
                <a:latin typeface="Verdana"/>
                <a:cs typeface="Verdana"/>
              </a:rPr>
              <a:t>slice </a:t>
            </a:r>
            <a:r>
              <a:rPr sz="2000" spc="-35" dirty="0">
                <a:latin typeface="Verdana"/>
                <a:cs typeface="Verdana"/>
              </a:rPr>
              <a:t>/ </a:t>
            </a:r>
            <a:r>
              <a:rPr sz="2000" spc="-60" dirty="0">
                <a:latin typeface="Verdana"/>
                <a:cs typeface="Verdana"/>
              </a:rPr>
              <a:t>time </a:t>
            </a:r>
            <a:r>
              <a:rPr sz="2000" spc="-10" dirty="0">
                <a:latin typeface="Verdana"/>
                <a:cs typeface="Verdana"/>
              </a:rPr>
              <a:t>quantum </a:t>
            </a:r>
            <a:r>
              <a:rPr sz="2000" spc="-215" dirty="0">
                <a:latin typeface="Verdana"/>
                <a:cs typeface="Verdana"/>
              </a:rPr>
              <a:t>is </a:t>
            </a:r>
            <a:r>
              <a:rPr sz="2000" dirty="0">
                <a:latin typeface="Verdana"/>
                <a:cs typeface="Verdana"/>
              </a:rPr>
              <a:t>defined. </a:t>
            </a:r>
            <a:r>
              <a:rPr sz="2000" spc="-250" dirty="0">
                <a:latin typeface="Verdana"/>
                <a:cs typeface="Verdana"/>
              </a:rPr>
              <a:t>It </a:t>
            </a:r>
            <a:r>
              <a:rPr sz="2000" spc="-215" dirty="0">
                <a:latin typeface="Verdana"/>
                <a:cs typeface="Verdana"/>
              </a:rPr>
              <a:t>is </a:t>
            </a:r>
            <a:r>
              <a:rPr sz="2000" spc="-90" dirty="0">
                <a:latin typeface="Verdana"/>
                <a:cs typeface="Verdana"/>
              </a:rPr>
              <a:t>usually </a:t>
            </a:r>
            <a:r>
              <a:rPr sz="2000" spc="-160" dirty="0">
                <a:latin typeface="Verdana"/>
                <a:cs typeface="Verdana"/>
              </a:rPr>
              <a:t>10 </a:t>
            </a:r>
            <a:r>
              <a:rPr sz="2000" spc="5" dirty="0">
                <a:latin typeface="Verdana"/>
                <a:cs typeface="Verdana"/>
              </a:rPr>
              <a:t>to  </a:t>
            </a:r>
            <a:r>
              <a:rPr sz="2000" spc="-160" dirty="0">
                <a:latin typeface="Verdana"/>
                <a:cs typeface="Verdana"/>
              </a:rPr>
              <a:t>100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70" dirty="0">
                <a:latin typeface="Verdana"/>
                <a:cs typeface="Verdana"/>
              </a:rPr>
              <a:t>msecs.</a:t>
            </a:r>
            <a:endParaRPr sz="20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720"/>
              </a:spcBef>
              <a:buClr>
                <a:srgbClr val="EC7C30"/>
              </a:buClr>
              <a:buFont typeface="Wingdings"/>
              <a:buChar char=""/>
              <a:tabLst>
                <a:tab pos="699135" algn="l"/>
              </a:tabLst>
            </a:pPr>
            <a:r>
              <a:rPr sz="2000" spc="-105" dirty="0">
                <a:latin typeface="Verdana"/>
                <a:cs typeface="Verdana"/>
              </a:rPr>
              <a:t>The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ready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50" dirty="0">
                <a:latin typeface="Verdana"/>
                <a:cs typeface="Verdana"/>
              </a:rPr>
              <a:t>queue</a:t>
            </a:r>
            <a:r>
              <a:rPr sz="2000" spc="-190" dirty="0">
                <a:latin typeface="Verdana"/>
                <a:cs typeface="Verdana"/>
              </a:rPr>
              <a:t> </a:t>
            </a:r>
            <a:r>
              <a:rPr sz="2000" spc="-215" dirty="0">
                <a:latin typeface="Verdana"/>
                <a:cs typeface="Verdana"/>
              </a:rPr>
              <a:t>is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40" dirty="0">
                <a:latin typeface="Verdana"/>
                <a:cs typeface="Verdana"/>
              </a:rPr>
              <a:t>operated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as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a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circular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10" dirty="0">
                <a:latin typeface="Verdana"/>
                <a:cs typeface="Verdana"/>
              </a:rPr>
              <a:t>queue.</a:t>
            </a:r>
            <a:endParaRPr sz="200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720"/>
              </a:spcBef>
              <a:buClr>
                <a:srgbClr val="EC7C30"/>
              </a:buClr>
              <a:buFont typeface="Wingdings"/>
              <a:buChar char=""/>
              <a:tabLst>
                <a:tab pos="699135" algn="l"/>
              </a:tabLst>
            </a:pPr>
            <a:r>
              <a:rPr sz="2000" spc="-55" dirty="0">
                <a:latin typeface="Verdana"/>
                <a:cs typeface="Verdana"/>
              </a:rPr>
              <a:t>Processes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105" dirty="0">
                <a:latin typeface="Verdana"/>
                <a:cs typeface="Verdana"/>
              </a:rPr>
              <a:t>in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the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ready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45" dirty="0">
                <a:latin typeface="Verdana"/>
                <a:cs typeface="Verdana"/>
              </a:rPr>
              <a:t>queue</a:t>
            </a:r>
            <a:r>
              <a:rPr sz="2000" spc="-190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are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kept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105" dirty="0">
                <a:latin typeface="Verdana"/>
                <a:cs typeface="Verdana"/>
              </a:rPr>
              <a:t>in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145" dirty="0">
                <a:latin typeface="Verdana"/>
                <a:cs typeface="Verdana"/>
              </a:rPr>
              <a:t>FIFO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65" dirty="0">
                <a:latin typeface="Verdana"/>
                <a:cs typeface="Verdana"/>
              </a:rPr>
              <a:t>order.</a:t>
            </a:r>
            <a:endParaRPr sz="2000">
              <a:latin typeface="Verdana"/>
              <a:cs typeface="Verdana"/>
            </a:endParaRPr>
          </a:p>
          <a:p>
            <a:pPr marL="698500" marR="8255" lvl="1" indent="-228600" algn="just">
              <a:lnSpc>
                <a:spcPct val="100000"/>
              </a:lnSpc>
              <a:spcBef>
                <a:spcPts val="720"/>
              </a:spcBef>
              <a:buClr>
                <a:srgbClr val="EC7C30"/>
              </a:buClr>
              <a:buFont typeface="Wingdings"/>
              <a:buChar char=""/>
              <a:tabLst>
                <a:tab pos="699135" algn="l"/>
              </a:tabLst>
            </a:pPr>
            <a:r>
              <a:rPr sz="2000" spc="-105" dirty="0">
                <a:latin typeface="Verdana"/>
                <a:cs typeface="Verdana"/>
              </a:rPr>
              <a:t>The </a:t>
            </a:r>
            <a:r>
              <a:rPr sz="2000" spc="-20" dirty="0">
                <a:latin typeface="Verdana"/>
                <a:cs typeface="Verdana"/>
              </a:rPr>
              <a:t>scheduler </a:t>
            </a:r>
            <a:r>
              <a:rPr sz="2000" spc="-50" dirty="0">
                <a:latin typeface="Verdana"/>
                <a:cs typeface="Verdana"/>
              </a:rPr>
              <a:t>picks </a:t>
            </a:r>
            <a:r>
              <a:rPr sz="2000" spc="-15" dirty="0">
                <a:latin typeface="Verdana"/>
                <a:cs typeface="Verdana"/>
              </a:rPr>
              <a:t>the </a:t>
            </a:r>
            <a:r>
              <a:rPr sz="2000" spc="-175" dirty="0">
                <a:latin typeface="Verdana"/>
                <a:cs typeface="Verdana"/>
              </a:rPr>
              <a:t>first </a:t>
            </a:r>
            <a:r>
              <a:rPr sz="2000" spc="-35" dirty="0">
                <a:latin typeface="Verdana"/>
                <a:cs typeface="Verdana"/>
              </a:rPr>
              <a:t>process </a:t>
            </a:r>
            <a:r>
              <a:rPr sz="2000" spc="-80" dirty="0">
                <a:latin typeface="Verdana"/>
                <a:cs typeface="Verdana"/>
              </a:rPr>
              <a:t>from </a:t>
            </a:r>
            <a:r>
              <a:rPr sz="2000" spc="-1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ready </a:t>
            </a:r>
            <a:r>
              <a:rPr sz="2000" spc="5" dirty="0">
                <a:latin typeface="Verdana"/>
                <a:cs typeface="Verdana"/>
              </a:rPr>
              <a:t>queue, </a:t>
            </a:r>
            <a:r>
              <a:rPr sz="2000" spc="25" dirty="0">
                <a:latin typeface="Verdana"/>
                <a:cs typeface="Verdana"/>
              </a:rPr>
              <a:t>at </a:t>
            </a:r>
            <a:r>
              <a:rPr sz="2000" spc="-15" dirty="0">
                <a:latin typeface="Verdana"/>
                <a:cs typeface="Verdana"/>
              </a:rPr>
              <a:t>the </a:t>
            </a:r>
            <a:r>
              <a:rPr sz="2000" spc="-25" dirty="0">
                <a:latin typeface="Verdana"/>
                <a:cs typeface="Verdana"/>
              </a:rPr>
              <a:t>same </a:t>
            </a:r>
            <a:r>
              <a:rPr sz="2000" spc="-60" dirty="0">
                <a:latin typeface="Verdana"/>
                <a:cs typeface="Verdana"/>
              </a:rPr>
              <a:t>time </a:t>
            </a:r>
            <a:r>
              <a:rPr sz="2000" spc="-140" dirty="0">
                <a:latin typeface="Verdana"/>
                <a:cs typeface="Verdana"/>
              </a:rPr>
              <a:t>sets  </a:t>
            </a:r>
            <a:r>
              <a:rPr sz="2000" spc="165" dirty="0">
                <a:latin typeface="Verdana"/>
                <a:cs typeface="Verdana"/>
              </a:rPr>
              <a:t>a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timer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85" dirty="0">
                <a:latin typeface="Verdana"/>
                <a:cs typeface="Verdana"/>
              </a:rPr>
              <a:t>interrupt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spc="25" dirty="0">
                <a:latin typeface="Verdana"/>
                <a:cs typeface="Verdana"/>
              </a:rPr>
              <a:t>at</a:t>
            </a:r>
            <a:r>
              <a:rPr sz="2000" spc="-17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the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60" dirty="0">
                <a:latin typeface="Verdana"/>
                <a:cs typeface="Verdana"/>
              </a:rPr>
              <a:t>end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of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the</a:t>
            </a:r>
            <a:r>
              <a:rPr sz="2000" spc="-175" dirty="0"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time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spc="-45" dirty="0">
                <a:latin typeface="Verdana"/>
                <a:cs typeface="Verdana"/>
              </a:rPr>
              <a:t>slice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80" dirty="0">
                <a:latin typeface="Verdana"/>
                <a:cs typeface="Verdana"/>
              </a:rPr>
              <a:t>and</a:t>
            </a:r>
            <a:r>
              <a:rPr sz="2000" spc="-1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dispatches</a:t>
            </a:r>
            <a:r>
              <a:rPr sz="2000" spc="-18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the</a:t>
            </a:r>
            <a:r>
              <a:rPr sz="2000" spc="-165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process.</a:t>
            </a:r>
            <a:endParaRPr sz="2000">
              <a:latin typeface="Verdana"/>
              <a:cs typeface="Verdana"/>
            </a:endParaRPr>
          </a:p>
          <a:p>
            <a:pPr marL="698500" marR="8255" lvl="1" indent="-228600" algn="just">
              <a:lnSpc>
                <a:spcPct val="100000"/>
              </a:lnSpc>
              <a:spcBef>
                <a:spcPts val="725"/>
              </a:spcBef>
              <a:buClr>
                <a:srgbClr val="EC7C30"/>
              </a:buClr>
              <a:buFont typeface="Wingdings"/>
              <a:buChar char=""/>
              <a:tabLst>
                <a:tab pos="699135" algn="l"/>
              </a:tabLst>
            </a:pPr>
            <a:r>
              <a:rPr sz="2000" spc="-15" dirty="0">
                <a:latin typeface="Verdana"/>
                <a:cs typeface="Verdana"/>
              </a:rPr>
              <a:t>When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the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-95" dirty="0">
                <a:latin typeface="Verdana"/>
                <a:cs typeface="Verdana"/>
              </a:rPr>
              <a:t>timer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goes</a:t>
            </a:r>
            <a:r>
              <a:rPr sz="2000" spc="-12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off,</a:t>
            </a:r>
            <a:r>
              <a:rPr sz="2000" spc="-160" dirty="0">
                <a:latin typeface="Verdana"/>
                <a:cs typeface="Verdana"/>
              </a:rPr>
              <a:t> </a:t>
            </a:r>
            <a:r>
              <a:rPr sz="2000" spc="-55" dirty="0">
                <a:latin typeface="Verdana"/>
                <a:cs typeface="Verdana"/>
              </a:rPr>
              <a:t>either</a:t>
            </a:r>
            <a:r>
              <a:rPr sz="2000" spc="-155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the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executing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process</a:t>
            </a:r>
            <a:r>
              <a:rPr sz="2000" spc="-140" dirty="0">
                <a:latin typeface="Verdana"/>
                <a:cs typeface="Verdana"/>
              </a:rPr>
              <a:t> </a:t>
            </a:r>
            <a:r>
              <a:rPr sz="2000" spc="5" dirty="0">
                <a:latin typeface="Verdana"/>
                <a:cs typeface="Verdana"/>
              </a:rPr>
              <a:t>completes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80" dirty="0">
                <a:latin typeface="Verdana"/>
                <a:cs typeface="Verdana"/>
              </a:rPr>
              <a:t>and</a:t>
            </a:r>
            <a:r>
              <a:rPr sz="2000" spc="-135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releases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the  </a:t>
            </a:r>
            <a:r>
              <a:rPr sz="2000" spc="20" dirty="0">
                <a:latin typeface="Verdana"/>
                <a:cs typeface="Verdana"/>
              </a:rPr>
              <a:t>CPU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80" dirty="0">
                <a:latin typeface="Verdana"/>
                <a:cs typeface="Verdana"/>
              </a:rPr>
              <a:t>or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80" dirty="0">
                <a:latin typeface="Verdana"/>
                <a:cs typeface="Verdana"/>
              </a:rPr>
              <a:t>requires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35" dirty="0">
                <a:latin typeface="Verdana"/>
                <a:cs typeface="Verdana"/>
              </a:rPr>
              <a:t>more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60" dirty="0">
                <a:latin typeface="Verdana"/>
                <a:cs typeface="Verdana"/>
              </a:rPr>
              <a:t>time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120" dirty="0">
                <a:latin typeface="Verdana"/>
                <a:cs typeface="Verdana"/>
              </a:rPr>
              <a:t>thus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spc="-70" dirty="0">
                <a:latin typeface="Verdana"/>
                <a:cs typeface="Verdana"/>
              </a:rPr>
              <a:t>requiring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165" dirty="0">
                <a:latin typeface="Verdana"/>
                <a:cs typeface="Verdana"/>
              </a:rPr>
              <a:t>a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Context</a:t>
            </a:r>
            <a:r>
              <a:rPr sz="2000" spc="-95" dirty="0">
                <a:latin typeface="Verdana"/>
                <a:cs typeface="Verdana"/>
              </a:rPr>
              <a:t> </a:t>
            </a:r>
            <a:r>
              <a:rPr sz="2000" spc="-70" dirty="0">
                <a:latin typeface="Verdana"/>
                <a:cs typeface="Verdana"/>
              </a:rPr>
              <a:t>Switch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80" dirty="0">
                <a:latin typeface="Verdana"/>
                <a:cs typeface="Verdana"/>
              </a:rPr>
              <a:t>and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spc="-215" dirty="0">
                <a:latin typeface="Verdana"/>
                <a:cs typeface="Verdana"/>
              </a:rPr>
              <a:t>is</a:t>
            </a:r>
            <a:r>
              <a:rPr sz="2000" spc="-100" dirty="0">
                <a:latin typeface="Verdana"/>
                <a:cs typeface="Verdana"/>
              </a:rPr>
              <a:t> </a:t>
            </a:r>
            <a:r>
              <a:rPr sz="2000" spc="125" dirty="0">
                <a:latin typeface="Verdana"/>
                <a:cs typeface="Verdana"/>
              </a:rPr>
              <a:t>added</a:t>
            </a:r>
            <a:r>
              <a:rPr sz="2000" spc="-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130" dirty="0">
                <a:latin typeface="Verdana"/>
                <a:cs typeface="Verdana"/>
              </a:rPr>
              <a:t> </a:t>
            </a:r>
            <a:r>
              <a:rPr sz="2000" spc="-15" dirty="0">
                <a:latin typeface="Verdana"/>
                <a:cs typeface="Verdana"/>
              </a:rPr>
              <a:t>the</a:t>
            </a:r>
            <a:r>
              <a:rPr sz="2000" spc="-105" dirty="0">
                <a:latin typeface="Verdana"/>
                <a:cs typeface="Verdana"/>
              </a:rPr>
              <a:t> </a:t>
            </a:r>
            <a:r>
              <a:rPr sz="2000" spc="-65" dirty="0">
                <a:latin typeface="Verdana"/>
                <a:cs typeface="Verdana"/>
              </a:rPr>
              <a:t>tail  </a:t>
            </a:r>
            <a:r>
              <a:rPr sz="2000" spc="5" dirty="0">
                <a:latin typeface="Verdana"/>
                <a:cs typeface="Verdana"/>
              </a:rPr>
              <a:t>of </a:t>
            </a:r>
            <a:r>
              <a:rPr sz="2000" spc="-15" dirty="0">
                <a:latin typeface="Verdana"/>
                <a:cs typeface="Verdana"/>
              </a:rPr>
              <a:t>the</a:t>
            </a:r>
            <a:r>
              <a:rPr sz="2000" spc="-340" dirty="0">
                <a:latin typeface="Verdana"/>
                <a:cs typeface="Verdana"/>
              </a:rPr>
              <a:t> </a:t>
            </a:r>
            <a:r>
              <a:rPr sz="2000" spc="10" dirty="0">
                <a:latin typeface="Verdana"/>
                <a:cs typeface="Verdana"/>
              </a:rPr>
              <a:t>queue.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46501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FF0000"/>
                </a:solidFill>
              </a:rPr>
              <a:t>Round </a:t>
            </a:r>
            <a:r>
              <a:rPr sz="4400" spc="-5" dirty="0">
                <a:solidFill>
                  <a:srgbClr val="FF0000"/>
                </a:solidFill>
              </a:rPr>
              <a:t>Robin</a:t>
            </a:r>
            <a:r>
              <a:rPr sz="4400" spc="-130" dirty="0">
                <a:solidFill>
                  <a:srgbClr val="FF0000"/>
                </a:solidFill>
              </a:rPr>
              <a:t> </a:t>
            </a:r>
            <a:r>
              <a:rPr sz="4400" dirty="0">
                <a:solidFill>
                  <a:srgbClr val="FF0000"/>
                </a:solidFill>
              </a:rPr>
              <a:t>(RR)</a:t>
            </a:r>
            <a:endParaRPr sz="4400"/>
          </a:p>
        </p:txBody>
      </p:sp>
    </p:spTree>
    <p:extLst>
      <p:ext uri="{BB962C8B-B14F-4D97-AF65-F5344CB8AC3E}">
        <p14:creationId xmlns:p14="http://schemas.microsoft.com/office/powerpoint/2010/main" val="4050090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255134" y="1756917"/>
            <a:ext cx="1337945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95"/>
              </a:spcBef>
            </a:pPr>
            <a:r>
              <a:rPr sz="2200" u="heavy" spc="-204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Burst</a:t>
            </a:r>
            <a:r>
              <a:rPr sz="2200" u="heavy" spc="-24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200" u="heavy" spc="-14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Time </a:t>
            </a:r>
            <a:r>
              <a:rPr sz="2200" spc="-140" dirty="0">
                <a:latin typeface="Verdana"/>
                <a:cs typeface="Verdana"/>
              </a:rPr>
              <a:t> </a:t>
            </a:r>
            <a:r>
              <a:rPr sz="2200" spc="-190" dirty="0">
                <a:latin typeface="Verdana"/>
                <a:cs typeface="Verdana"/>
              </a:rPr>
              <a:t>24</a:t>
            </a:r>
            <a:endParaRPr sz="2200">
              <a:latin typeface="Verdana"/>
              <a:cs typeface="Verdana"/>
            </a:endParaRPr>
          </a:p>
          <a:p>
            <a:pPr marL="52069" algn="ctr">
              <a:lnSpc>
                <a:spcPct val="100000"/>
              </a:lnSpc>
              <a:spcBef>
                <a:spcPts val="5"/>
              </a:spcBef>
            </a:pPr>
            <a:r>
              <a:rPr sz="2200" spc="-185" dirty="0">
                <a:latin typeface="Verdana"/>
                <a:cs typeface="Verdana"/>
              </a:rPr>
              <a:t>3</a:t>
            </a:r>
            <a:endParaRPr sz="2200">
              <a:latin typeface="Verdana"/>
              <a:cs typeface="Verdana"/>
            </a:endParaRPr>
          </a:p>
          <a:p>
            <a:pPr marL="3175" algn="ctr">
              <a:lnSpc>
                <a:spcPct val="100000"/>
              </a:lnSpc>
            </a:pPr>
            <a:r>
              <a:rPr sz="2200" spc="-185" dirty="0">
                <a:latin typeface="Verdana"/>
                <a:cs typeface="Verdana"/>
              </a:rPr>
              <a:t>3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91539" y="1756917"/>
            <a:ext cx="2800350" cy="1701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752600">
              <a:lnSpc>
                <a:spcPct val="100000"/>
              </a:lnSpc>
              <a:spcBef>
                <a:spcPts val="95"/>
              </a:spcBef>
            </a:pPr>
            <a:r>
              <a:rPr sz="2200" u="heavy" spc="-6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Process</a:t>
            </a:r>
            <a:endParaRPr sz="2200">
              <a:latin typeface="Verdana"/>
              <a:cs typeface="Verdana"/>
            </a:endParaRPr>
          </a:p>
          <a:p>
            <a:pPr marL="2162810" marR="361315" indent="-40005" algn="just">
              <a:lnSpc>
                <a:spcPct val="100000"/>
              </a:lnSpc>
            </a:pPr>
            <a:r>
              <a:rPr sz="2200" i="1" dirty="0">
                <a:latin typeface="TeXGyreAdventor"/>
                <a:cs typeface="TeXGyreAdventor"/>
              </a:rPr>
              <a:t>P</a:t>
            </a:r>
            <a:r>
              <a:rPr sz="2175" i="1" baseline="-21072" dirty="0">
                <a:latin typeface="TeXGyreAdventor"/>
                <a:cs typeface="TeXGyreAdventor"/>
              </a:rPr>
              <a:t>1  </a:t>
            </a:r>
            <a:r>
              <a:rPr sz="2200" i="1" spc="-10" dirty="0">
                <a:latin typeface="TeXGyreAdventor"/>
                <a:cs typeface="TeXGyreAdventor"/>
              </a:rPr>
              <a:t>P</a:t>
            </a:r>
            <a:r>
              <a:rPr sz="2175" i="1" spc="7" baseline="-21072" dirty="0">
                <a:latin typeface="TeXGyreAdventor"/>
                <a:cs typeface="TeXGyreAdventor"/>
              </a:rPr>
              <a:t>2  </a:t>
            </a:r>
            <a:r>
              <a:rPr sz="2200" i="1" spc="-10" dirty="0">
                <a:latin typeface="TeXGyreAdventor"/>
                <a:cs typeface="TeXGyreAdventor"/>
              </a:rPr>
              <a:t>P</a:t>
            </a:r>
            <a:r>
              <a:rPr sz="2175" i="1" spc="7" baseline="-21072" dirty="0">
                <a:latin typeface="TeXGyreAdventor"/>
                <a:cs typeface="TeXGyreAdventor"/>
              </a:rPr>
              <a:t>3</a:t>
            </a:r>
            <a:endParaRPr sz="2175" baseline="-21072">
              <a:latin typeface="TeXGyreAdventor"/>
              <a:cs typeface="TeXGyreAdventor"/>
            </a:endParaRPr>
          </a:p>
          <a:p>
            <a:pPr marL="266700" indent="-228600">
              <a:lnSpc>
                <a:spcPct val="100000"/>
              </a:lnSpc>
              <a:spcBef>
                <a:spcPts val="5"/>
              </a:spcBef>
              <a:buClr>
                <a:srgbClr val="EC7C30"/>
              </a:buClr>
              <a:buFont typeface="Wingdings"/>
              <a:buChar char=""/>
              <a:tabLst>
                <a:tab pos="266700" algn="l"/>
              </a:tabLst>
            </a:pPr>
            <a:r>
              <a:rPr sz="2200" spc="-125" dirty="0">
                <a:latin typeface="Verdana"/>
                <a:cs typeface="Verdana"/>
              </a:rPr>
              <a:t>The </a:t>
            </a:r>
            <a:r>
              <a:rPr sz="2200" spc="15" dirty="0">
                <a:latin typeface="Verdana"/>
                <a:cs typeface="Verdana"/>
              </a:rPr>
              <a:t>Gantt </a:t>
            </a:r>
            <a:r>
              <a:rPr sz="2200" spc="-5" dirty="0">
                <a:latin typeface="Verdana"/>
                <a:cs typeface="Verdana"/>
              </a:rPr>
              <a:t>chart</a:t>
            </a:r>
            <a:r>
              <a:rPr sz="2200" spc="-409" dirty="0">
                <a:latin typeface="Verdana"/>
                <a:cs typeface="Verdana"/>
              </a:rPr>
              <a:t> </a:t>
            </a:r>
            <a:r>
              <a:rPr sz="2200" spc="-285" dirty="0">
                <a:latin typeface="Verdana"/>
                <a:cs typeface="Verdana"/>
              </a:rPr>
              <a:t>is: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4842128"/>
            <a:ext cx="9248140" cy="1031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200" spc="-80" dirty="0">
                <a:latin typeface="Verdana"/>
                <a:cs typeface="Verdana"/>
              </a:rPr>
              <a:t>Typically,</a:t>
            </a:r>
            <a:r>
              <a:rPr sz="2200" spc="-150" dirty="0">
                <a:latin typeface="Verdana"/>
                <a:cs typeface="Verdana"/>
              </a:rPr>
              <a:t> </a:t>
            </a:r>
            <a:r>
              <a:rPr sz="2200" spc="-55" dirty="0">
                <a:latin typeface="Verdana"/>
                <a:cs typeface="Verdana"/>
              </a:rPr>
              <a:t>higher</a:t>
            </a:r>
            <a:r>
              <a:rPr sz="2200" spc="-190" dirty="0">
                <a:latin typeface="Verdana"/>
                <a:cs typeface="Verdana"/>
              </a:rPr>
              <a:t> </a:t>
            </a:r>
            <a:r>
              <a:rPr sz="2200" spc="45" dirty="0">
                <a:latin typeface="Verdana"/>
                <a:cs typeface="Verdana"/>
              </a:rPr>
              <a:t>average</a:t>
            </a:r>
            <a:r>
              <a:rPr sz="2200" spc="-160" dirty="0">
                <a:latin typeface="Verdana"/>
                <a:cs typeface="Verdana"/>
              </a:rPr>
              <a:t> </a:t>
            </a:r>
            <a:r>
              <a:rPr sz="2200" spc="-50" dirty="0">
                <a:latin typeface="Verdana"/>
                <a:cs typeface="Verdana"/>
              </a:rPr>
              <a:t>turnaround</a:t>
            </a:r>
            <a:r>
              <a:rPr sz="2200" spc="-145" dirty="0">
                <a:latin typeface="Verdana"/>
                <a:cs typeface="Verdana"/>
              </a:rPr>
              <a:t> </a:t>
            </a:r>
            <a:r>
              <a:rPr sz="2200" spc="-15" dirty="0">
                <a:latin typeface="Verdana"/>
                <a:cs typeface="Verdana"/>
              </a:rPr>
              <a:t>than</a:t>
            </a:r>
            <a:r>
              <a:rPr sz="2200" spc="-175" dirty="0">
                <a:latin typeface="Verdana"/>
                <a:cs typeface="Verdana"/>
              </a:rPr>
              <a:t> </a:t>
            </a:r>
            <a:r>
              <a:rPr sz="2200" spc="-190" dirty="0">
                <a:latin typeface="Verdana"/>
                <a:cs typeface="Verdana"/>
              </a:rPr>
              <a:t>SJF,</a:t>
            </a:r>
            <a:r>
              <a:rPr sz="2200" spc="-13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but</a:t>
            </a:r>
            <a:r>
              <a:rPr sz="2200" spc="-155" dirty="0">
                <a:latin typeface="Verdana"/>
                <a:cs typeface="Verdana"/>
              </a:rPr>
              <a:t> </a:t>
            </a:r>
            <a:r>
              <a:rPr sz="2200" spc="-25" dirty="0">
                <a:latin typeface="Verdana"/>
                <a:cs typeface="Verdana"/>
              </a:rPr>
              <a:t>better</a:t>
            </a:r>
            <a:r>
              <a:rPr sz="2200" spc="-220" dirty="0">
                <a:latin typeface="Verdana"/>
                <a:cs typeface="Verdana"/>
              </a:rPr>
              <a:t> </a:t>
            </a:r>
            <a:r>
              <a:rPr sz="2200" b="1" i="1" spc="-5" dirty="0">
                <a:latin typeface="TeXGyreAdventor"/>
                <a:cs typeface="TeXGyreAdventor"/>
              </a:rPr>
              <a:t>response</a:t>
            </a:r>
            <a:endParaRPr sz="2200">
              <a:latin typeface="TeXGyreAdventor"/>
              <a:cs typeface="TeXGyreAdventor"/>
            </a:endParaRPr>
          </a:p>
          <a:p>
            <a:pPr marL="241300" indent="-228600">
              <a:lnSpc>
                <a:spcPct val="100000"/>
              </a:lnSpc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200" spc="125" dirty="0">
                <a:latin typeface="Verdana"/>
                <a:cs typeface="Verdana"/>
              </a:rPr>
              <a:t>q</a:t>
            </a:r>
            <a:r>
              <a:rPr sz="2200" spc="-165" dirty="0">
                <a:latin typeface="Verdana"/>
                <a:cs typeface="Verdana"/>
              </a:rPr>
              <a:t> </a:t>
            </a:r>
            <a:r>
              <a:rPr sz="2200" spc="-55" dirty="0">
                <a:latin typeface="Verdana"/>
                <a:cs typeface="Verdana"/>
              </a:rPr>
              <a:t>should</a:t>
            </a:r>
            <a:r>
              <a:rPr sz="2200" spc="-165" dirty="0">
                <a:latin typeface="Verdana"/>
                <a:cs typeface="Verdana"/>
              </a:rPr>
              <a:t> </a:t>
            </a:r>
            <a:r>
              <a:rPr sz="2200" spc="120" dirty="0">
                <a:latin typeface="Verdana"/>
                <a:cs typeface="Verdana"/>
              </a:rPr>
              <a:t>be</a:t>
            </a:r>
            <a:r>
              <a:rPr sz="2200" spc="-160" dirty="0">
                <a:latin typeface="Verdana"/>
                <a:cs typeface="Verdana"/>
              </a:rPr>
              <a:t> </a:t>
            </a:r>
            <a:r>
              <a:rPr sz="2200" spc="-15" dirty="0">
                <a:latin typeface="Verdana"/>
                <a:cs typeface="Verdana"/>
              </a:rPr>
              <a:t>large</a:t>
            </a:r>
            <a:r>
              <a:rPr sz="2200" spc="-170" dirty="0">
                <a:latin typeface="Verdana"/>
                <a:cs typeface="Verdana"/>
              </a:rPr>
              <a:t> </a:t>
            </a:r>
            <a:r>
              <a:rPr sz="2200" spc="65" dirty="0">
                <a:latin typeface="Verdana"/>
                <a:cs typeface="Verdana"/>
              </a:rPr>
              <a:t>compared</a:t>
            </a:r>
            <a:r>
              <a:rPr sz="2200" spc="-135" dirty="0">
                <a:latin typeface="Verdana"/>
                <a:cs typeface="Verdana"/>
              </a:rPr>
              <a:t> </a:t>
            </a:r>
            <a:r>
              <a:rPr sz="2200" spc="-5" dirty="0">
                <a:latin typeface="Verdana"/>
                <a:cs typeface="Verdana"/>
              </a:rPr>
              <a:t>to</a:t>
            </a:r>
            <a:r>
              <a:rPr sz="2200" spc="-165" dirty="0">
                <a:latin typeface="Verdana"/>
                <a:cs typeface="Verdana"/>
              </a:rPr>
              <a:t> </a:t>
            </a:r>
            <a:r>
              <a:rPr sz="2200" spc="-10" dirty="0">
                <a:latin typeface="Verdana"/>
                <a:cs typeface="Verdana"/>
              </a:rPr>
              <a:t>context</a:t>
            </a:r>
            <a:r>
              <a:rPr sz="2200" spc="-175" dirty="0">
                <a:latin typeface="Verdana"/>
                <a:cs typeface="Verdana"/>
              </a:rPr>
              <a:t> </a:t>
            </a:r>
            <a:r>
              <a:rPr sz="2200" spc="-55" dirty="0">
                <a:latin typeface="Verdana"/>
                <a:cs typeface="Verdana"/>
              </a:rPr>
              <a:t>switch</a:t>
            </a:r>
            <a:r>
              <a:rPr sz="2200" spc="-175" dirty="0">
                <a:latin typeface="Verdana"/>
                <a:cs typeface="Verdana"/>
              </a:rPr>
              <a:t> </a:t>
            </a:r>
            <a:r>
              <a:rPr sz="2200" spc="-60" dirty="0">
                <a:latin typeface="Verdana"/>
                <a:cs typeface="Verdana"/>
              </a:rPr>
              <a:t>time</a:t>
            </a:r>
            <a:endParaRPr sz="220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200" spc="125" dirty="0">
                <a:latin typeface="Verdana"/>
                <a:cs typeface="Verdana"/>
              </a:rPr>
              <a:t>q</a:t>
            </a:r>
            <a:r>
              <a:rPr sz="2200" spc="-555" dirty="0">
                <a:latin typeface="Verdana"/>
                <a:cs typeface="Verdana"/>
              </a:rPr>
              <a:t> </a:t>
            </a:r>
            <a:r>
              <a:rPr sz="2200" spc="-100" dirty="0">
                <a:latin typeface="Verdana"/>
                <a:cs typeface="Verdana"/>
              </a:rPr>
              <a:t>usually </a:t>
            </a:r>
            <a:r>
              <a:rPr sz="2200" spc="-190" dirty="0">
                <a:latin typeface="Verdana"/>
                <a:cs typeface="Verdana"/>
              </a:rPr>
              <a:t>10ms </a:t>
            </a:r>
            <a:r>
              <a:rPr sz="2200" spc="-5" dirty="0">
                <a:latin typeface="Verdana"/>
                <a:cs typeface="Verdana"/>
              </a:rPr>
              <a:t>to </a:t>
            </a:r>
            <a:r>
              <a:rPr sz="2200" spc="-190" dirty="0">
                <a:latin typeface="Verdana"/>
                <a:cs typeface="Verdana"/>
              </a:rPr>
              <a:t>100ms, </a:t>
            </a:r>
            <a:r>
              <a:rPr sz="2200" spc="-10" dirty="0">
                <a:latin typeface="Verdana"/>
                <a:cs typeface="Verdana"/>
              </a:rPr>
              <a:t>context </a:t>
            </a:r>
            <a:r>
              <a:rPr sz="2200" spc="-55" dirty="0">
                <a:latin typeface="Verdana"/>
                <a:cs typeface="Verdana"/>
              </a:rPr>
              <a:t>switch </a:t>
            </a:r>
            <a:r>
              <a:rPr sz="2200" spc="-470" dirty="0">
                <a:latin typeface="Verdana"/>
                <a:cs typeface="Verdana"/>
              </a:rPr>
              <a:t>&lt; </a:t>
            </a:r>
            <a:r>
              <a:rPr sz="2200" spc="-185" dirty="0">
                <a:latin typeface="Verdana"/>
                <a:cs typeface="Verdana"/>
              </a:rPr>
              <a:t>10 </a:t>
            </a:r>
            <a:r>
              <a:rPr sz="2200" spc="10" dirty="0">
                <a:latin typeface="Verdana"/>
                <a:cs typeface="Verdana"/>
              </a:rPr>
              <a:t>usec</a:t>
            </a:r>
            <a:endParaRPr sz="22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101606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</a:rPr>
              <a:t>Example </a:t>
            </a:r>
            <a:r>
              <a:rPr sz="4400" dirty="0">
                <a:solidFill>
                  <a:srgbClr val="FF0000"/>
                </a:solidFill>
              </a:rPr>
              <a:t>of RR with Time Quantum =</a:t>
            </a:r>
            <a:r>
              <a:rPr sz="4400" spc="-140" dirty="0">
                <a:solidFill>
                  <a:srgbClr val="FF0000"/>
                </a:solidFill>
              </a:rPr>
              <a:t> </a:t>
            </a:r>
            <a:r>
              <a:rPr sz="4400" dirty="0">
                <a:solidFill>
                  <a:srgbClr val="FF0000"/>
                </a:solidFill>
              </a:rPr>
              <a:t>4</a:t>
            </a:r>
            <a:endParaRPr sz="4400"/>
          </a:p>
        </p:txBody>
      </p:sp>
      <p:sp>
        <p:nvSpPr>
          <p:cNvPr id="7" name="object 7"/>
          <p:cNvSpPr txBox="1"/>
          <p:nvPr/>
        </p:nvSpPr>
        <p:spPr>
          <a:xfrm>
            <a:off x="2716939" y="4233712"/>
            <a:ext cx="9144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15" dirty="0"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67889" y="4233712"/>
            <a:ext cx="15748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10" dirty="0">
                <a:latin typeface="Arial"/>
                <a:cs typeface="Arial"/>
              </a:rPr>
              <a:t>1</a:t>
            </a:r>
            <a:r>
              <a:rPr sz="900" spc="15" dirty="0">
                <a:latin typeface="Arial"/>
                <a:cs typeface="Arial"/>
              </a:rPr>
              <a:t>8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328508" y="4233712"/>
            <a:ext cx="15748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10" dirty="0">
                <a:latin typeface="Arial"/>
                <a:cs typeface="Arial"/>
              </a:rPr>
              <a:t>3</a:t>
            </a:r>
            <a:r>
              <a:rPr sz="900" spc="15" dirty="0"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54606" y="4233712"/>
            <a:ext cx="15748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10" dirty="0">
                <a:latin typeface="Arial"/>
                <a:cs typeface="Arial"/>
              </a:rPr>
              <a:t>2</a:t>
            </a:r>
            <a:r>
              <a:rPr sz="900" spc="15" dirty="0">
                <a:latin typeface="Arial"/>
                <a:cs typeface="Arial"/>
              </a:rPr>
              <a:t>6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73506" y="4233712"/>
            <a:ext cx="15748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10" dirty="0">
                <a:latin typeface="Arial"/>
                <a:cs typeface="Arial"/>
              </a:rPr>
              <a:t>1</a:t>
            </a:r>
            <a:r>
              <a:rPr sz="900" spc="15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90856" y="4233712"/>
            <a:ext cx="9144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15" dirty="0">
                <a:latin typeface="Arial"/>
                <a:cs typeface="Arial"/>
              </a:rPr>
              <a:t>4</a:t>
            </a:r>
            <a:endParaRPr sz="9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45257" y="4233712"/>
            <a:ext cx="9144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15" dirty="0">
                <a:latin typeface="Arial"/>
                <a:cs typeface="Arial"/>
              </a:rPr>
              <a:t>7</a:t>
            </a:r>
            <a:endParaRPr sz="9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860609" y="4233712"/>
            <a:ext cx="15748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10" dirty="0">
                <a:latin typeface="Arial"/>
                <a:cs typeface="Arial"/>
              </a:rPr>
              <a:t>1</a:t>
            </a:r>
            <a:r>
              <a:rPr sz="900" spc="15" dirty="0">
                <a:latin typeface="Arial"/>
                <a:cs typeface="Arial"/>
              </a:rPr>
              <a:t>0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60223" y="4233712"/>
            <a:ext cx="157480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10" dirty="0">
                <a:latin typeface="Arial"/>
                <a:cs typeface="Arial"/>
              </a:rPr>
              <a:t>2</a:t>
            </a:r>
            <a:r>
              <a:rPr sz="900" spc="15" dirty="0">
                <a:latin typeface="Arial"/>
                <a:cs typeface="Arial"/>
              </a:rPr>
              <a:t>2</a:t>
            </a:r>
            <a:endParaRPr sz="900">
              <a:latin typeface="Arial"/>
              <a:cs typeface="Arial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2755285" y="3673432"/>
          <a:ext cx="6654164" cy="530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36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5659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5468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1313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9471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248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89535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903605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530940"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350" spc="-89" baseline="-30864" dirty="0">
                          <a:latin typeface="Arial"/>
                          <a:cs typeface="Arial"/>
                        </a:rPr>
                        <a:t>1</a:t>
                      </a:r>
                      <a:endParaRPr sz="1350" baseline="-30864">
                        <a:latin typeface="Arial"/>
                        <a:cs typeface="Arial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350" spc="-89" baseline="-30864" dirty="0">
                          <a:latin typeface="Arial"/>
                          <a:cs typeface="Arial"/>
                        </a:rPr>
                        <a:t>2</a:t>
                      </a:r>
                      <a:endParaRPr sz="1350" baseline="-30864">
                        <a:latin typeface="Arial"/>
                        <a:cs typeface="Arial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26035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350" spc="-89" baseline="-30864" dirty="0">
                          <a:latin typeface="Arial"/>
                          <a:cs typeface="Arial"/>
                        </a:rPr>
                        <a:t>3</a:t>
                      </a:r>
                      <a:endParaRPr sz="1350" baseline="-30864">
                        <a:latin typeface="Arial"/>
                        <a:cs typeface="Arial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67945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550" spc="-6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350" spc="-89" baseline="-30864" dirty="0">
                          <a:latin typeface="Arial"/>
                          <a:cs typeface="Arial"/>
                        </a:rPr>
                        <a:t>1</a:t>
                      </a:r>
                      <a:endParaRPr sz="1350" baseline="-30864">
                        <a:latin typeface="Arial"/>
                        <a:cs typeface="Arial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46990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550" spc="-6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350" spc="-97" baseline="-30864" dirty="0">
                          <a:latin typeface="Arial"/>
                          <a:cs typeface="Arial"/>
                        </a:rPr>
                        <a:t>1</a:t>
                      </a:r>
                      <a:endParaRPr sz="1350" baseline="-30864">
                        <a:latin typeface="Arial"/>
                        <a:cs typeface="Arial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550" spc="-6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350" spc="-97" baseline="-30864" dirty="0">
                          <a:latin typeface="Arial"/>
                          <a:cs typeface="Arial"/>
                        </a:rPr>
                        <a:t>1</a:t>
                      </a:r>
                      <a:endParaRPr sz="1350" baseline="-30864">
                        <a:latin typeface="Arial"/>
                        <a:cs typeface="Arial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L="88265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550" spc="-65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350" spc="-97" baseline="-30864" dirty="0">
                          <a:latin typeface="Arial"/>
                          <a:cs typeface="Arial"/>
                        </a:rPr>
                        <a:t>1</a:t>
                      </a:r>
                      <a:endParaRPr sz="1350" baseline="-30864">
                        <a:latin typeface="Arial"/>
                        <a:cs typeface="Arial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550" spc="-14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350" spc="-209" baseline="-30864" dirty="0">
                          <a:latin typeface="Arial"/>
                          <a:cs typeface="Arial"/>
                        </a:rPr>
                        <a:t>1</a:t>
                      </a:r>
                      <a:endParaRPr sz="1350" baseline="-30864">
                        <a:latin typeface="Arial"/>
                        <a:cs typeface="Arial"/>
                      </a:endParaRPr>
                    </a:p>
                  </a:txBody>
                  <a:tcPr marL="0" marR="0" marT="11239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AEFE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26728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175250" y="3004311"/>
          <a:ext cx="3077210" cy="22471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0619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4711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712215">
                <a:tc>
                  <a:txBody>
                    <a:bodyPr/>
                    <a:lstStyle/>
                    <a:p>
                      <a:pPr marL="278130" marR="26034" indent="-243840">
                        <a:lnSpc>
                          <a:spcPct val="100000"/>
                        </a:lnSpc>
                        <a:spcBef>
                          <a:spcPts val="114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P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r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oc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e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s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s  Id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CPU 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Burst</a:t>
                      </a:r>
                      <a:r>
                        <a:rPr sz="1400" b="1" spc="-8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Arrival</a:t>
                      </a:r>
                      <a:r>
                        <a:rPr sz="1400" b="1" spc="-5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115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P1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6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116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1168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P3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00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1524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2852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</a:rPr>
              <a:t>Example</a:t>
            </a:r>
            <a:r>
              <a:rPr sz="4400" spc="-100" dirty="0">
                <a:solidFill>
                  <a:srgbClr val="FF0000"/>
                </a:solidFill>
              </a:rPr>
              <a:t> </a:t>
            </a:r>
            <a:r>
              <a:rPr sz="4400" dirty="0">
                <a:solidFill>
                  <a:srgbClr val="FF0000"/>
                </a:solidFill>
              </a:rPr>
              <a:t>1</a:t>
            </a:r>
            <a:endParaRPr sz="4400"/>
          </a:p>
        </p:txBody>
      </p:sp>
      <p:sp>
        <p:nvSpPr>
          <p:cNvPr id="5" name="object 5"/>
          <p:cNvSpPr txBox="1"/>
          <p:nvPr/>
        </p:nvSpPr>
        <p:spPr>
          <a:xfrm>
            <a:off x="1374394" y="2194940"/>
            <a:ext cx="2026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Time </a:t>
            </a:r>
            <a:r>
              <a:rPr sz="1800" b="1" dirty="0">
                <a:latin typeface="Gothic Uralic"/>
                <a:cs typeface="Gothic Uralic"/>
              </a:rPr>
              <a:t>Quantum =</a:t>
            </a:r>
            <a:r>
              <a:rPr sz="1800" b="1" spc="-125" dirty="0">
                <a:latin typeface="Gothic Uralic"/>
                <a:cs typeface="Gothic Uralic"/>
              </a:rPr>
              <a:t> </a:t>
            </a:r>
            <a:r>
              <a:rPr sz="1800" b="1" dirty="0">
                <a:latin typeface="Gothic Uralic"/>
                <a:cs typeface="Gothic Uralic"/>
              </a:rPr>
              <a:t>2</a:t>
            </a:r>
            <a:endParaRPr sz="1800">
              <a:latin typeface="Gothic Uralic"/>
              <a:cs typeface="Gothic Uralic"/>
            </a:endParaRPr>
          </a:p>
        </p:txBody>
      </p:sp>
    </p:spTree>
    <p:extLst>
      <p:ext uri="{BB962C8B-B14F-4D97-AF65-F5344CB8AC3E}">
        <p14:creationId xmlns:p14="http://schemas.microsoft.com/office/powerpoint/2010/main" val="2788394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33551" y="341884"/>
          <a:ext cx="2499359" cy="17767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85519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7899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07492">
                <a:tc>
                  <a:txBody>
                    <a:bodyPr/>
                    <a:lstStyle/>
                    <a:p>
                      <a:pPr marL="277495" marR="26034" indent="-2444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P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r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oc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e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s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s  Id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92100" marR="84455" indent="-2000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CPU</a:t>
                      </a:r>
                      <a:r>
                        <a:rPr sz="1400" b="1" spc="-9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Burst  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 marR="113664" indent="-749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A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rr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iv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al  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4744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P1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3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6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4616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3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64743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P3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32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4072128" y="958596"/>
            <a:ext cx="4625340" cy="1146810"/>
            <a:chOff x="4072128" y="958596"/>
            <a:chExt cx="4625340" cy="1146810"/>
          </a:xfrm>
        </p:grpSpPr>
        <p:sp>
          <p:nvSpPr>
            <p:cNvPr id="4" name="object 4"/>
            <p:cNvSpPr/>
            <p:nvPr/>
          </p:nvSpPr>
          <p:spPr>
            <a:xfrm>
              <a:off x="4082034" y="968502"/>
              <a:ext cx="4605655" cy="638810"/>
            </a:xfrm>
            <a:custGeom>
              <a:avLst/>
              <a:gdLst/>
              <a:ahLst/>
              <a:cxnLst/>
              <a:rect l="l" t="t" r="r" b="b"/>
              <a:pathLst>
                <a:path w="4605655" h="638810">
                  <a:moveTo>
                    <a:pt x="3864610" y="0"/>
                  </a:moveTo>
                  <a:lnTo>
                    <a:pt x="740917" y="0"/>
                  </a:lnTo>
                  <a:lnTo>
                    <a:pt x="676989" y="1172"/>
                  </a:lnTo>
                  <a:lnTo>
                    <a:pt x="614570" y="4625"/>
                  </a:lnTo>
                  <a:lnTo>
                    <a:pt x="553884" y="10263"/>
                  </a:lnTo>
                  <a:lnTo>
                    <a:pt x="495152" y="17990"/>
                  </a:lnTo>
                  <a:lnTo>
                    <a:pt x="438598" y="27709"/>
                  </a:lnTo>
                  <a:lnTo>
                    <a:pt x="384443" y="39326"/>
                  </a:lnTo>
                  <a:lnTo>
                    <a:pt x="332911" y="52743"/>
                  </a:lnTo>
                  <a:lnTo>
                    <a:pt x="284223" y="67865"/>
                  </a:lnTo>
                  <a:lnTo>
                    <a:pt x="238602" y="84596"/>
                  </a:lnTo>
                  <a:lnTo>
                    <a:pt x="196270" y="102840"/>
                  </a:lnTo>
                  <a:lnTo>
                    <a:pt x="157450" y="122501"/>
                  </a:lnTo>
                  <a:lnTo>
                    <a:pt x="122364" y="143483"/>
                  </a:lnTo>
                  <a:lnTo>
                    <a:pt x="91234" y="165689"/>
                  </a:lnTo>
                  <a:lnTo>
                    <a:pt x="41734" y="213393"/>
                  </a:lnTo>
                  <a:lnTo>
                    <a:pt x="10730" y="264845"/>
                  </a:lnTo>
                  <a:lnTo>
                    <a:pt x="0" y="319277"/>
                  </a:lnTo>
                  <a:lnTo>
                    <a:pt x="2719" y="346818"/>
                  </a:lnTo>
                  <a:lnTo>
                    <a:pt x="23809" y="399856"/>
                  </a:lnTo>
                  <a:lnTo>
                    <a:pt x="64284" y="449530"/>
                  </a:lnTo>
                  <a:lnTo>
                    <a:pt x="122364" y="495072"/>
                  </a:lnTo>
                  <a:lnTo>
                    <a:pt x="157450" y="516054"/>
                  </a:lnTo>
                  <a:lnTo>
                    <a:pt x="196270" y="535715"/>
                  </a:lnTo>
                  <a:lnTo>
                    <a:pt x="238602" y="553959"/>
                  </a:lnTo>
                  <a:lnTo>
                    <a:pt x="284223" y="570690"/>
                  </a:lnTo>
                  <a:lnTo>
                    <a:pt x="332911" y="585812"/>
                  </a:lnTo>
                  <a:lnTo>
                    <a:pt x="384443" y="599229"/>
                  </a:lnTo>
                  <a:lnTo>
                    <a:pt x="438598" y="610846"/>
                  </a:lnTo>
                  <a:lnTo>
                    <a:pt x="495152" y="620565"/>
                  </a:lnTo>
                  <a:lnTo>
                    <a:pt x="553884" y="628292"/>
                  </a:lnTo>
                  <a:lnTo>
                    <a:pt x="614570" y="633930"/>
                  </a:lnTo>
                  <a:lnTo>
                    <a:pt x="676989" y="637383"/>
                  </a:lnTo>
                  <a:lnTo>
                    <a:pt x="740917" y="638556"/>
                  </a:lnTo>
                  <a:lnTo>
                    <a:pt x="3864610" y="638556"/>
                  </a:lnTo>
                  <a:lnTo>
                    <a:pt x="3928538" y="637383"/>
                  </a:lnTo>
                  <a:lnTo>
                    <a:pt x="3990957" y="633930"/>
                  </a:lnTo>
                  <a:lnTo>
                    <a:pt x="4051643" y="628292"/>
                  </a:lnTo>
                  <a:lnTo>
                    <a:pt x="4110375" y="620565"/>
                  </a:lnTo>
                  <a:lnTo>
                    <a:pt x="4166929" y="610846"/>
                  </a:lnTo>
                  <a:lnTo>
                    <a:pt x="4221084" y="599229"/>
                  </a:lnTo>
                  <a:lnTo>
                    <a:pt x="4272616" y="585812"/>
                  </a:lnTo>
                  <a:lnTo>
                    <a:pt x="4321304" y="570690"/>
                  </a:lnTo>
                  <a:lnTo>
                    <a:pt x="4366925" y="553959"/>
                  </a:lnTo>
                  <a:lnTo>
                    <a:pt x="4409257" y="535715"/>
                  </a:lnTo>
                  <a:lnTo>
                    <a:pt x="4448077" y="516054"/>
                  </a:lnTo>
                  <a:lnTo>
                    <a:pt x="4483163" y="495072"/>
                  </a:lnTo>
                  <a:lnTo>
                    <a:pt x="4514293" y="472866"/>
                  </a:lnTo>
                  <a:lnTo>
                    <a:pt x="4563793" y="425162"/>
                  </a:lnTo>
                  <a:lnTo>
                    <a:pt x="4594797" y="373710"/>
                  </a:lnTo>
                  <a:lnTo>
                    <a:pt x="4605527" y="319277"/>
                  </a:lnTo>
                  <a:lnTo>
                    <a:pt x="4602808" y="291737"/>
                  </a:lnTo>
                  <a:lnTo>
                    <a:pt x="4581718" y="238699"/>
                  </a:lnTo>
                  <a:lnTo>
                    <a:pt x="4541243" y="189025"/>
                  </a:lnTo>
                  <a:lnTo>
                    <a:pt x="4483163" y="143483"/>
                  </a:lnTo>
                  <a:lnTo>
                    <a:pt x="4448077" y="122501"/>
                  </a:lnTo>
                  <a:lnTo>
                    <a:pt x="4409257" y="102840"/>
                  </a:lnTo>
                  <a:lnTo>
                    <a:pt x="4366925" y="84596"/>
                  </a:lnTo>
                  <a:lnTo>
                    <a:pt x="4321304" y="67865"/>
                  </a:lnTo>
                  <a:lnTo>
                    <a:pt x="4272616" y="52743"/>
                  </a:lnTo>
                  <a:lnTo>
                    <a:pt x="4221084" y="39326"/>
                  </a:lnTo>
                  <a:lnTo>
                    <a:pt x="4166929" y="27709"/>
                  </a:lnTo>
                  <a:lnTo>
                    <a:pt x="4110375" y="17990"/>
                  </a:lnTo>
                  <a:lnTo>
                    <a:pt x="4051643" y="10263"/>
                  </a:lnTo>
                  <a:lnTo>
                    <a:pt x="3990957" y="4625"/>
                  </a:lnTo>
                  <a:lnTo>
                    <a:pt x="3928538" y="1172"/>
                  </a:lnTo>
                  <a:lnTo>
                    <a:pt x="386461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082034" y="968502"/>
              <a:ext cx="4605655" cy="638810"/>
            </a:xfrm>
            <a:custGeom>
              <a:avLst/>
              <a:gdLst/>
              <a:ahLst/>
              <a:cxnLst/>
              <a:rect l="l" t="t" r="r" b="b"/>
              <a:pathLst>
                <a:path w="4605655" h="638810">
                  <a:moveTo>
                    <a:pt x="740917" y="0"/>
                  </a:moveTo>
                  <a:lnTo>
                    <a:pt x="3864610" y="0"/>
                  </a:lnTo>
                  <a:lnTo>
                    <a:pt x="3928538" y="1172"/>
                  </a:lnTo>
                  <a:lnTo>
                    <a:pt x="3990957" y="4625"/>
                  </a:lnTo>
                  <a:lnTo>
                    <a:pt x="4051643" y="10263"/>
                  </a:lnTo>
                  <a:lnTo>
                    <a:pt x="4110375" y="17990"/>
                  </a:lnTo>
                  <a:lnTo>
                    <a:pt x="4166929" y="27709"/>
                  </a:lnTo>
                  <a:lnTo>
                    <a:pt x="4221084" y="39326"/>
                  </a:lnTo>
                  <a:lnTo>
                    <a:pt x="4272616" y="52743"/>
                  </a:lnTo>
                  <a:lnTo>
                    <a:pt x="4321304" y="67865"/>
                  </a:lnTo>
                  <a:lnTo>
                    <a:pt x="4366925" y="84596"/>
                  </a:lnTo>
                  <a:lnTo>
                    <a:pt x="4409257" y="102840"/>
                  </a:lnTo>
                  <a:lnTo>
                    <a:pt x="4448077" y="122501"/>
                  </a:lnTo>
                  <a:lnTo>
                    <a:pt x="4483163" y="143483"/>
                  </a:lnTo>
                  <a:lnTo>
                    <a:pt x="4514293" y="165689"/>
                  </a:lnTo>
                  <a:lnTo>
                    <a:pt x="4563793" y="213393"/>
                  </a:lnTo>
                  <a:lnTo>
                    <a:pt x="4594797" y="264845"/>
                  </a:lnTo>
                  <a:lnTo>
                    <a:pt x="4605527" y="319277"/>
                  </a:lnTo>
                  <a:lnTo>
                    <a:pt x="4602808" y="346818"/>
                  </a:lnTo>
                  <a:lnTo>
                    <a:pt x="4581718" y="399856"/>
                  </a:lnTo>
                  <a:lnTo>
                    <a:pt x="4541243" y="449530"/>
                  </a:lnTo>
                  <a:lnTo>
                    <a:pt x="4483163" y="495072"/>
                  </a:lnTo>
                  <a:lnTo>
                    <a:pt x="4448077" y="516054"/>
                  </a:lnTo>
                  <a:lnTo>
                    <a:pt x="4409257" y="535715"/>
                  </a:lnTo>
                  <a:lnTo>
                    <a:pt x="4366925" y="553959"/>
                  </a:lnTo>
                  <a:lnTo>
                    <a:pt x="4321304" y="570690"/>
                  </a:lnTo>
                  <a:lnTo>
                    <a:pt x="4272616" y="585812"/>
                  </a:lnTo>
                  <a:lnTo>
                    <a:pt x="4221084" y="599229"/>
                  </a:lnTo>
                  <a:lnTo>
                    <a:pt x="4166929" y="610846"/>
                  </a:lnTo>
                  <a:lnTo>
                    <a:pt x="4110375" y="620565"/>
                  </a:lnTo>
                  <a:lnTo>
                    <a:pt x="4051643" y="628292"/>
                  </a:lnTo>
                  <a:lnTo>
                    <a:pt x="3990957" y="633930"/>
                  </a:lnTo>
                  <a:lnTo>
                    <a:pt x="3928538" y="637383"/>
                  </a:lnTo>
                  <a:lnTo>
                    <a:pt x="3864610" y="638556"/>
                  </a:lnTo>
                  <a:lnTo>
                    <a:pt x="740917" y="638556"/>
                  </a:lnTo>
                  <a:lnTo>
                    <a:pt x="676989" y="637383"/>
                  </a:lnTo>
                  <a:lnTo>
                    <a:pt x="614570" y="633930"/>
                  </a:lnTo>
                  <a:lnTo>
                    <a:pt x="553884" y="628292"/>
                  </a:lnTo>
                  <a:lnTo>
                    <a:pt x="495152" y="620565"/>
                  </a:lnTo>
                  <a:lnTo>
                    <a:pt x="438598" y="610846"/>
                  </a:lnTo>
                  <a:lnTo>
                    <a:pt x="384443" y="599229"/>
                  </a:lnTo>
                  <a:lnTo>
                    <a:pt x="332911" y="585812"/>
                  </a:lnTo>
                  <a:lnTo>
                    <a:pt x="284223" y="570690"/>
                  </a:lnTo>
                  <a:lnTo>
                    <a:pt x="238602" y="553959"/>
                  </a:lnTo>
                  <a:lnTo>
                    <a:pt x="196270" y="535715"/>
                  </a:lnTo>
                  <a:lnTo>
                    <a:pt x="157450" y="516054"/>
                  </a:lnTo>
                  <a:lnTo>
                    <a:pt x="122364" y="495072"/>
                  </a:lnTo>
                  <a:lnTo>
                    <a:pt x="91234" y="472866"/>
                  </a:lnTo>
                  <a:lnTo>
                    <a:pt x="41734" y="425162"/>
                  </a:lnTo>
                  <a:lnTo>
                    <a:pt x="10730" y="373710"/>
                  </a:lnTo>
                  <a:lnTo>
                    <a:pt x="0" y="319277"/>
                  </a:lnTo>
                  <a:lnTo>
                    <a:pt x="2719" y="291737"/>
                  </a:lnTo>
                  <a:lnTo>
                    <a:pt x="23809" y="238699"/>
                  </a:lnTo>
                  <a:lnTo>
                    <a:pt x="64284" y="189025"/>
                  </a:lnTo>
                  <a:lnTo>
                    <a:pt x="122364" y="143483"/>
                  </a:lnTo>
                  <a:lnTo>
                    <a:pt x="157450" y="122501"/>
                  </a:lnTo>
                  <a:lnTo>
                    <a:pt x="196270" y="102840"/>
                  </a:lnTo>
                  <a:lnTo>
                    <a:pt x="238602" y="84596"/>
                  </a:lnTo>
                  <a:lnTo>
                    <a:pt x="284223" y="67865"/>
                  </a:lnTo>
                  <a:lnTo>
                    <a:pt x="332911" y="52743"/>
                  </a:lnTo>
                  <a:lnTo>
                    <a:pt x="384443" y="39326"/>
                  </a:lnTo>
                  <a:lnTo>
                    <a:pt x="438598" y="27709"/>
                  </a:lnTo>
                  <a:lnTo>
                    <a:pt x="495152" y="17990"/>
                  </a:lnTo>
                  <a:lnTo>
                    <a:pt x="553884" y="10263"/>
                  </a:lnTo>
                  <a:lnTo>
                    <a:pt x="614570" y="4625"/>
                  </a:lnTo>
                  <a:lnTo>
                    <a:pt x="676989" y="1172"/>
                  </a:lnTo>
                  <a:lnTo>
                    <a:pt x="740917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67200" y="1594116"/>
              <a:ext cx="742950" cy="5112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52829" y="558799"/>
            <a:ext cx="5414010" cy="1720214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80"/>
              </a:spcBef>
            </a:pPr>
            <a:r>
              <a:rPr sz="1800" b="1" dirty="0">
                <a:latin typeface="Gothic Uralic"/>
                <a:cs typeface="Gothic Uralic"/>
              </a:rPr>
              <a:t>Queue</a:t>
            </a:r>
            <a:endParaRPr sz="1800">
              <a:latin typeface="Gothic Uralic"/>
              <a:cs typeface="Gothic Uralic"/>
            </a:endParaRPr>
          </a:p>
          <a:p>
            <a:pPr marR="146685" algn="r">
              <a:lnSpc>
                <a:spcPct val="100000"/>
              </a:lnSpc>
              <a:spcBef>
                <a:spcPts val="1180"/>
              </a:spcBef>
            </a:pP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P1</a:t>
            </a:r>
            <a:endParaRPr sz="1800">
              <a:latin typeface="Gothic Uralic"/>
              <a:cs typeface="Gothic Uralic"/>
            </a:endParaRPr>
          </a:p>
          <a:p>
            <a:pPr marL="1349375" algn="ctr">
              <a:lnSpc>
                <a:spcPct val="100000"/>
              </a:lnSpc>
              <a:spcBef>
                <a:spcPts val="1964"/>
              </a:spcBef>
            </a:pPr>
            <a:r>
              <a:rPr sz="1800" spc="10" dirty="0">
                <a:solidFill>
                  <a:srgbClr val="FF0000"/>
                </a:solidFill>
                <a:latin typeface="Verdana"/>
                <a:cs typeface="Verdana"/>
              </a:rPr>
              <a:t>At</a:t>
            </a:r>
            <a:r>
              <a:rPr sz="1800" spc="-1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150" dirty="0">
                <a:solidFill>
                  <a:srgbClr val="FF0000"/>
                </a:solidFill>
                <a:latin typeface="Verdana"/>
                <a:cs typeface="Verdana"/>
              </a:rPr>
              <a:t>0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1800" b="1" spc="-5" dirty="0">
                <a:latin typeface="Gothic Uralic"/>
                <a:cs typeface="Gothic Uralic"/>
              </a:rPr>
              <a:t>Time </a:t>
            </a:r>
            <a:r>
              <a:rPr sz="1800" b="1" dirty="0">
                <a:latin typeface="Gothic Uralic"/>
                <a:cs typeface="Gothic Uralic"/>
              </a:rPr>
              <a:t>Quantum =</a:t>
            </a:r>
            <a:r>
              <a:rPr sz="1800" b="1" spc="-55" dirty="0">
                <a:latin typeface="Gothic Uralic"/>
                <a:cs typeface="Gothic Uralic"/>
              </a:rPr>
              <a:t> </a:t>
            </a:r>
            <a:r>
              <a:rPr sz="1800" b="1" dirty="0">
                <a:latin typeface="Gothic Uralic"/>
                <a:cs typeface="Gothic Uralic"/>
              </a:rPr>
              <a:t>2</a:t>
            </a:r>
            <a:endParaRPr sz="1800">
              <a:latin typeface="Gothic Uralic"/>
              <a:cs typeface="Gothic Uralic"/>
            </a:endParaRPr>
          </a:p>
        </p:txBody>
      </p:sp>
    </p:spTree>
    <p:extLst>
      <p:ext uri="{BB962C8B-B14F-4D97-AF65-F5344CB8AC3E}">
        <p14:creationId xmlns:p14="http://schemas.microsoft.com/office/powerpoint/2010/main" val="3426423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33551" y="341884"/>
          <a:ext cx="2517139" cy="17767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9883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944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07492">
                <a:tc>
                  <a:txBody>
                    <a:bodyPr/>
                    <a:lstStyle/>
                    <a:p>
                      <a:pPr marL="277495" marR="26034" indent="-2444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P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r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oc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e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s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s  Id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 marR="121920" indent="-749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A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rr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iv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al  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0990" marR="84455" indent="-2000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CPU</a:t>
                      </a:r>
                      <a:r>
                        <a:rPr sz="1400" b="1" spc="-9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Burst  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4744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P1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6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4616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64743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P3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252829" y="1978914"/>
            <a:ext cx="2026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Time </a:t>
            </a:r>
            <a:r>
              <a:rPr sz="1800" b="1" dirty="0">
                <a:latin typeface="Gothic Uralic"/>
                <a:cs typeface="Gothic Uralic"/>
              </a:rPr>
              <a:t>Quantum =</a:t>
            </a:r>
            <a:r>
              <a:rPr sz="1800" b="1" spc="-125" dirty="0">
                <a:latin typeface="Gothic Uralic"/>
                <a:cs typeface="Gothic Uralic"/>
              </a:rPr>
              <a:t> </a:t>
            </a:r>
            <a:r>
              <a:rPr sz="1800" b="1" dirty="0">
                <a:latin typeface="Gothic Uralic"/>
                <a:cs typeface="Gothic Uralic"/>
              </a:rPr>
              <a:t>2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64079" y="4172711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39" h="525779">
                <a:moveTo>
                  <a:pt x="253745" y="0"/>
                </a:moveTo>
                <a:lnTo>
                  <a:pt x="28193" y="0"/>
                </a:lnTo>
                <a:lnTo>
                  <a:pt x="17198" y="2208"/>
                </a:lnTo>
                <a:lnTo>
                  <a:pt x="8239" y="8239"/>
                </a:lnTo>
                <a:lnTo>
                  <a:pt x="2208" y="17198"/>
                </a:lnTo>
                <a:lnTo>
                  <a:pt x="0" y="28193"/>
                </a:lnTo>
                <a:lnTo>
                  <a:pt x="0" y="497586"/>
                </a:lnTo>
                <a:lnTo>
                  <a:pt x="2208" y="508581"/>
                </a:lnTo>
                <a:lnTo>
                  <a:pt x="8239" y="517540"/>
                </a:lnTo>
                <a:lnTo>
                  <a:pt x="17198" y="523571"/>
                </a:lnTo>
                <a:lnTo>
                  <a:pt x="28193" y="525780"/>
                </a:lnTo>
                <a:lnTo>
                  <a:pt x="253745" y="525780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39" y="497586"/>
                </a:lnTo>
                <a:lnTo>
                  <a:pt x="281939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90369" y="432854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2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39367" y="4172711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40" h="525779">
                <a:moveTo>
                  <a:pt x="253745" y="0"/>
                </a:moveTo>
                <a:lnTo>
                  <a:pt x="28193" y="0"/>
                </a:lnTo>
                <a:lnTo>
                  <a:pt x="17220" y="2208"/>
                </a:lnTo>
                <a:lnTo>
                  <a:pt x="8258" y="8239"/>
                </a:lnTo>
                <a:lnTo>
                  <a:pt x="2215" y="17198"/>
                </a:lnTo>
                <a:lnTo>
                  <a:pt x="0" y="28193"/>
                </a:lnTo>
                <a:lnTo>
                  <a:pt x="0" y="497586"/>
                </a:lnTo>
                <a:lnTo>
                  <a:pt x="2215" y="508581"/>
                </a:lnTo>
                <a:lnTo>
                  <a:pt x="8258" y="517540"/>
                </a:lnTo>
                <a:lnTo>
                  <a:pt x="17220" y="523571"/>
                </a:lnTo>
                <a:lnTo>
                  <a:pt x="28193" y="525780"/>
                </a:lnTo>
                <a:lnTo>
                  <a:pt x="253745" y="525780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40" y="497586"/>
                </a:lnTo>
                <a:lnTo>
                  <a:pt x="281940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65682" y="432854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0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71955" y="3912108"/>
            <a:ext cx="1129665" cy="463550"/>
            <a:chOff x="1171955" y="3912108"/>
            <a:chExt cx="1129665" cy="463550"/>
          </a:xfrm>
        </p:grpSpPr>
        <p:sp>
          <p:nvSpPr>
            <p:cNvPr id="9" name="object 9"/>
            <p:cNvSpPr/>
            <p:nvPr/>
          </p:nvSpPr>
          <p:spPr>
            <a:xfrm>
              <a:off x="1181861" y="3922014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80" h="443864">
                  <a:moveTo>
                    <a:pt x="1065149" y="0"/>
                  </a:moveTo>
                  <a:lnTo>
                    <a:pt x="44348" y="0"/>
                  </a:lnTo>
                  <a:lnTo>
                    <a:pt x="27083" y="3478"/>
                  </a:lnTo>
                  <a:lnTo>
                    <a:pt x="12987" y="12969"/>
                  </a:lnTo>
                  <a:lnTo>
                    <a:pt x="3484" y="27056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84" y="416427"/>
                  </a:lnTo>
                  <a:lnTo>
                    <a:pt x="12987" y="430514"/>
                  </a:lnTo>
                  <a:lnTo>
                    <a:pt x="27083" y="440005"/>
                  </a:lnTo>
                  <a:lnTo>
                    <a:pt x="44348" y="443484"/>
                  </a:lnTo>
                  <a:lnTo>
                    <a:pt x="1065149" y="443484"/>
                  </a:lnTo>
                  <a:lnTo>
                    <a:pt x="1082415" y="440005"/>
                  </a:lnTo>
                  <a:lnTo>
                    <a:pt x="1096502" y="430514"/>
                  </a:lnTo>
                  <a:lnTo>
                    <a:pt x="1105993" y="416427"/>
                  </a:lnTo>
                  <a:lnTo>
                    <a:pt x="1109471" y="399161"/>
                  </a:lnTo>
                  <a:lnTo>
                    <a:pt x="1109471" y="44323"/>
                  </a:lnTo>
                  <a:lnTo>
                    <a:pt x="1105993" y="27056"/>
                  </a:lnTo>
                  <a:lnTo>
                    <a:pt x="1096502" y="12969"/>
                  </a:lnTo>
                  <a:lnTo>
                    <a:pt x="1082415" y="3478"/>
                  </a:lnTo>
                  <a:lnTo>
                    <a:pt x="106514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81861" y="3922014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80" h="443864">
                  <a:moveTo>
                    <a:pt x="0" y="44323"/>
                  </a:moveTo>
                  <a:lnTo>
                    <a:pt x="3484" y="27056"/>
                  </a:lnTo>
                  <a:lnTo>
                    <a:pt x="12987" y="12969"/>
                  </a:lnTo>
                  <a:lnTo>
                    <a:pt x="27083" y="3478"/>
                  </a:lnTo>
                  <a:lnTo>
                    <a:pt x="44348" y="0"/>
                  </a:lnTo>
                  <a:lnTo>
                    <a:pt x="1065149" y="0"/>
                  </a:lnTo>
                  <a:lnTo>
                    <a:pt x="1082415" y="3478"/>
                  </a:lnTo>
                  <a:lnTo>
                    <a:pt x="1096502" y="12969"/>
                  </a:lnTo>
                  <a:lnTo>
                    <a:pt x="1105993" y="27056"/>
                  </a:lnTo>
                  <a:lnTo>
                    <a:pt x="1109471" y="44323"/>
                  </a:lnTo>
                  <a:lnTo>
                    <a:pt x="1109471" y="399161"/>
                  </a:lnTo>
                  <a:lnTo>
                    <a:pt x="1105993" y="416427"/>
                  </a:lnTo>
                  <a:lnTo>
                    <a:pt x="1096502" y="430514"/>
                  </a:lnTo>
                  <a:lnTo>
                    <a:pt x="1082415" y="440005"/>
                  </a:lnTo>
                  <a:lnTo>
                    <a:pt x="1065149" y="443484"/>
                  </a:lnTo>
                  <a:lnTo>
                    <a:pt x="44348" y="443484"/>
                  </a:lnTo>
                  <a:lnTo>
                    <a:pt x="27083" y="440005"/>
                  </a:lnTo>
                  <a:lnTo>
                    <a:pt x="12987" y="430514"/>
                  </a:lnTo>
                  <a:lnTo>
                    <a:pt x="3484" y="416427"/>
                  </a:lnTo>
                  <a:lnTo>
                    <a:pt x="0" y="399161"/>
                  </a:lnTo>
                  <a:lnTo>
                    <a:pt x="0" y="44323"/>
                  </a:lnTo>
                  <a:close/>
                </a:path>
              </a:pathLst>
            </a:custGeom>
            <a:ln w="1981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12188" y="3878960"/>
            <a:ext cx="4476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464553" y="821182"/>
            <a:ext cx="4627880" cy="657860"/>
            <a:chOff x="6464553" y="821182"/>
            <a:chExt cx="4627880" cy="657860"/>
          </a:xfrm>
        </p:grpSpPr>
        <p:sp>
          <p:nvSpPr>
            <p:cNvPr id="13" name="object 13"/>
            <p:cNvSpPr/>
            <p:nvPr/>
          </p:nvSpPr>
          <p:spPr>
            <a:xfrm>
              <a:off x="6474713" y="831342"/>
              <a:ext cx="4607560" cy="637540"/>
            </a:xfrm>
            <a:custGeom>
              <a:avLst/>
              <a:gdLst/>
              <a:ahLst/>
              <a:cxnLst/>
              <a:rect l="l" t="t" r="r" b="b"/>
              <a:pathLst>
                <a:path w="4607559" h="637540">
                  <a:moveTo>
                    <a:pt x="3865880" y="0"/>
                  </a:moveTo>
                  <a:lnTo>
                    <a:pt x="741171" y="0"/>
                  </a:lnTo>
                  <a:lnTo>
                    <a:pt x="677223" y="1169"/>
                  </a:lnTo>
                  <a:lnTo>
                    <a:pt x="614784" y="4613"/>
                  </a:lnTo>
                  <a:lnTo>
                    <a:pt x="554078" y="10236"/>
                  </a:lnTo>
                  <a:lnTo>
                    <a:pt x="495327" y="17943"/>
                  </a:lnTo>
                  <a:lnTo>
                    <a:pt x="438754" y="27637"/>
                  </a:lnTo>
                  <a:lnTo>
                    <a:pt x="384581" y="39224"/>
                  </a:lnTo>
                  <a:lnTo>
                    <a:pt x="333031" y="52607"/>
                  </a:lnTo>
                  <a:lnTo>
                    <a:pt x="284326" y="67691"/>
                  </a:lnTo>
                  <a:lnTo>
                    <a:pt x="238689" y="84380"/>
                  </a:lnTo>
                  <a:lnTo>
                    <a:pt x="196342" y="102579"/>
                  </a:lnTo>
                  <a:lnTo>
                    <a:pt x="157508" y="122192"/>
                  </a:lnTo>
                  <a:lnTo>
                    <a:pt x="122409" y="143123"/>
                  </a:lnTo>
                  <a:lnTo>
                    <a:pt x="91268" y="165276"/>
                  </a:lnTo>
                  <a:lnTo>
                    <a:pt x="41750" y="212868"/>
                  </a:lnTo>
                  <a:lnTo>
                    <a:pt x="10734" y="264203"/>
                  </a:lnTo>
                  <a:lnTo>
                    <a:pt x="0" y="318516"/>
                  </a:lnTo>
                  <a:lnTo>
                    <a:pt x="2720" y="345996"/>
                  </a:lnTo>
                  <a:lnTo>
                    <a:pt x="23818" y="398915"/>
                  </a:lnTo>
                  <a:lnTo>
                    <a:pt x="64308" y="448474"/>
                  </a:lnTo>
                  <a:lnTo>
                    <a:pt x="122409" y="493908"/>
                  </a:lnTo>
                  <a:lnTo>
                    <a:pt x="157508" y="514839"/>
                  </a:lnTo>
                  <a:lnTo>
                    <a:pt x="196342" y="534452"/>
                  </a:lnTo>
                  <a:lnTo>
                    <a:pt x="238689" y="552651"/>
                  </a:lnTo>
                  <a:lnTo>
                    <a:pt x="284326" y="569340"/>
                  </a:lnTo>
                  <a:lnTo>
                    <a:pt x="333031" y="584424"/>
                  </a:lnTo>
                  <a:lnTo>
                    <a:pt x="384581" y="597807"/>
                  </a:lnTo>
                  <a:lnTo>
                    <a:pt x="438754" y="609394"/>
                  </a:lnTo>
                  <a:lnTo>
                    <a:pt x="495327" y="619088"/>
                  </a:lnTo>
                  <a:lnTo>
                    <a:pt x="554078" y="626795"/>
                  </a:lnTo>
                  <a:lnTo>
                    <a:pt x="614784" y="632418"/>
                  </a:lnTo>
                  <a:lnTo>
                    <a:pt x="677223" y="635862"/>
                  </a:lnTo>
                  <a:lnTo>
                    <a:pt x="741171" y="637032"/>
                  </a:lnTo>
                  <a:lnTo>
                    <a:pt x="3865880" y="637032"/>
                  </a:lnTo>
                  <a:lnTo>
                    <a:pt x="3929828" y="635862"/>
                  </a:lnTo>
                  <a:lnTo>
                    <a:pt x="3992267" y="632418"/>
                  </a:lnTo>
                  <a:lnTo>
                    <a:pt x="4052973" y="626795"/>
                  </a:lnTo>
                  <a:lnTo>
                    <a:pt x="4111724" y="619088"/>
                  </a:lnTo>
                  <a:lnTo>
                    <a:pt x="4168297" y="609394"/>
                  </a:lnTo>
                  <a:lnTo>
                    <a:pt x="4222470" y="597807"/>
                  </a:lnTo>
                  <a:lnTo>
                    <a:pt x="4274020" y="584424"/>
                  </a:lnTo>
                  <a:lnTo>
                    <a:pt x="4322725" y="569340"/>
                  </a:lnTo>
                  <a:lnTo>
                    <a:pt x="4368362" y="552651"/>
                  </a:lnTo>
                  <a:lnTo>
                    <a:pt x="4410709" y="534452"/>
                  </a:lnTo>
                  <a:lnTo>
                    <a:pt x="4449543" y="514839"/>
                  </a:lnTo>
                  <a:lnTo>
                    <a:pt x="4484642" y="493908"/>
                  </a:lnTo>
                  <a:lnTo>
                    <a:pt x="4515783" y="471755"/>
                  </a:lnTo>
                  <a:lnTo>
                    <a:pt x="4565301" y="424163"/>
                  </a:lnTo>
                  <a:lnTo>
                    <a:pt x="4596317" y="372828"/>
                  </a:lnTo>
                  <a:lnTo>
                    <a:pt x="4607052" y="318516"/>
                  </a:lnTo>
                  <a:lnTo>
                    <a:pt x="4604331" y="291035"/>
                  </a:lnTo>
                  <a:lnTo>
                    <a:pt x="4583233" y="238116"/>
                  </a:lnTo>
                  <a:lnTo>
                    <a:pt x="4542743" y="188557"/>
                  </a:lnTo>
                  <a:lnTo>
                    <a:pt x="4484642" y="143123"/>
                  </a:lnTo>
                  <a:lnTo>
                    <a:pt x="4449543" y="122192"/>
                  </a:lnTo>
                  <a:lnTo>
                    <a:pt x="4410709" y="102579"/>
                  </a:lnTo>
                  <a:lnTo>
                    <a:pt x="4368362" y="84380"/>
                  </a:lnTo>
                  <a:lnTo>
                    <a:pt x="4322725" y="67691"/>
                  </a:lnTo>
                  <a:lnTo>
                    <a:pt x="4274020" y="52607"/>
                  </a:lnTo>
                  <a:lnTo>
                    <a:pt x="4222470" y="39224"/>
                  </a:lnTo>
                  <a:lnTo>
                    <a:pt x="4168297" y="27637"/>
                  </a:lnTo>
                  <a:lnTo>
                    <a:pt x="4111724" y="17943"/>
                  </a:lnTo>
                  <a:lnTo>
                    <a:pt x="4052973" y="10236"/>
                  </a:lnTo>
                  <a:lnTo>
                    <a:pt x="3992267" y="4613"/>
                  </a:lnTo>
                  <a:lnTo>
                    <a:pt x="3929828" y="1169"/>
                  </a:lnTo>
                  <a:lnTo>
                    <a:pt x="3865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74713" y="831342"/>
              <a:ext cx="4607560" cy="637540"/>
            </a:xfrm>
            <a:custGeom>
              <a:avLst/>
              <a:gdLst/>
              <a:ahLst/>
              <a:cxnLst/>
              <a:rect l="l" t="t" r="r" b="b"/>
              <a:pathLst>
                <a:path w="4607559" h="637540">
                  <a:moveTo>
                    <a:pt x="741171" y="0"/>
                  </a:moveTo>
                  <a:lnTo>
                    <a:pt x="3865880" y="0"/>
                  </a:lnTo>
                  <a:lnTo>
                    <a:pt x="3929828" y="1169"/>
                  </a:lnTo>
                  <a:lnTo>
                    <a:pt x="3992267" y="4613"/>
                  </a:lnTo>
                  <a:lnTo>
                    <a:pt x="4052973" y="10236"/>
                  </a:lnTo>
                  <a:lnTo>
                    <a:pt x="4111724" y="17943"/>
                  </a:lnTo>
                  <a:lnTo>
                    <a:pt x="4168297" y="27637"/>
                  </a:lnTo>
                  <a:lnTo>
                    <a:pt x="4222470" y="39224"/>
                  </a:lnTo>
                  <a:lnTo>
                    <a:pt x="4274020" y="52607"/>
                  </a:lnTo>
                  <a:lnTo>
                    <a:pt x="4322725" y="67691"/>
                  </a:lnTo>
                  <a:lnTo>
                    <a:pt x="4368362" y="84380"/>
                  </a:lnTo>
                  <a:lnTo>
                    <a:pt x="4410709" y="102579"/>
                  </a:lnTo>
                  <a:lnTo>
                    <a:pt x="4449543" y="122192"/>
                  </a:lnTo>
                  <a:lnTo>
                    <a:pt x="4484642" y="143123"/>
                  </a:lnTo>
                  <a:lnTo>
                    <a:pt x="4515783" y="165276"/>
                  </a:lnTo>
                  <a:lnTo>
                    <a:pt x="4565301" y="212868"/>
                  </a:lnTo>
                  <a:lnTo>
                    <a:pt x="4596317" y="264203"/>
                  </a:lnTo>
                  <a:lnTo>
                    <a:pt x="4607052" y="318516"/>
                  </a:lnTo>
                  <a:lnTo>
                    <a:pt x="4604331" y="345996"/>
                  </a:lnTo>
                  <a:lnTo>
                    <a:pt x="4583233" y="398915"/>
                  </a:lnTo>
                  <a:lnTo>
                    <a:pt x="4542743" y="448474"/>
                  </a:lnTo>
                  <a:lnTo>
                    <a:pt x="4484642" y="493908"/>
                  </a:lnTo>
                  <a:lnTo>
                    <a:pt x="4449543" y="514839"/>
                  </a:lnTo>
                  <a:lnTo>
                    <a:pt x="4410709" y="534452"/>
                  </a:lnTo>
                  <a:lnTo>
                    <a:pt x="4368362" y="552651"/>
                  </a:lnTo>
                  <a:lnTo>
                    <a:pt x="4322725" y="569340"/>
                  </a:lnTo>
                  <a:lnTo>
                    <a:pt x="4274020" y="584424"/>
                  </a:lnTo>
                  <a:lnTo>
                    <a:pt x="4222470" y="597807"/>
                  </a:lnTo>
                  <a:lnTo>
                    <a:pt x="4168297" y="609394"/>
                  </a:lnTo>
                  <a:lnTo>
                    <a:pt x="4111724" y="619088"/>
                  </a:lnTo>
                  <a:lnTo>
                    <a:pt x="4052973" y="626795"/>
                  </a:lnTo>
                  <a:lnTo>
                    <a:pt x="3992267" y="632418"/>
                  </a:lnTo>
                  <a:lnTo>
                    <a:pt x="3929828" y="635862"/>
                  </a:lnTo>
                  <a:lnTo>
                    <a:pt x="3865880" y="637032"/>
                  </a:lnTo>
                  <a:lnTo>
                    <a:pt x="741171" y="637032"/>
                  </a:lnTo>
                  <a:lnTo>
                    <a:pt x="677223" y="635862"/>
                  </a:lnTo>
                  <a:lnTo>
                    <a:pt x="614784" y="632418"/>
                  </a:lnTo>
                  <a:lnTo>
                    <a:pt x="554078" y="626795"/>
                  </a:lnTo>
                  <a:lnTo>
                    <a:pt x="495327" y="619088"/>
                  </a:lnTo>
                  <a:lnTo>
                    <a:pt x="438754" y="609394"/>
                  </a:lnTo>
                  <a:lnTo>
                    <a:pt x="384581" y="597807"/>
                  </a:lnTo>
                  <a:lnTo>
                    <a:pt x="333031" y="584424"/>
                  </a:lnTo>
                  <a:lnTo>
                    <a:pt x="284326" y="569340"/>
                  </a:lnTo>
                  <a:lnTo>
                    <a:pt x="238689" y="552651"/>
                  </a:lnTo>
                  <a:lnTo>
                    <a:pt x="196342" y="534452"/>
                  </a:lnTo>
                  <a:lnTo>
                    <a:pt x="157508" y="514839"/>
                  </a:lnTo>
                  <a:lnTo>
                    <a:pt x="122409" y="493908"/>
                  </a:lnTo>
                  <a:lnTo>
                    <a:pt x="91268" y="471755"/>
                  </a:lnTo>
                  <a:lnTo>
                    <a:pt x="41750" y="424163"/>
                  </a:lnTo>
                  <a:lnTo>
                    <a:pt x="10734" y="372828"/>
                  </a:lnTo>
                  <a:lnTo>
                    <a:pt x="0" y="318516"/>
                  </a:lnTo>
                  <a:lnTo>
                    <a:pt x="2720" y="291035"/>
                  </a:lnTo>
                  <a:lnTo>
                    <a:pt x="23818" y="238116"/>
                  </a:lnTo>
                  <a:lnTo>
                    <a:pt x="64308" y="188557"/>
                  </a:lnTo>
                  <a:lnTo>
                    <a:pt x="122409" y="143123"/>
                  </a:lnTo>
                  <a:lnTo>
                    <a:pt x="157508" y="122192"/>
                  </a:lnTo>
                  <a:lnTo>
                    <a:pt x="196342" y="102579"/>
                  </a:lnTo>
                  <a:lnTo>
                    <a:pt x="238689" y="84380"/>
                  </a:lnTo>
                  <a:lnTo>
                    <a:pt x="284326" y="67691"/>
                  </a:lnTo>
                  <a:lnTo>
                    <a:pt x="333031" y="52607"/>
                  </a:lnTo>
                  <a:lnTo>
                    <a:pt x="384581" y="39224"/>
                  </a:lnTo>
                  <a:lnTo>
                    <a:pt x="438754" y="27637"/>
                  </a:lnTo>
                  <a:lnTo>
                    <a:pt x="495327" y="17943"/>
                  </a:lnTo>
                  <a:lnTo>
                    <a:pt x="554078" y="10236"/>
                  </a:lnTo>
                  <a:lnTo>
                    <a:pt x="614784" y="4613"/>
                  </a:lnTo>
                  <a:lnTo>
                    <a:pt x="677223" y="1169"/>
                  </a:lnTo>
                  <a:lnTo>
                    <a:pt x="741171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275701" y="570738"/>
            <a:ext cx="7848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Gothic Uralic"/>
                <a:cs typeface="Gothic Uralic"/>
              </a:rPr>
              <a:t>Queue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659880" y="1455432"/>
            <a:ext cx="742950" cy="511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796785" y="1518665"/>
            <a:ext cx="462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solidFill>
                  <a:srgbClr val="FF0000"/>
                </a:solidFill>
                <a:latin typeface="Verdana"/>
                <a:cs typeface="Verdana"/>
              </a:rPr>
              <a:t>At</a:t>
            </a:r>
            <a:r>
              <a:rPr sz="1800" spc="-2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150" dirty="0">
                <a:solidFill>
                  <a:srgbClr val="FF0000"/>
                </a:solidFill>
                <a:latin typeface="Verdana"/>
                <a:cs typeface="Verdana"/>
              </a:rPr>
              <a:t>0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43298" y="913002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arlito"/>
                <a:cs typeface="Carlito"/>
              </a:rPr>
              <a:t>4</a:t>
            </a:r>
            <a:endParaRPr sz="14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3887215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33551" y="341884"/>
          <a:ext cx="2517139" cy="17767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9883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944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07492">
                <a:tc>
                  <a:txBody>
                    <a:bodyPr/>
                    <a:lstStyle/>
                    <a:p>
                      <a:pPr marL="277495" marR="26034" indent="-2444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P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r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oc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e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s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s  Id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 marR="121920" indent="-749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A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rr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iv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al  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0990" marR="84455" indent="-2000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CPU</a:t>
                      </a:r>
                      <a:r>
                        <a:rPr sz="1400" b="1" spc="-9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Burst  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4744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P1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4616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64743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P3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252829" y="1978914"/>
            <a:ext cx="2026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Time </a:t>
            </a:r>
            <a:r>
              <a:rPr sz="1800" b="1" dirty="0">
                <a:latin typeface="Gothic Uralic"/>
                <a:cs typeface="Gothic Uralic"/>
              </a:rPr>
              <a:t>Quantum =</a:t>
            </a:r>
            <a:r>
              <a:rPr sz="1800" b="1" spc="-125" dirty="0">
                <a:latin typeface="Gothic Uralic"/>
                <a:cs typeface="Gothic Uralic"/>
              </a:rPr>
              <a:t> </a:t>
            </a:r>
            <a:r>
              <a:rPr sz="1800" b="1" dirty="0">
                <a:latin typeface="Gothic Uralic"/>
                <a:cs typeface="Gothic Uralic"/>
              </a:rPr>
              <a:t>2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64079" y="4172711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39" h="525779">
                <a:moveTo>
                  <a:pt x="253745" y="0"/>
                </a:moveTo>
                <a:lnTo>
                  <a:pt x="28193" y="0"/>
                </a:lnTo>
                <a:lnTo>
                  <a:pt x="17198" y="2208"/>
                </a:lnTo>
                <a:lnTo>
                  <a:pt x="8239" y="8239"/>
                </a:lnTo>
                <a:lnTo>
                  <a:pt x="2208" y="17198"/>
                </a:lnTo>
                <a:lnTo>
                  <a:pt x="0" y="28193"/>
                </a:lnTo>
                <a:lnTo>
                  <a:pt x="0" y="497586"/>
                </a:lnTo>
                <a:lnTo>
                  <a:pt x="2208" y="508581"/>
                </a:lnTo>
                <a:lnTo>
                  <a:pt x="8239" y="517540"/>
                </a:lnTo>
                <a:lnTo>
                  <a:pt x="17198" y="523571"/>
                </a:lnTo>
                <a:lnTo>
                  <a:pt x="28193" y="525780"/>
                </a:lnTo>
                <a:lnTo>
                  <a:pt x="253745" y="525780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39" y="497586"/>
                </a:lnTo>
                <a:lnTo>
                  <a:pt x="281939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90369" y="432854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2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39367" y="4172711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40" h="525779">
                <a:moveTo>
                  <a:pt x="253745" y="0"/>
                </a:moveTo>
                <a:lnTo>
                  <a:pt x="28193" y="0"/>
                </a:lnTo>
                <a:lnTo>
                  <a:pt x="17220" y="2208"/>
                </a:lnTo>
                <a:lnTo>
                  <a:pt x="8258" y="8239"/>
                </a:lnTo>
                <a:lnTo>
                  <a:pt x="2215" y="17198"/>
                </a:lnTo>
                <a:lnTo>
                  <a:pt x="0" y="28193"/>
                </a:lnTo>
                <a:lnTo>
                  <a:pt x="0" y="497586"/>
                </a:lnTo>
                <a:lnTo>
                  <a:pt x="2215" y="508581"/>
                </a:lnTo>
                <a:lnTo>
                  <a:pt x="8258" y="517540"/>
                </a:lnTo>
                <a:lnTo>
                  <a:pt x="17220" y="523571"/>
                </a:lnTo>
                <a:lnTo>
                  <a:pt x="28193" y="525780"/>
                </a:lnTo>
                <a:lnTo>
                  <a:pt x="253745" y="525780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40" y="497586"/>
                </a:lnTo>
                <a:lnTo>
                  <a:pt x="281940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65682" y="432854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0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71955" y="3912108"/>
            <a:ext cx="1129665" cy="463550"/>
            <a:chOff x="1171955" y="3912108"/>
            <a:chExt cx="1129665" cy="463550"/>
          </a:xfrm>
        </p:grpSpPr>
        <p:sp>
          <p:nvSpPr>
            <p:cNvPr id="9" name="object 9"/>
            <p:cNvSpPr/>
            <p:nvPr/>
          </p:nvSpPr>
          <p:spPr>
            <a:xfrm>
              <a:off x="1181861" y="3922014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80" h="443864">
                  <a:moveTo>
                    <a:pt x="1065149" y="0"/>
                  </a:moveTo>
                  <a:lnTo>
                    <a:pt x="44348" y="0"/>
                  </a:lnTo>
                  <a:lnTo>
                    <a:pt x="27083" y="3478"/>
                  </a:lnTo>
                  <a:lnTo>
                    <a:pt x="12987" y="12969"/>
                  </a:lnTo>
                  <a:lnTo>
                    <a:pt x="3484" y="27056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84" y="416427"/>
                  </a:lnTo>
                  <a:lnTo>
                    <a:pt x="12987" y="430514"/>
                  </a:lnTo>
                  <a:lnTo>
                    <a:pt x="27083" y="440005"/>
                  </a:lnTo>
                  <a:lnTo>
                    <a:pt x="44348" y="443484"/>
                  </a:lnTo>
                  <a:lnTo>
                    <a:pt x="1065149" y="443484"/>
                  </a:lnTo>
                  <a:lnTo>
                    <a:pt x="1082415" y="440005"/>
                  </a:lnTo>
                  <a:lnTo>
                    <a:pt x="1096502" y="430514"/>
                  </a:lnTo>
                  <a:lnTo>
                    <a:pt x="1105993" y="416427"/>
                  </a:lnTo>
                  <a:lnTo>
                    <a:pt x="1109471" y="399161"/>
                  </a:lnTo>
                  <a:lnTo>
                    <a:pt x="1109471" y="44323"/>
                  </a:lnTo>
                  <a:lnTo>
                    <a:pt x="1105993" y="27056"/>
                  </a:lnTo>
                  <a:lnTo>
                    <a:pt x="1096502" y="12969"/>
                  </a:lnTo>
                  <a:lnTo>
                    <a:pt x="1082415" y="3478"/>
                  </a:lnTo>
                  <a:lnTo>
                    <a:pt x="106514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81861" y="3922014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80" h="443864">
                  <a:moveTo>
                    <a:pt x="0" y="44323"/>
                  </a:moveTo>
                  <a:lnTo>
                    <a:pt x="3484" y="27056"/>
                  </a:lnTo>
                  <a:lnTo>
                    <a:pt x="12987" y="12969"/>
                  </a:lnTo>
                  <a:lnTo>
                    <a:pt x="27083" y="3478"/>
                  </a:lnTo>
                  <a:lnTo>
                    <a:pt x="44348" y="0"/>
                  </a:lnTo>
                  <a:lnTo>
                    <a:pt x="1065149" y="0"/>
                  </a:lnTo>
                  <a:lnTo>
                    <a:pt x="1082415" y="3478"/>
                  </a:lnTo>
                  <a:lnTo>
                    <a:pt x="1096502" y="12969"/>
                  </a:lnTo>
                  <a:lnTo>
                    <a:pt x="1105993" y="27056"/>
                  </a:lnTo>
                  <a:lnTo>
                    <a:pt x="1109471" y="44323"/>
                  </a:lnTo>
                  <a:lnTo>
                    <a:pt x="1109471" y="399161"/>
                  </a:lnTo>
                  <a:lnTo>
                    <a:pt x="1105993" y="416427"/>
                  </a:lnTo>
                  <a:lnTo>
                    <a:pt x="1096502" y="430514"/>
                  </a:lnTo>
                  <a:lnTo>
                    <a:pt x="1082415" y="440005"/>
                  </a:lnTo>
                  <a:lnTo>
                    <a:pt x="1065149" y="443484"/>
                  </a:lnTo>
                  <a:lnTo>
                    <a:pt x="44348" y="443484"/>
                  </a:lnTo>
                  <a:lnTo>
                    <a:pt x="27083" y="440005"/>
                  </a:lnTo>
                  <a:lnTo>
                    <a:pt x="12987" y="430514"/>
                  </a:lnTo>
                  <a:lnTo>
                    <a:pt x="3484" y="416427"/>
                  </a:lnTo>
                  <a:lnTo>
                    <a:pt x="0" y="399161"/>
                  </a:lnTo>
                  <a:lnTo>
                    <a:pt x="0" y="44323"/>
                  </a:lnTo>
                  <a:close/>
                </a:path>
              </a:pathLst>
            </a:custGeom>
            <a:ln w="1981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512188" y="3878960"/>
            <a:ext cx="4476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464553" y="821182"/>
            <a:ext cx="4627880" cy="657860"/>
            <a:chOff x="6464553" y="821182"/>
            <a:chExt cx="4627880" cy="657860"/>
          </a:xfrm>
        </p:grpSpPr>
        <p:sp>
          <p:nvSpPr>
            <p:cNvPr id="13" name="object 13"/>
            <p:cNvSpPr/>
            <p:nvPr/>
          </p:nvSpPr>
          <p:spPr>
            <a:xfrm>
              <a:off x="6474713" y="831342"/>
              <a:ext cx="4607560" cy="637540"/>
            </a:xfrm>
            <a:custGeom>
              <a:avLst/>
              <a:gdLst/>
              <a:ahLst/>
              <a:cxnLst/>
              <a:rect l="l" t="t" r="r" b="b"/>
              <a:pathLst>
                <a:path w="4607559" h="637540">
                  <a:moveTo>
                    <a:pt x="3865880" y="0"/>
                  </a:moveTo>
                  <a:lnTo>
                    <a:pt x="741171" y="0"/>
                  </a:lnTo>
                  <a:lnTo>
                    <a:pt x="677223" y="1169"/>
                  </a:lnTo>
                  <a:lnTo>
                    <a:pt x="614784" y="4613"/>
                  </a:lnTo>
                  <a:lnTo>
                    <a:pt x="554078" y="10236"/>
                  </a:lnTo>
                  <a:lnTo>
                    <a:pt x="495327" y="17943"/>
                  </a:lnTo>
                  <a:lnTo>
                    <a:pt x="438754" y="27637"/>
                  </a:lnTo>
                  <a:lnTo>
                    <a:pt x="384581" y="39224"/>
                  </a:lnTo>
                  <a:lnTo>
                    <a:pt x="333031" y="52607"/>
                  </a:lnTo>
                  <a:lnTo>
                    <a:pt x="284326" y="67691"/>
                  </a:lnTo>
                  <a:lnTo>
                    <a:pt x="238689" y="84380"/>
                  </a:lnTo>
                  <a:lnTo>
                    <a:pt x="196342" y="102579"/>
                  </a:lnTo>
                  <a:lnTo>
                    <a:pt x="157508" y="122192"/>
                  </a:lnTo>
                  <a:lnTo>
                    <a:pt x="122409" y="143123"/>
                  </a:lnTo>
                  <a:lnTo>
                    <a:pt x="91268" y="165276"/>
                  </a:lnTo>
                  <a:lnTo>
                    <a:pt x="41750" y="212868"/>
                  </a:lnTo>
                  <a:lnTo>
                    <a:pt x="10734" y="264203"/>
                  </a:lnTo>
                  <a:lnTo>
                    <a:pt x="0" y="318516"/>
                  </a:lnTo>
                  <a:lnTo>
                    <a:pt x="2720" y="345996"/>
                  </a:lnTo>
                  <a:lnTo>
                    <a:pt x="23818" y="398915"/>
                  </a:lnTo>
                  <a:lnTo>
                    <a:pt x="64308" y="448474"/>
                  </a:lnTo>
                  <a:lnTo>
                    <a:pt x="122409" y="493908"/>
                  </a:lnTo>
                  <a:lnTo>
                    <a:pt x="157508" y="514839"/>
                  </a:lnTo>
                  <a:lnTo>
                    <a:pt x="196342" y="534452"/>
                  </a:lnTo>
                  <a:lnTo>
                    <a:pt x="238689" y="552651"/>
                  </a:lnTo>
                  <a:lnTo>
                    <a:pt x="284326" y="569340"/>
                  </a:lnTo>
                  <a:lnTo>
                    <a:pt x="333031" y="584424"/>
                  </a:lnTo>
                  <a:lnTo>
                    <a:pt x="384581" y="597807"/>
                  </a:lnTo>
                  <a:lnTo>
                    <a:pt x="438754" y="609394"/>
                  </a:lnTo>
                  <a:lnTo>
                    <a:pt x="495327" y="619088"/>
                  </a:lnTo>
                  <a:lnTo>
                    <a:pt x="554078" y="626795"/>
                  </a:lnTo>
                  <a:lnTo>
                    <a:pt x="614784" y="632418"/>
                  </a:lnTo>
                  <a:lnTo>
                    <a:pt x="677223" y="635862"/>
                  </a:lnTo>
                  <a:lnTo>
                    <a:pt x="741171" y="637032"/>
                  </a:lnTo>
                  <a:lnTo>
                    <a:pt x="3865880" y="637032"/>
                  </a:lnTo>
                  <a:lnTo>
                    <a:pt x="3929828" y="635862"/>
                  </a:lnTo>
                  <a:lnTo>
                    <a:pt x="3992267" y="632418"/>
                  </a:lnTo>
                  <a:lnTo>
                    <a:pt x="4052973" y="626795"/>
                  </a:lnTo>
                  <a:lnTo>
                    <a:pt x="4111724" y="619088"/>
                  </a:lnTo>
                  <a:lnTo>
                    <a:pt x="4168297" y="609394"/>
                  </a:lnTo>
                  <a:lnTo>
                    <a:pt x="4222470" y="597807"/>
                  </a:lnTo>
                  <a:lnTo>
                    <a:pt x="4274020" y="584424"/>
                  </a:lnTo>
                  <a:lnTo>
                    <a:pt x="4322725" y="569340"/>
                  </a:lnTo>
                  <a:lnTo>
                    <a:pt x="4368362" y="552651"/>
                  </a:lnTo>
                  <a:lnTo>
                    <a:pt x="4410709" y="534452"/>
                  </a:lnTo>
                  <a:lnTo>
                    <a:pt x="4449543" y="514839"/>
                  </a:lnTo>
                  <a:lnTo>
                    <a:pt x="4484642" y="493908"/>
                  </a:lnTo>
                  <a:lnTo>
                    <a:pt x="4515783" y="471755"/>
                  </a:lnTo>
                  <a:lnTo>
                    <a:pt x="4565301" y="424163"/>
                  </a:lnTo>
                  <a:lnTo>
                    <a:pt x="4596317" y="372828"/>
                  </a:lnTo>
                  <a:lnTo>
                    <a:pt x="4607052" y="318516"/>
                  </a:lnTo>
                  <a:lnTo>
                    <a:pt x="4604331" y="291035"/>
                  </a:lnTo>
                  <a:lnTo>
                    <a:pt x="4583233" y="238116"/>
                  </a:lnTo>
                  <a:lnTo>
                    <a:pt x="4542743" y="188557"/>
                  </a:lnTo>
                  <a:lnTo>
                    <a:pt x="4484642" y="143123"/>
                  </a:lnTo>
                  <a:lnTo>
                    <a:pt x="4449543" y="122192"/>
                  </a:lnTo>
                  <a:lnTo>
                    <a:pt x="4410709" y="102579"/>
                  </a:lnTo>
                  <a:lnTo>
                    <a:pt x="4368362" y="84380"/>
                  </a:lnTo>
                  <a:lnTo>
                    <a:pt x="4322725" y="67691"/>
                  </a:lnTo>
                  <a:lnTo>
                    <a:pt x="4274020" y="52607"/>
                  </a:lnTo>
                  <a:lnTo>
                    <a:pt x="4222470" y="39224"/>
                  </a:lnTo>
                  <a:lnTo>
                    <a:pt x="4168297" y="27637"/>
                  </a:lnTo>
                  <a:lnTo>
                    <a:pt x="4111724" y="17943"/>
                  </a:lnTo>
                  <a:lnTo>
                    <a:pt x="4052973" y="10236"/>
                  </a:lnTo>
                  <a:lnTo>
                    <a:pt x="3992267" y="4613"/>
                  </a:lnTo>
                  <a:lnTo>
                    <a:pt x="3929828" y="1169"/>
                  </a:lnTo>
                  <a:lnTo>
                    <a:pt x="3865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74713" y="831342"/>
              <a:ext cx="4607560" cy="637540"/>
            </a:xfrm>
            <a:custGeom>
              <a:avLst/>
              <a:gdLst/>
              <a:ahLst/>
              <a:cxnLst/>
              <a:rect l="l" t="t" r="r" b="b"/>
              <a:pathLst>
                <a:path w="4607559" h="637540">
                  <a:moveTo>
                    <a:pt x="741171" y="0"/>
                  </a:moveTo>
                  <a:lnTo>
                    <a:pt x="3865880" y="0"/>
                  </a:lnTo>
                  <a:lnTo>
                    <a:pt x="3929828" y="1169"/>
                  </a:lnTo>
                  <a:lnTo>
                    <a:pt x="3992267" y="4613"/>
                  </a:lnTo>
                  <a:lnTo>
                    <a:pt x="4052973" y="10236"/>
                  </a:lnTo>
                  <a:lnTo>
                    <a:pt x="4111724" y="17943"/>
                  </a:lnTo>
                  <a:lnTo>
                    <a:pt x="4168297" y="27637"/>
                  </a:lnTo>
                  <a:lnTo>
                    <a:pt x="4222470" y="39224"/>
                  </a:lnTo>
                  <a:lnTo>
                    <a:pt x="4274020" y="52607"/>
                  </a:lnTo>
                  <a:lnTo>
                    <a:pt x="4322725" y="67691"/>
                  </a:lnTo>
                  <a:lnTo>
                    <a:pt x="4368362" y="84380"/>
                  </a:lnTo>
                  <a:lnTo>
                    <a:pt x="4410709" y="102579"/>
                  </a:lnTo>
                  <a:lnTo>
                    <a:pt x="4449543" y="122192"/>
                  </a:lnTo>
                  <a:lnTo>
                    <a:pt x="4484642" y="143123"/>
                  </a:lnTo>
                  <a:lnTo>
                    <a:pt x="4515783" y="165276"/>
                  </a:lnTo>
                  <a:lnTo>
                    <a:pt x="4565301" y="212868"/>
                  </a:lnTo>
                  <a:lnTo>
                    <a:pt x="4596317" y="264203"/>
                  </a:lnTo>
                  <a:lnTo>
                    <a:pt x="4607052" y="318516"/>
                  </a:lnTo>
                  <a:lnTo>
                    <a:pt x="4604331" y="345996"/>
                  </a:lnTo>
                  <a:lnTo>
                    <a:pt x="4583233" y="398915"/>
                  </a:lnTo>
                  <a:lnTo>
                    <a:pt x="4542743" y="448474"/>
                  </a:lnTo>
                  <a:lnTo>
                    <a:pt x="4484642" y="493908"/>
                  </a:lnTo>
                  <a:lnTo>
                    <a:pt x="4449543" y="514839"/>
                  </a:lnTo>
                  <a:lnTo>
                    <a:pt x="4410709" y="534452"/>
                  </a:lnTo>
                  <a:lnTo>
                    <a:pt x="4368362" y="552651"/>
                  </a:lnTo>
                  <a:lnTo>
                    <a:pt x="4322725" y="569340"/>
                  </a:lnTo>
                  <a:lnTo>
                    <a:pt x="4274020" y="584424"/>
                  </a:lnTo>
                  <a:lnTo>
                    <a:pt x="4222470" y="597807"/>
                  </a:lnTo>
                  <a:lnTo>
                    <a:pt x="4168297" y="609394"/>
                  </a:lnTo>
                  <a:lnTo>
                    <a:pt x="4111724" y="619088"/>
                  </a:lnTo>
                  <a:lnTo>
                    <a:pt x="4052973" y="626795"/>
                  </a:lnTo>
                  <a:lnTo>
                    <a:pt x="3992267" y="632418"/>
                  </a:lnTo>
                  <a:lnTo>
                    <a:pt x="3929828" y="635862"/>
                  </a:lnTo>
                  <a:lnTo>
                    <a:pt x="3865880" y="637032"/>
                  </a:lnTo>
                  <a:lnTo>
                    <a:pt x="741171" y="637032"/>
                  </a:lnTo>
                  <a:lnTo>
                    <a:pt x="677223" y="635862"/>
                  </a:lnTo>
                  <a:lnTo>
                    <a:pt x="614784" y="632418"/>
                  </a:lnTo>
                  <a:lnTo>
                    <a:pt x="554078" y="626795"/>
                  </a:lnTo>
                  <a:lnTo>
                    <a:pt x="495327" y="619088"/>
                  </a:lnTo>
                  <a:lnTo>
                    <a:pt x="438754" y="609394"/>
                  </a:lnTo>
                  <a:lnTo>
                    <a:pt x="384581" y="597807"/>
                  </a:lnTo>
                  <a:lnTo>
                    <a:pt x="333031" y="584424"/>
                  </a:lnTo>
                  <a:lnTo>
                    <a:pt x="284326" y="569340"/>
                  </a:lnTo>
                  <a:lnTo>
                    <a:pt x="238689" y="552651"/>
                  </a:lnTo>
                  <a:lnTo>
                    <a:pt x="196342" y="534452"/>
                  </a:lnTo>
                  <a:lnTo>
                    <a:pt x="157508" y="514839"/>
                  </a:lnTo>
                  <a:lnTo>
                    <a:pt x="122409" y="493908"/>
                  </a:lnTo>
                  <a:lnTo>
                    <a:pt x="91268" y="471755"/>
                  </a:lnTo>
                  <a:lnTo>
                    <a:pt x="41750" y="424163"/>
                  </a:lnTo>
                  <a:lnTo>
                    <a:pt x="10734" y="372828"/>
                  </a:lnTo>
                  <a:lnTo>
                    <a:pt x="0" y="318516"/>
                  </a:lnTo>
                  <a:lnTo>
                    <a:pt x="2720" y="291035"/>
                  </a:lnTo>
                  <a:lnTo>
                    <a:pt x="23818" y="238116"/>
                  </a:lnTo>
                  <a:lnTo>
                    <a:pt x="64308" y="188557"/>
                  </a:lnTo>
                  <a:lnTo>
                    <a:pt x="122409" y="143123"/>
                  </a:lnTo>
                  <a:lnTo>
                    <a:pt x="157508" y="122192"/>
                  </a:lnTo>
                  <a:lnTo>
                    <a:pt x="196342" y="102579"/>
                  </a:lnTo>
                  <a:lnTo>
                    <a:pt x="238689" y="84380"/>
                  </a:lnTo>
                  <a:lnTo>
                    <a:pt x="284326" y="67691"/>
                  </a:lnTo>
                  <a:lnTo>
                    <a:pt x="333031" y="52607"/>
                  </a:lnTo>
                  <a:lnTo>
                    <a:pt x="384581" y="39224"/>
                  </a:lnTo>
                  <a:lnTo>
                    <a:pt x="438754" y="27637"/>
                  </a:lnTo>
                  <a:lnTo>
                    <a:pt x="495327" y="17943"/>
                  </a:lnTo>
                  <a:lnTo>
                    <a:pt x="554078" y="10236"/>
                  </a:lnTo>
                  <a:lnTo>
                    <a:pt x="614784" y="4613"/>
                  </a:lnTo>
                  <a:lnTo>
                    <a:pt x="677223" y="1169"/>
                  </a:lnTo>
                  <a:lnTo>
                    <a:pt x="741171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75275" marR="5080" indent="-201295">
              <a:lnSpc>
                <a:spcPct val="154600"/>
              </a:lnSpc>
              <a:spcBef>
                <a:spcPts val="100"/>
              </a:spcBef>
            </a:pPr>
            <a:r>
              <a:rPr dirty="0"/>
              <a:t>Queue  </a:t>
            </a:r>
            <a:r>
              <a:rPr spc="-5" dirty="0">
                <a:solidFill>
                  <a:srgbClr val="FF0000"/>
                </a:solidFill>
              </a:rPr>
              <a:t>P2</a:t>
            </a:r>
            <a:r>
              <a:rPr spc="-9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P3</a:t>
            </a:r>
          </a:p>
        </p:txBody>
      </p:sp>
      <p:sp>
        <p:nvSpPr>
          <p:cNvPr id="16" name="object 16"/>
          <p:cNvSpPr/>
          <p:nvPr/>
        </p:nvSpPr>
        <p:spPr>
          <a:xfrm>
            <a:off x="6659880" y="1455432"/>
            <a:ext cx="1032509" cy="511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796785" y="1518665"/>
            <a:ext cx="752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FF0000"/>
                </a:solidFill>
                <a:latin typeface="Verdana"/>
                <a:cs typeface="Verdana"/>
              </a:rPr>
              <a:t>After</a:t>
            </a:r>
            <a:r>
              <a:rPr sz="1800" spc="-2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150" dirty="0">
                <a:solidFill>
                  <a:srgbClr val="FF0000"/>
                </a:solidFill>
                <a:latin typeface="Verdana"/>
                <a:cs typeface="Verdana"/>
              </a:rPr>
              <a:t>2</a:t>
            </a:r>
            <a:endParaRPr sz="18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11304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33551" y="341884"/>
          <a:ext cx="2517139" cy="17767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9883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944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07492">
                <a:tc>
                  <a:txBody>
                    <a:bodyPr/>
                    <a:lstStyle/>
                    <a:p>
                      <a:pPr marL="277495" marR="26034" indent="-2444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P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r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oc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e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s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s  Id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 marR="121920" indent="-749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A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rr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iv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al  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0990" marR="84455" indent="-2000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CPU</a:t>
                      </a:r>
                      <a:r>
                        <a:rPr sz="1400" b="1" spc="-9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Burst  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4744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P1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4616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64743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P3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252829" y="1978914"/>
            <a:ext cx="2026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Time </a:t>
            </a:r>
            <a:r>
              <a:rPr sz="1800" b="1" dirty="0">
                <a:latin typeface="Gothic Uralic"/>
                <a:cs typeface="Gothic Uralic"/>
              </a:rPr>
              <a:t>Quantum =</a:t>
            </a:r>
            <a:r>
              <a:rPr sz="1800" b="1" spc="-125" dirty="0">
                <a:latin typeface="Gothic Uralic"/>
                <a:cs typeface="Gothic Uralic"/>
              </a:rPr>
              <a:t> </a:t>
            </a:r>
            <a:r>
              <a:rPr sz="1800" b="1" dirty="0">
                <a:latin typeface="Gothic Uralic"/>
                <a:cs typeface="Gothic Uralic"/>
              </a:rPr>
              <a:t>2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64079" y="4172711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39" h="525779">
                <a:moveTo>
                  <a:pt x="253745" y="0"/>
                </a:moveTo>
                <a:lnTo>
                  <a:pt x="28193" y="0"/>
                </a:lnTo>
                <a:lnTo>
                  <a:pt x="17198" y="2208"/>
                </a:lnTo>
                <a:lnTo>
                  <a:pt x="8239" y="8239"/>
                </a:lnTo>
                <a:lnTo>
                  <a:pt x="2208" y="17198"/>
                </a:lnTo>
                <a:lnTo>
                  <a:pt x="0" y="28193"/>
                </a:lnTo>
                <a:lnTo>
                  <a:pt x="0" y="497586"/>
                </a:lnTo>
                <a:lnTo>
                  <a:pt x="2208" y="508581"/>
                </a:lnTo>
                <a:lnTo>
                  <a:pt x="8239" y="517540"/>
                </a:lnTo>
                <a:lnTo>
                  <a:pt x="17198" y="523571"/>
                </a:lnTo>
                <a:lnTo>
                  <a:pt x="28193" y="525780"/>
                </a:lnTo>
                <a:lnTo>
                  <a:pt x="253745" y="525780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39" y="497586"/>
                </a:lnTo>
                <a:lnTo>
                  <a:pt x="281939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90369" y="432854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2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39367" y="4172711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40" h="525779">
                <a:moveTo>
                  <a:pt x="253745" y="0"/>
                </a:moveTo>
                <a:lnTo>
                  <a:pt x="28193" y="0"/>
                </a:lnTo>
                <a:lnTo>
                  <a:pt x="17220" y="2208"/>
                </a:lnTo>
                <a:lnTo>
                  <a:pt x="8258" y="8239"/>
                </a:lnTo>
                <a:lnTo>
                  <a:pt x="2215" y="17198"/>
                </a:lnTo>
                <a:lnTo>
                  <a:pt x="0" y="28193"/>
                </a:lnTo>
                <a:lnTo>
                  <a:pt x="0" y="497586"/>
                </a:lnTo>
                <a:lnTo>
                  <a:pt x="2215" y="508581"/>
                </a:lnTo>
                <a:lnTo>
                  <a:pt x="8258" y="517540"/>
                </a:lnTo>
                <a:lnTo>
                  <a:pt x="17220" y="523571"/>
                </a:lnTo>
                <a:lnTo>
                  <a:pt x="28193" y="525780"/>
                </a:lnTo>
                <a:lnTo>
                  <a:pt x="253745" y="525780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40" y="497586"/>
                </a:lnTo>
                <a:lnTo>
                  <a:pt x="281940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65682" y="432854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0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71702" y="3911853"/>
            <a:ext cx="2470785" cy="786765"/>
            <a:chOff x="1171702" y="3911853"/>
            <a:chExt cx="2470785" cy="786765"/>
          </a:xfrm>
        </p:grpSpPr>
        <p:sp>
          <p:nvSpPr>
            <p:cNvPr id="9" name="object 9"/>
            <p:cNvSpPr/>
            <p:nvPr/>
          </p:nvSpPr>
          <p:spPr>
            <a:xfrm>
              <a:off x="1181862" y="3922013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80" h="443864">
                  <a:moveTo>
                    <a:pt x="1065149" y="0"/>
                  </a:moveTo>
                  <a:lnTo>
                    <a:pt x="44348" y="0"/>
                  </a:lnTo>
                  <a:lnTo>
                    <a:pt x="27083" y="3478"/>
                  </a:lnTo>
                  <a:lnTo>
                    <a:pt x="12987" y="12969"/>
                  </a:lnTo>
                  <a:lnTo>
                    <a:pt x="3484" y="27056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84" y="416427"/>
                  </a:lnTo>
                  <a:lnTo>
                    <a:pt x="12987" y="430514"/>
                  </a:lnTo>
                  <a:lnTo>
                    <a:pt x="27083" y="440005"/>
                  </a:lnTo>
                  <a:lnTo>
                    <a:pt x="44348" y="443484"/>
                  </a:lnTo>
                  <a:lnTo>
                    <a:pt x="1065149" y="443484"/>
                  </a:lnTo>
                  <a:lnTo>
                    <a:pt x="1082415" y="440005"/>
                  </a:lnTo>
                  <a:lnTo>
                    <a:pt x="1096502" y="430514"/>
                  </a:lnTo>
                  <a:lnTo>
                    <a:pt x="1105993" y="416427"/>
                  </a:lnTo>
                  <a:lnTo>
                    <a:pt x="1109471" y="399161"/>
                  </a:lnTo>
                  <a:lnTo>
                    <a:pt x="1109471" y="44323"/>
                  </a:lnTo>
                  <a:lnTo>
                    <a:pt x="1105993" y="27056"/>
                  </a:lnTo>
                  <a:lnTo>
                    <a:pt x="1096502" y="12969"/>
                  </a:lnTo>
                  <a:lnTo>
                    <a:pt x="1082415" y="3478"/>
                  </a:lnTo>
                  <a:lnTo>
                    <a:pt x="106514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81862" y="3922013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80" h="443864">
                  <a:moveTo>
                    <a:pt x="0" y="44323"/>
                  </a:moveTo>
                  <a:lnTo>
                    <a:pt x="3484" y="27056"/>
                  </a:lnTo>
                  <a:lnTo>
                    <a:pt x="12987" y="12969"/>
                  </a:lnTo>
                  <a:lnTo>
                    <a:pt x="27083" y="3478"/>
                  </a:lnTo>
                  <a:lnTo>
                    <a:pt x="44348" y="0"/>
                  </a:lnTo>
                  <a:lnTo>
                    <a:pt x="1065149" y="0"/>
                  </a:lnTo>
                  <a:lnTo>
                    <a:pt x="1082415" y="3478"/>
                  </a:lnTo>
                  <a:lnTo>
                    <a:pt x="1096502" y="12969"/>
                  </a:lnTo>
                  <a:lnTo>
                    <a:pt x="1105993" y="27056"/>
                  </a:lnTo>
                  <a:lnTo>
                    <a:pt x="1109471" y="44323"/>
                  </a:lnTo>
                  <a:lnTo>
                    <a:pt x="1109471" y="399161"/>
                  </a:lnTo>
                  <a:lnTo>
                    <a:pt x="1105993" y="416427"/>
                  </a:lnTo>
                  <a:lnTo>
                    <a:pt x="1096502" y="430514"/>
                  </a:lnTo>
                  <a:lnTo>
                    <a:pt x="1082415" y="440005"/>
                  </a:lnTo>
                  <a:lnTo>
                    <a:pt x="1065149" y="443484"/>
                  </a:lnTo>
                  <a:lnTo>
                    <a:pt x="44348" y="443484"/>
                  </a:lnTo>
                  <a:lnTo>
                    <a:pt x="27083" y="440005"/>
                  </a:lnTo>
                  <a:lnTo>
                    <a:pt x="12987" y="430514"/>
                  </a:lnTo>
                  <a:lnTo>
                    <a:pt x="3484" y="416427"/>
                  </a:lnTo>
                  <a:lnTo>
                    <a:pt x="0" y="399161"/>
                  </a:lnTo>
                  <a:lnTo>
                    <a:pt x="0" y="44323"/>
                  </a:lnTo>
                  <a:close/>
                </a:path>
              </a:pathLst>
            </a:custGeom>
            <a:ln w="1981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60419" y="4172711"/>
              <a:ext cx="281940" cy="525780"/>
            </a:xfrm>
            <a:custGeom>
              <a:avLst/>
              <a:gdLst/>
              <a:ahLst/>
              <a:cxnLst/>
              <a:rect l="l" t="t" r="r" b="b"/>
              <a:pathLst>
                <a:path w="281939" h="525779">
                  <a:moveTo>
                    <a:pt x="253745" y="0"/>
                  </a:moveTo>
                  <a:lnTo>
                    <a:pt x="28193" y="0"/>
                  </a:lnTo>
                  <a:lnTo>
                    <a:pt x="17198" y="2208"/>
                  </a:lnTo>
                  <a:lnTo>
                    <a:pt x="8239" y="8239"/>
                  </a:lnTo>
                  <a:lnTo>
                    <a:pt x="2208" y="17198"/>
                  </a:lnTo>
                  <a:lnTo>
                    <a:pt x="0" y="28193"/>
                  </a:lnTo>
                  <a:lnTo>
                    <a:pt x="0" y="497586"/>
                  </a:lnTo>
                  <a:lnTo>
                    <a:pt x="2208" y="508581"/>
                  </a:lnTo>
                  <a:lnTo>
                    <a:pt x="8239" y="517540"/>
                  </a:lnTo>
                  <a:lnTo>
                    <a:pt x="17198" y="523571"/>
                  </a:lnTo>
                  <a:lnTo>
                    <a:pt x="28193" y="525780"/>
                  </a:lnTo>
                  <a:lnTo>
                    <a:pt x="253745" y="525780"/>
                  </a:lnTo>
                  <a:lnTo>
                    <a:pt x="264741" y="523571"/>
                  </a:lnTo>
                  <a:lnTo>
                    <a:pt x="273700" y="517540"/>
                  </a:lnTo>
                  <a:lnTo>
                    <a:pt x="279731" y="508581"/>
                  </a:lnTo>
                  <a:lnTo>
                    <a:pt x="281939" y="497586"/>
                  </a:lnTo>
                  <a:lnTo>
                    <a:pt x="281939" y="28193"/>
                  </a:lnTo>
                  <a:lnTo>
                    <a:pt x="279731" y="17198"/>
                  </a:lnTo>
                  <a:lnTo>
                    <a:pt x="273700" y="8239"/>
                  </a:lnTo>
                  <a:lnTo>
                    <a:pt x="264741" y="2208"/>
                  </a:lnTo>
                  <a:lnTo>
                    <a:pt x="25374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464553" y="821182"/>
            <a:ext cx="4627880" cy="657860"/>
            <a:chOff x="6464553" y="821182"/>
            <a:chExt cx="4627880" cy="657860"/>
          </a:xfrm>
        </p:grpSpPr>
        <p:sp>
          <p:nvSpPr>
            <p:cNvPr id="13" name="object 13"/>
            <p:cNvSpPr/>
            <p:nvPr/>
          </p:nvSpPr>
          <p:spPr>
            <a:xfrm>
              <a:off x="6474713" y="831342"/>
              <a:ext cx="4607560" cy="637540"/>
            </a:xfrm>
            <a:custGeom>
              <a:avLst/>
              <a:gdLst/>
              <a:ahLst/>
              <a:cxnLst/>
              <a:rect l="l" t="t" r="r" b="b"/>
              <a:pathLst>
                <a:path w="4607559" h="637540">
                  <a:moveTo>
                    <a:pt x="3865880" y="0"/>
                  </a:moveTo>
                  <a:lnTo>
                    <a:pt x="741171" y="0"/>
                  </a:lnTo>
                  <a:lnTo>
                    <a:pt x="677223" y="1169"/>
                  </a:lnTo>
                  <a:lnTo>
                    <a:pt x="614784" y="4613"/>
                  </a:lnTo>
                  <a:lnTo>
                    <a:pt x="554078" y="10236"/>
                  </a:lnTo>
                  <a:lnTo>
                    <a:pt x="495327" y="17943"/>
                  </a:lnTo>
                  <a:lnTo>
                    <a:pt x="438754" y="27637"/>
                  </a:lnTo>
                  <a:lnTo>
                    <a:pt x="384581" y="39224"/>
                  </a:lnTo>
                  <a:lnTo>
                    <a:pt x="333031" y="52607"/>
                  </a:lnTo>
                  <a:lnTo>
                    <a:pt x="284326" y="67691"/>
                  </a:lnTo>
                  <a:lnTo>
                    <a:pt x="238689" y="84380"/>
                  </a:lnTo>
                  <a:lnTo>
                    <a:pt x="196342" y="102579"/>
                  </a:lnTo>
                  <a:lnTo>
                    <a:pt x="157508" y="122192"/>
                  </a:lnTo>
                  <a:lnTo>
                    <a:pt x="122409" y="143123"/>
                  </a:lnTo>
                  <a:lnTo>
                    <a:pt x="91268" y="165276"/>
                  </a:lnTo>
                  <a:lnTo>
                    <a:pt x="41750" y="212868"/>
                  </a:lnTo>
                  <a:lnTo>
                    <a:pt x="10734" y="264203"/>
                  </a:lnTo>
                  <a:lnTo>
                    <a:pt x="0" y="318516"/>
                  </a:lnTo>
                  <a:lnTo>
                    <a:pt x="2720" y="345996"/>
                  </a:lnTo>
                  <a:lnTo>
                    <a:pt x="23818" y="398915"/>
                  </a:lnTo>
                  <a:lnTo>
                    <a:pt x="64308" y="448474"/>
                  </a:lnTo>
                  <a:lnTo>
                    <a:pt x="122409" y="493908"/>
                  </a:lnTo>
                  <a:lnTo>
                    <a:pt x="157508" y="514839"/>
                  </a:lnTo>
                  <a:lnTo>
                    <a:pt x="196342" y="534452"/>
                  </a:lnTo>
                  <a:lnTo>
                    <a:pt x="238689" y="552651"/>
                  </a:lnTo>
                  <a:lnTo>
                    <a:pt x="284326" y="569340"/>
                  </a:lnTo>
                  <a:lnTo>
                    <a:pt x="333031" y="584424"/>
                  </a:lnTo>
                  <a:lnTo>
                    <a:pt x="384581" y="597807"/>
                  </a:lnTo>
                  <a:lnTo>
                    <a:pt x="438754" y="609394"/>
                  </a:lnTo>
                  <a:lnTo>
                    <a:pt x="495327" y="619088"/>
                  </a:lnTo>
                  <a:lnTo>
                    <a:pt x="554078" y="626795"/>
                  </a:lnTo>
                  <a:lnTo>
                    <a:pt x="614784" y="632418"/>
                  </a:lnTo>
                  <a:lnTo>
                    <a:pt x="677223" y="635862"/>
                  </a:lnTo>
                  <a:lnTo>
                    <a:pt x="741171" y="637032"/>
                  </a:lnTo>
                  <a:lnTo>
                    <a:pt x="3865880" y="637032"/>
                  </a:lnTo>
                  <a:lnTo>
                    <a:pt x="3929828" y="635862"/>
                  </a:lnTo>
                  <a:lnTo>
                    <a:pt x="3992267" y="632418"/>
                  </a:lnTo>
                  <a:lnTo>
                    <a:pt x="4052973" y="626795"/>
                  </a:lnTo>
                  <a:lnTo>
                    <a:pt x="4111724" y="619088"/>
                  </a:lnTo>
                  <a:lnTo>
                    <a:pt x="4168297" y="609394"/>
                  </a:lnTo>
                  <a:lnTo>
                    <a:pt x="4222470" y="597807"/>
                  </a:lnTo>
                  <a:lnTo>
                    <a:pt x="4274020" y="584424"/>
                  </a:lnTo>
                  <a:lnTo>
                    <a:pt x="4322725" y="569340"/>
                  </a:lnTo>
                  <a:lnTo>
                    <a:pt x="4368362" y="552651"/>
                  </a:lnTo>
                  <a:lnTo>
                    <a:pt x="4410709" y="534452"/>
                  </a:lnTo>
                  <a:lnTo>
                    <a:pt x="4449543" y="514839"/>
                  </a:lnTo>
                  <a:lnTo>
                    <a:pt x="4484642" y="493908"/>
                  </a:lnTo>
                  <a:lnTo>
                    <a:pt x="4515783" y="471755"/>
                  </a:lnTo>
                  <a:lnTo>
                    <a:pt x="4565301" y="424163"/>
                  </a:lnTo>
                  <a:lnTo>
                    <a:pt x="4596317" y="372828"/>
                  </a:lnTo>
                  <a:lnTo>
                    <a:pt x="4607052" y="318516"/>
                  </a:lnTo>
                  <a:lnTo>
                    <a:pt x="4604331" y="291035"/>
                  </a:lnTo>
                  <a:lnTo>
                    <a:pt x="4583233" y="238116"/>
                  </a:lnTo>
                  <a:lnTo>
                    <a:pt x="4542743" y="188557"/>
                  </a:lnTo>
                  <a:lnTo>
                    <a:pt x="4484642" y="143123"/>
                  </a:lnTo>
                  <a:lnTo>
                    <a:pt x="4449543" y="122192"/>
                  </a:lnTo>
                  <a:lnTo>
                    <a:pt x="4410709" y="102579"/>
                  </a:lnTo>
                  <a:lnTo>
                    <a:pt x="4368362" y="84380"/>
                  </a:lnTo>
                  <a:lnTo>
                    <a:pt x="4322725" y="67691"/>
                  </a:lnTo>
                  <a:lnTo>
                    <a:pt x="4274020" y="52607"/>
                  </a:lnTo>
                  <a:lnTo>
                    <a:pt x="4222470" y="39224"/>
                  </a:lnTo>
                  <a:lnTo>
                    <a:pt x="4168297" y="27637"/>
                  </a:lnTo>
                  <a:lnTo>
                    <a:pt x="4111724" y="17943"/>
                  </a:lnTo>
                  <a:lnTo>
                    <a:pt x="4052973" y="10236"/>
                  </a:lnTo>
                  <a:lnTo>
                    <a:pt x="3992267" y="4613"/>
                  </a:lnTo>
                  <a:lnTo>
                    <a:pt x="3929828" y="1169"/>
                  </a:lnTo>
                  <a:lnTo>
                    <a:pt x="3865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74713" y="831342"/>
              <a:ext cx="4607560" cy="637540"/>
            </a:xfrm>
            <a:custGeom>
              <a:avLst/>
              <a:gdLst/>
              <a:ahLst/>
              <a:cxnLst/>
              <a:rect l="l" t="t" r="r" b="b"/>
              <a:pathLst>
                <a:path w="4607559" h="637540">
                  <a:moveTo>
                    <a:pt x="741171" y="0"/>
                  </a:moveTo>
                  <a:lnTo>
                    <a:pt x="3865880" y="0"/>
                  </a:lnTo>
                  <a:lnTo>
                    <a:pt x="3929828" y="1169"/>
                  </a:lnTo>
                  <a:lnTo>
                    <a:pt x="3992267" y="4613"/>
                  </a:lnTo>
                  <a:lnTo>
                    <a:pt x="4052973" y="10236"/>
                  </a:lnTo>
                  <a:lnTo>
                    <a:pt x="4111724" y="17943"/>
                  </a:lnTo>
                  <a:lnTo>
                    <a:pt x="4168297" y="27637"/>
                  </a:lnTo>
                  <a:lnTo>
                    <a:pt x="4222470" y="39224"/>
                  </a:lnTo>
                  <a:lnTo>
                    <a:pt x="4274020" y="52607"/>
                  </a:lnTo>
                  <a:lnTo>
                    <a:pt x="4322725" y="67691"/>
                  </a:lnTo>
                  <a:lnTo>
                    <a:pt x="4368362" y="84380"/>
                  </a:lnTo>
                  <a:lnTo>
                    <a:pt x="4410709" y="102579"/>
                  </a:lnTo>
                  <a:lnTo>
                    <a:pt x="4449543" y="122192"/>
                  </a:lnTo>
                  <a:lnTo>
                    <a:pt x="4484642" y="143123"/>
                  </a:lnTo>
                  <a:lnTo>
                    <a:pt x="4515783" y="165276"/>
                  </a:lnTo>
                  <a:lnTo>
                    <a:pt x="4565301" y="212868"/>
                  </a:lnTo>
                  <a:lnTo>
                    <a:pt x="4596317" y="264203"/>
                  </a:lnTo>
                  <a:lnTo>
                    <a:pt x="4607052" y="318516"/>
                  </a:lnTo>
                  <a:lnTo>
                    <a:pt x="4604331" y="345996"/>
                  </a:lnTo>
                  <a:lnTo>
                    <a:pt x="4583233" y="398915"/>
                  </a:lnTo>
                  <a:lnTo>
                    <a:pt x="4542743" y="448474"/>
                  </a:lnTo>
                  <a:lnTo>
                    <a:pt x="4484642" y="493908"/>
                  </a:lnTo>
                  <a:lnTo>
                    <a:pt x="4449543" y="514839"/>
                  </a:lnTo>
                  <a:lnTo>
                    <a:pt x="4410709" y="534452"/>
                  </a:lnTo>
                  <a:lnTo>
                    <a:pt x="4368362" y="552651"/>
                  </a:lnTo>
                  <a:lnTo>
                    <a:pt x="4322725" y="569340"/>
                  </a:lnTo>
                  <a:lnTo>
                    <a:pt x="4274020" y="584424"/>
                  </a:lnTo>
                  <a:lnTo>
                    <a:pt x="4222470" y="597807"/>
                  </a:lnTo>
                  <a:lnTo>
                    <a:pt x="4168297" y="609394"/>
                  </a:lnTo>
                  <a:lnTo>
                    <a:pt x="4111724" y="619088"/>
                  </a:lnTo>
                  <a:lnTo>
                    <a:pt x="4052973" y="626795"/>
                  </a:lnTo>
                  <a:lnTo>
                    <a:pt x="3992267" y="632418"/>
                  </a:lnTo>
                  <a:lnTo>
                    <a:pt x="3929828" y="635862"/>
                  </a:lnTo>
                  <a:lnTo>
                    <a:pt x="3865880" y="637032"/>
                  </a:lnTo>
                  <a:lnTo>
                    <a:pt x="741171" y="637032"/>
                  </a:lnTo>
                  <a:lnTo>
                    <a:pt x="677223" y="635862"/>
                  </a:lnTo>
                  <a:lnTo>
                    <a:pt x="614784" y="632418"/>
                  </a:lnTo>
                  <a:lnTo>
                    <a:pt x="554078" y="626795"/>
                  </a:lnTo>
                  <a:lnTo>
                    <a:pt x="495327" y="619088"/>
                  </a:lnTo>
                  <a:lnTo>
                    <a:pt x="438754" y="609394"/>
                  </a:lnTo>
                  <a:lnTo>
                    <a:pt x="384581" y="597807"/>
                  </a:lnTo>
                  <a:lnTo>
                    <a:pt x="333031" y="584424"/>
                  </a:lnTo>
                  <a:lnTo>
                    <a:pt x="284326" y="569340"/>
                  </a:lnTo>
                  <a:lnTo>
                    <a:pt x="238689" y="552651"/>
                  </a:lnTo>
                  <a:lnTo>
                    <a:pt x="196342" y="534452"/>
                  </a:lnTo>
                  <a:lnTo>
                    <a:pt x="157508" y="514839"/>
                  </a:lnTo>
                  <a:lnTo>
                    <a:pt x="122409" y="493908"/>
                  </a:lnTo>
                  <a:lnTo>
                    <a:pt x="91268" y="471755"/>
                  </a:lnTo>
                  <a:lnTo>
                    <a:pt x="41750" y="424163"/>
                  </a:lnTo>
                  <a:lnTo>
                    <a:pt x="10734" y="372828"/>
                  </a:lnTo>
                  <a:lnTo>
                    <a:pt x="0" y="318516"/>
                  </a:lnTo>
                  <a:lnTo>
                    <a:pt x="2720" y="291035"/>
                  </a:lnTo>
                  <a:lnTo>
                    <a:pt x="23818" y="238116"/>
                  </a:lnTo>
                  <a:lnTo>
                    <a:pt x="64308" y="188557"/>
                  </a:lnTo>
                  <a:lnTo>
                    <a:pt x="122409" y="143123"/>
                  </a:lnTo>
                  <a:lnTo>
                    <a:pt x="157508" y="122192"/>
                  </a:lnTo>
                  <a:lnTo>
                    <a:pt x="196342" y="102579"/>
                  </a:lnTo>
                  <a:lnTo>
                    <a:pt x="238689" y="84380"/>
                  </a:lnTo>
                  <a:lnTo>
                    <a:pt x="284326" y="67691"/>
                  </a:lnTo>
                  <a:lnTo>
                    <a:pt x="333031" y="52607"/>
                  </a:lnTo>
                  <a:lnTo>
                    <a:pt x="384581" y="39224"/>
                  </a:lnTo>
                  <a:lnTo>
                    <a:pt x="438754" y="27637"/>
                  </a:lnTo>
                  <a:lnTo>
                    <a:pt x="495327" y="17943"/>
                  </a:lnTo>
                  <a:lnTo>
                    <a:pt x="554078" y="10236"/>
                  </a:lnTo>
                  <a:lnTo>
                    <a:pt x="614784" y="4613"/>
                  </a:lnTo>
                  <a:lnTo>
                    <a:pt x="677223" y="1169"/>
                  </a:lnTo>
                  <a:lnTo>
                    <a:pt x="741171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75275" marR="5080" indent="-201295">
              <a:lnSpc>
                <a:spcPct val="154600"/>
              </a:lnSpc>
              <a:spcBef>
                <a:spcPts val="100"/>
              </a:spcBef>
            </a:pPr>
            <a:r>
              <a:rPr dirty="0"/>
              <a:t>Queue  </a:t>
            </a:r>
            <a:r>
              <a:rPr spc="-5" dirty="0">
                <a:solidFill>
                  <a:srgbClr val="FF0000"/>
                </a:solidFill>
              </a:rPr>
              <a:t>P3</a:t>
            </a:r>
            <a:r>
              <a:rPr spc="-95" dirty="0">
                <a:solidFill>
                  <a:srgbClr val="FF0000"/>
                </a:solidFill>
              </a:rPr>
              <a:t> </a:t>
            </a:r>
            <a:r>
              <a:rPr spc="-5" dirty="0">
                <a:solidFill>
                  <a:srgbClr val="FF0000"/>
                </a:solidFill>
              </a:rPr>
              <a:t>P1</a:t>
            </a:r>
          </a:p>
        </p:txBody>
      </p:sp>
      <p:sp>
        <p:nvSpPr>
          <p:cNvPr id="16" name="object 16"/>
          <p:cNvSpPr/>
          <p:nvPr/>
        </p:nvSpPr>
        <p:spPr>
          <a:xfrm>
            <a:off x="6659880" y="1455432"/>
            <a:ext cx="1032509" cy="511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796785" y="1518665"/>
            <a:ext cx="752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FF0000"/>
                </a:solidFill>
                <a:latin typeface="Verdana"/>
                <a:cs typeface="Verdana"/>
              </a:rPr>
              <a:t>After</a:t>
            </a:r>
            <a:r>
              <a:rPr sz="1800" spc="-2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150" dirty="0">
                <a:solidFill>
                  <a:srgbClr val="FF0000"/>
                </a:solidFill>
                <a:latin typeface="Verdana"/>
                <a:cs typeface="Verdana"/>
              </a:rPr>
              <a:t>4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43298" y="1277874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arlito"/>
                <a:cs typeface="Carlito"/>
              </a:rPr>
              <a:t>0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86073" y="432854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4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366772" y="3912108"/>
            <a:ext cx="1129665" cy="463550"/>
            <a:chOff x="2366772" y="3912108"/>
            <a:chExt cx="1129665" cy="463550"/>
          </a:xfrm>
        </p:grpSpPr>
        <p:sp>
          <p:nvSpPr>
            <p:cNvPr id="21" name="object 21"/>
            <p:cNvSpPr/>
            <p:nvPr/>
          </p:nvSpPr>
          <p:spPr>
            <a:xfrm>
              <a:off x="2376678" y="3922014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1065149" y="0"/>
                  </a:moveTo>
                  <a:lnTo>
                    <a:pt x="44323" y="0"/>
                  </a:lnTo>
                  <a:lnTo>
                    <a:pt x="27056" y="3478"/>
                  </a:lnTo>
                  <a:lnTo>
                    <a:pt x="12969" y="12969"/>
                  </a:lnTo>
                  <a:lnTo>
                    <a:pt x="3478" y="27056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78" y="416427"/>
                  </a:lnTo>
                  <a:lnTo>
                    <a:pt x="12969" y="430514"/>
                  </a:lnTo>
                  <a:lnTo>
                    <a:pt x="27056" y="440005"/>
                  </a:lnTo>
                  <a:lnTo>
                    <a:pt x="44323" y="443484"/>
                  </a:lnTo>
                  <a:lnTo>
                    <a:pt x="1065149" y="443484"/>
                  </a:lnTo>
                  <a:lnTo>
                    <a:pt x="1082415" y="440005"/>
                  </a:lnTo>
                  <a:lnTo>
                    <a:pt x="1096502" y="430514"/>
                  </a:lnTo>
                  <a:lnTo>
                    <a:pt x="1105993" y="416427"/>
                  </a:lnTo>
                  <a:lnTo>
                    <a:pt x="1109472" y="399161"/>
                  </a:lnTo>
                  <a:lnTo>
                    <a:pt x="1109472" y="44323"/>
                  </a:lnTo>
                  <a:lnTo>
                    <a:pt x="1105993" y="27056"/>
                  </a:lnTo>
                  <a:lnTo>
                    <a:pt x="1096502" y="12969"/>
                  </a:lnTo>
                  <a:lnTo>
                    <a:pt x="1082415" y="3478"/>
                  </a:lnTo>
                  <a:lnTo>
                    <a:pt x="106514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76678" y="3922014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0" y="44323"/>
                  </a:moveTo>
                  <a:lnTo>
                    <a:pt x="3478" y="27056"/>
                  </a:lnTo>
                  <a:lnTo>
                    <a:pt x="12969" y="12969"/>
                  </a:lnTo>
                  <a:lnTo>
                    <a:pt x="27056" y="3478"/>
                  </a:lnTo>
                  <a:lnTo>
                    <a:pt x="44323" y="0"/>
                  </a:lnTo>
                  <a:lnTo>
                    <a:pt x="1065149" y="0"/>
                  </a:lnTo>
                  <a:lnTo>
                    <a:pt x="1082415" y="3478"/>
                  </a:lnTo>
                  <a:lnTo>
                    <a:pt x="1096502" y="12969"/>
                  </a:lnTo>
                  <a:lnTo>
                    <a:pt x="1105993" y="27056"/>
                  </a:lnTo>
                  <a:lnTo>
                    <a:pt x="1109472" y="44323"/>
                  </a:lnTo>
                  <a:lnTo>
                    <a:pt x="1109472" y="399161"/>
                  </a:lnTo>
                  <a:lnTo>
                    <a:pt x="1105993" y="416427"/>
                  </a:lnTo>
                  <a:lnTo>
                    <a:pt x="1096502" y="430514"/>
                  </a:lnTo>
                  <a:lnTo>
                    <a:pt x="1082415" y="440005"/>
                  </a:lnTo>
                  <a:lnTo>
                    <a:pt x="1065149" y="443484"/>
                  </a:lnTo>
                  <a:lnTo>
                    <a:pt x="44323" y="443484"/>
                  </a:lnTo>
                  <a:lnTo>
                    <a:pt x="27056" y="440005"/>
                  </a:lnTo>
                  <a:lnTo>
                    <a:pt x="12969" y="430514"/>
                  </a:lnTo>
                  <a:lnTo>
                    <a:pt x="3478" y="416427"/>
                  </a:lnTo>
                  <a:lnTo>
                    <a:pt x="0" y="399161"/>
                  </a:lnTo>
                  <a:lnTo>
                    <a:pt x="0" y="4432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512188" y="3878960"/>
            <a:ext cx="164338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07770" algn="l"/>
              </a:tabLst>
            </a:pPr>
            <a:r>
              <a:rPr sz="2900" spc="-135" dirty="0">
                <a:latin typeface="Verdana"/>
                <a:cs typeface="Verdana"/>
              </a:rPr>
              <a:t>P</a:t>
            </a:r>
            <a:r>
              <a:rPr sz="2900" spc="-140" dirty="0">
                <a:latin typeface="Verdana"/>
                <a:cs typeface="Verdana"/>
              </a:rPr>
              <a:t>1</a:t>
            </a:r>
            <a:r>
              <a:rPr sz="2900" dirty="0">
                <a:latin typeface="Verdana"/>
                <a:cs typeface="Verdana"/>
              </a:rPr>
              <a:t>	</a:t>
            </a: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47425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33551" y="341884"/>
          <a:ext cx="2517139" cy="17767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9883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944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07492">
                <a:tc>
                  <a:txBody>
                    <a:bodyPr/>
                    <a:lstStyle/>
                    <a:p>
                      <a:pPr marL="277495" marR="26034" indent="-2444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P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r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oc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e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s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s  Id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 marR="121920" indent="-749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A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rr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iv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al  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0990" marR="84455" indent="-2000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CPU</a:t>
                      </a:r>
                      <a:r>
                        <a:rPr sz="1400" b="1" spc="-9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Burst  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4744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P1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4616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64743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P3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252829" y="1978914"/>
            <a:ext cx="2026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Time </a:t>
            </a:r>
            <a:r>
              <a:rPr sz="1800" b="1" dirty="0">
                <a:latin typeface="Gothic Uralic"/>
                <a:cs typeface="Gothic Uralic"/>
              </a:rPr>
              <a:t>Quantum =</a:t>
            </a:r>
            <a:r>
              <a:rPr sz="1800" b="1" spc="-125" dirty="0">
                <a:latin typeface="Gothic Uralic"/>
                <a:cs typeface="Gothic Uralic"/>
              </a:rPr>
              <a:t> </a:t>
            </a:r>
            <a:r>
              <a:rPr sz="1800" b="1" dirty="0">
                <a:latin typeface="Gothic Uralic"/>
                <a:cs typeface="Gothic Uralic"/>
              </a:rPr>
              <a:t>2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64079" y="4172711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39" h="525779">
                <a:moveTo>
                  <a:pt x="253745" y="0"/>
                </a:moveTo>
                <a:lnTo>
                  <a:pt x="28193" y="0"/>
                </a:lnTo>
                <a:lnTo>
                  <a:pt x="17198" y="2208"/>
                </a:lnTo>
                <a:lnTo>
                  <a:pt x="8239" y="8239"/>
                </a:lnTo>
                <a:lnTo>
                  <a:pt x="2208" y="17198"/>
                </a:lnTo>
                <a:lnTo>
                  <a:pt x="0" y="28193"/>
                </a:lnTo>
                <a:lnTo>
                  <a:pt x="0" y="497586"/>
                </a:lnTo>
                <a:lnTo>
                  <a:pt x="2208" y="508581"/>
                </a:lnTo>
                <a:lnTo>
                  <a:pt x="8239" y="517540"/>
                </a:lnTo>
                <a:lnTo>
                  <a:pt x="17198" y="523571"/>
                </a:lnTo>
                <a:lnTo>
                  <a:pt x="28193" y="525780"/>
                </a:lnTo>
                <a:lnTo>
                  <a:pt x="253745" y="525780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39" y="497586"/>
                </a:lnTo>
                <a:lnTo>
                  <a:pt x="281939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90369" y="432854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2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39367" y="4172711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40" h="525779">
                <a:moveTo>
                  <a:pt x="253745" y="0"/>
                </a:moveTo>
                <a:lnTo>
                  <a:pt x="28193" y="0"/>
                </a:lnTo>
                <a:lnTo>
                  <a:pt x="17220" y="2208"/>
                </a:lnTo>
                <a:lnTo>
                  <a:pt x="8258" y="8239"/>
                </a:lnTo>
                <a:lnTo>
                  <a:pt x="2215" y="17198"/>
                </a:lnTo>
                <a:lnTo>
                  <a:pt x="0" y="28193"/>
                </a:lnTo>
                <a:lnTo>
                  <a:pt x="0" y="497586"/>
                </a:lnTo>
                <a:lnTo>
                  <a:pt x="2215" y="508581"/>
                </a:lnTo>
                <a:lnTo>
                  <a:pt x="8258" y="517540"/>
                </a:lnTo>
                <a:lnTo>
                  <a:pt x="17220" y="523571"/>
                </a:lnTo>
                <a:lnTo>
                  <a:pt x="28193" y="525780"/>
                </a:lnTo>
                <a:lnTo>
                  <a:pt x="253745" y="525780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40" y="497586"/>
                </a:lnTo>
                <a:lnTo>
                  <a:pt x="281940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65682" y="432854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0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71702" y="3911853"/>
            <a:ext cx="2470785" cy="786765"/>
            <a:chOff x="1171702" y="3911853"/>
            <a:chExt cx="2470785" cy="786765"/>
          </a:xfrm>
        </p:grpSpPr>
        <p:sp>
          <p:nvSpPr>
            <p:cNvPr id="9" name="object 9"/>
            <p:cNvSpPr/>
            <p:nvPr/>
          </p:nvSpPr>
          <p:spPr>
            <a:xfrm>
              <a:off x="1181862" y="3922013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80" h="443864">
                  <a:moveTo>
                    <a:pt x="1065149" y="0"/>
                  </a:moveTo>
                  <a:lnTo>
                    <a:pt x="44348" y="0"/>
                  </a:lnTo>
                  <a:lnTo>
                    <a:pt x="27083" y="3478"/>
                  </a:lnTo>
                  <a:lnTo>
                    <a:pt x="12987" y="12969"/>
                  </a:lnTo>
                  <a:lnTo>
                    <a:pt x="3484" y="27056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84" y="416427"/>
                  </a:lnTo>
                  <a:lnTo>
                    <a:pt x="12987" y="430514"/>
                  </a:lnTo>
                  <a:lnTo>
                    <a:pt x="27083" y="440005"/>
                  </a:lnTo>
                  <a:lnTo>
                    <a:pt x="44348" y="443484"/>
                  </a:lnTo>
                  <a:lnTo>
                    <a:pt x="1065149" y="443484"/>
                  </a:lnTo>
                  <a:lnTo>
                    <a:pt x="1082415" y="440005"/>
                  </a:lnTo>
                  <a:lnTo>
                    <a:pt x="1096502" y="430514"/>
                  </a:lnTo>
                  <a:lnTo>
                    <a:pt x="1105993" y="416427"/>
                  </a:lnTo>
                  <a:lnTo>
                    <a:pt x="1109471" y="399161"/>
                  </a:lnTo>
                  <a:lnTo>
                    <a:pt x="1109471" y="44323"/>
                  </a:lnTo>
                  <a:lnTo>
                    <a:pt x="1105993" y="27056"/>
                  </a:lnTo>
                  <a:lnTo>
                    <a:pt x="1096502" y="12969"/>
                  </a:lnTo>
                  <a:lnTo>
                    <a:pt x="1082415" y="3478"/>
                  </a:lnTo>
                  <a:lnTo>
                    <a:pt x="106514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81862" y="3922013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80" h="443864">
                  <a:moveTo>
                    <a:pt x="0" y="44323"/>
                  </a:moveTo>
                  <a:lnTo>
                    <a:pt x="3484" y="27056"/>
                  </a:lnTo>
                  <a:lnTo>
                    <a:pt x="12987" y="12969"/>
                  </a:lnTo>
                  <a:lnTo>
                    <a:pt x="27083" y="3478"/>
                  </a:lnTo>
                  <a:lnTo>
                    <a:pt x="44348" y="0"/>
                  </a:lnTo>
                  <a:lnTo>
                    <a:pt x="1065149" y="0"/>
                  </a:lnTo>
                  <a:lnTo>
                    <a:pt x="1082415" y="3478"/>
                  </a:lnTo>
                  <a:lnTo>
                    <a:pt x="1096502" y="12969"/>
                  </a:lnTo>
                  <a:lnTo>
                    <a:pt x="1105993" y="27056"/>
                  </a:lnTo>
                  <a:lnTo>
                    <a:pt x="1109471" y="44323"/>
                  </a:lnTo>
                  <a:lnTo>
                    <a:pt x="1109471" y="399161"/>
                  </a:lnTo>
                  <a:lnTo>
                    <a:pt x="1105993" y="416427"/>
                  </a:lnTo>
                  <a:lnTo>
                    <a:pt x="1096502" y="430514"/>
                  </a:lnTo>
                  <a:lnTo>
                    <a:pt x="1082415" y="440005"/>
                  </a:lnTo>
                  <a:lnTo>
                    <a:pt x="1065149" y="443484"/>
                  </a:lnTo>
                  <a:lnTo>
                    <a:pt x="44348" y="443484"/>
                  </a:lnTo>
                  <a:lnTo>
                    <a:pt x="27083" y="440005"/>
                  </a:lnTo>
                  <a:lnTo>
                    <a:pt x="12987" y="430514"/>
                  </a:lnTo>
                  <a:lnTo>
                    <a:pt x="3484" y="416427"/>
                  </a:lnTo>
                  <a:lnTo>
                    <a:pt x="0" y="399161"/>
                  </a:lnTo>
                  <a:lnTo>
                    <a:pt x="0" y="44323"/>
                  </a:lnTo>
                  <a:close/>
                </a:path>
              </a:pathLst>
            </a:custGeom>
            <a:ln w="1981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60419" y="4172711"/>
              <a:ext cx="281940" cy="525780"/>
            </a:xfrm>
            <a:custGeom>
              <a:avLst/>
              <a:gdLst/>
              <a:ahLst/>
              <a:cxnLst/>
              <a:rect l="l" t="t" r="r" b="b"/>
              <a:pathLst>
                <a:path w="281939" h="525779">
                  <a:moveTo>
                    <a:pt x="253745" y="0"/>
                  </a:moveTo>
                  <a:lnTo>
                    <a:pt x="28193" y="0"/>
                  </a:lnTo>
                  <a:lnTo>
                    <a:pt x="17198" y="2208"/>
                  </a:lnTo>
                  <a:lnTo>
                    <a:pt x="8239" y="8239"/>
                  </a:lnTo>
                  <a:lnTo>
                    <a:pt x="2208" y="17198"/>
                  </a:lnTo>
                  <a:lnTo>
                    <a:pt x="0" y="28193"/>
                  </a:lnTo>
                  <a:lnTo>
                    <a:pt x="0" y="497586"/>
                  </a:lnTo>
                  <a:lnTo>
                    <a:pt x="2208" y="508581"/>
                  </a:lnTo>
                  <a:lnTo>
                    <a:pt x="8239" y="517540"/>
                  </a:lnTo>
                  <a:lnTo>
                    <a:pt x="17198" y="523571"/>
                  </a:lnTo>
                  <a:lnTo>
                    <a:pt x="28193" y="525780"/>
                  </a:lnTo>
                  <a:lnTo>
                    <a:pt x="253745" y="525780"/>
                  </a:lnTo>
                  <a:lnTo>
                    <a:pt x="264741" y="523571"/>
                  </a:lnTo>
                  <a:lnTo>
                    <a:pt x="273700" y="517540"/>
                  </a:lnTo>
                  <a:lnTo>
                    <a:pt x="279731" y="508581"/>
                  </a:lnTo>
                  <a:lnTo>
                    <a:pt x="281939" y="497586"/>
                  </a:lnTo>
                  <a:lnTo>
                    <a:pt x="281939" y="28193"/>
                  </a:lnTo>
                  <a:lnTo>
                    <a:pt x="279731" y="17198"/>
                  </a:lnTo>
                  <a:lnTo>
                    <a:pt x="273700" y="8239"/>
                  </a:lnTo>
                  <a:lnTo>
                    <a:pt x="264741" y="2208"/>
                  </a:lnTo>
                  <a:lnTo>
                    <a:pt x="25374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464553" y="821182"/>
            <a:ext cx="4627880" cy="657860"/>
            <a:chOff x="6464553" y="821182"/>
            <a:chExt cx="4627880" cy="657860"/>
          </a:xfrm>
        </p:grpSpPr>
        <p:sp>
          <p:nvSpPr>
            <p:cNvPr id="13" name="object 13"/>
            <p:cNvSpPr/>
            <p:nvPr/>
          </p:nvSpPr>
          <p:spPr>
            <a:xfrm>
              <a:off x="6474713" y="831342"/>
              <a:ext cx="4607560" cy="637540"/>
            </a:xfrm>
            <a:custGeom>
              <a:avLst/>
              <a:gdLst/>
              <a:ahLst/>
              <a:cxnLst/>
              <a:rect l="l" t="t" r="r" b="b"/>
              <a:pathLst>
                <a:path w="4607559" h="637540">
                  <a:moveTo>
                    <a:pt x="3865880" y="0"/>
                  </a:moveTo>
                  <a:lnTo>
                    <a:pt x="741171" y="0"/>
                  </a:lnTo>
                  <a:lnTo>
                    <a:pt x="677223" y="1169"/>
                  </a:lnTo>
                  <a:lnTo>
                    <a:pt x="614784" y="4613"/>
                  </a:lnTo>
                  <a:lnTo>
                    <a:pt x="554078" y="10236"/>
                  </a:lnTo>
                  <a:lnTo>
                    <a:pt x="495327" y="17943"/>
                  </a:lnTo>
                  <a:lnTo>
                    <a:pt x="438754" y="27637"/>
                  </a:lnTo>
                  <a:lnTo>
                    <a:pt x="384581" y="39224"/>
                  </a:lnTo>
                  <a:lnTo>
                    <a:pt x="333031" y="52607"/>
                  </a:lnTo>
                  <a:lnTo>
                    <a:pt x="284326" y="67691"/>
                  </a:lnTo>
                  <a:lnTo>
                    <a:pt x="238689" y="84380"/>
                  </a:lnTo>
                  <a:lnTo>
                    <a:pt x="196342" y="102579"/>
                  </a:lnTo>
                  <a:lnTo>
                    <a:pt x="157508" y="122192"/>
                  </a:lnTo>
                  <a:lnTo>
                    <a:pt x="122409" y="143123"/>
                  </a:lnTo>
                  <a:lnTo>
                    <a:pt x="91268" y="165276"/>
                  </a:lnTo>
                  <a:lnTo>
                    <a:pt x="41750" y="212868"/>
                  </a:lnTo>
                  <a:lnTo>
                    <a:pt x="10734" y="264203"/>
                  </a:lnTo>
                  <a:lnTo>
                    <a:pt x="0" y="318516"/>
                  </a:lnTo>
                  <a:lnTo>
                    <a:pt x="2720" y="345996"/>
                  </a:lnTo>
                  <a:lnTo>
                    <a:pt x="23818" y="398915"/>
                  </a:lnTo>
                  <a:lnTo>
                    <a:pt x="64308" y="448474"/>
                  </a:lnTo>
                  <a:lnTo>
                    <a:pt x="122409" y="493908"/>
                  </a:lnTo>
                  <a:lnTo>
                    <a:pt x="157508" y="514839"/>
                  </a:lnTo>
                  <a:lnTo>
                    <a:pt x="196342" y="534452"/>
                  </a:lnTo>
                  <a:lnTo>
                    <a:pt x="238689" y="552651"/>
                  </a:lnTo>
                  <a:lnTo>
                    <a:pt x="284326" y="569340"/>
                  </a:lnTo>
                  <a:lnTo>
                    <a:pt x="333031" y="584424"/>
                  </a:lnTo>
                  <a:lnTo>
                    <a:pt x="384581" y="597807"/>
                  </a:lnTo>
                  <a:lnTo>
                    <a:pt x="438754" y="609394"/>
                  </a:lnTo>
                  <a:lnTo>
                    <a:pt x="495327" y="619088"/>
                  </a:lnTo>
                  <a:lnTo>
                    <a:pt x="554078" y="626795"/>
                  </a:lnTo>
                  <a:lnTo>
                    <a:pt x="614784" y="632418"/>
                  </a:lnTo>
                  <a:lnTo>
                    <a:pt x="677223" y="635862"/>
                  </a:lnTo>
                  <a:lnTo>
                    <a:pt x="741171" y="637032"/>
                  </a:lnTo>
                  <a:lnTo>
                    <a:pt x="3865880" y="637032"/>
                  </a:lnTo>
                  <a:lnTo>
                    <a:pt x="3929828" y="635862"/>
                  </a:lnTo>
                  <a:lnTo>
                    <a:pt x="3992267" y="632418"/>
                  </a:lnTo>
                  <a:lnTo>
                    <a:pt x="4052973" y="626795"/>
                  </a:lnTo>
                  <a:lnTo>
                    <a:pt x="4111724" y="619088"/>
                  </a:lnTo>
                  <a:lnTo>
                    <a:pt x="4168297" y="609394"/>
                  </a:lnTo>
                  <a:lnTo>
                    <a:pt x="4222470" y="597807"/>
                  </a:lnTo>
                  <a:lnTo>
                    <a:pt x="4274020" y="584424"/>
                  </a:lnTo>
                  <a:lnTo>
                    <a:pt x="4322725" y="569340"/>
                  </a:lnTo>
                  <a:lnTo>
                    <a:pt x="4368362" y="552651"/>
                  </a:lnTo>
                  <a:lnTo>
                    <a:pt x="4410709" y="534452"/>
                  </a:lnTo>
                  <a:lnTo>
                    <a:pt x="4449543" y="514839"/>
                  </a:lnTo>
                  <a:lnTo>
                    <a:pt x="4484642" y="493908"/>
                  </a:lnTo>
                  <a:lnTo>
                    <a:pt x="4515783" y="471755"/>
                  </a:lnTo>
                  <a:lnTo>
                    <a:pt x="4565301" y="424163"/>
                  </a:lnTo>
                  <a:lnTo>
                    <a:pt x="4596317" y="372828"/>
                  </a:lnTo>
                  <a:lnTo>
                    <a:pt x="4607052" y="318516"/>
                  </a:lnTo>
                  <a:lnTo>
                    <a:pt x="4604331" y="291035"/>
                  </a:lnTo>
                  <a:lnTo>
                    <a:pt x="4583233" y="238116"/>
                  </a:lnTo>
                  <a:lnTo>
                    <a:pt x="4542743" y="188557"/>
                  </a:lnTo>
                  <a:lnTo>
                    <a:pt x="4484642" y="143123"/>
                  </a:lnTo>
                  <a:lnTo>
                    <a:pt x="4449543" y="122192"/>
                  </a:lnTo>
                  <a:lnTo>
                    <a:pt x="4410709" y="102579"/>
                  </a:lnTo>
                  <a:lnTo>
                    <a:pt x="4368362" y="84380"/>
                  </a:lnTo>
                  <a:lnTo>
                    <a:pt x="4322725" y="67691"/>
                  </a:lnTo>
                  <a:lnTo>
                    <a:pt x="4274020" y="52607"/>
                  </a:lnTo>
                  <a:lnTo>
                    <a:pt x="4222470" y="39224"/>
                  </a:lnTo>
                  <a:lnTo>
                    <a:pt x="4168297" y="27637"/>
                  </a:lnTo>
                  <a:lnTo>
                    <a:pt x="4111724" y="17943"/>
                  </a:lnTo>
                  <a:lnTo>
                    <a:pt x="4052973" y="10236"/>
                  </a:lnTo>
                  <a:lnTo>
                    <a:pt x="3992267" y="4613"/>
                  </a:lnTo>
                  <a:lnTo>
                    <a:pt x="3929828" y="1169"/>
                  </a:lnTo>
                  <a:lnTo>
                    <a:pt x="3865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74713" y="831342"/>
              <a:ext cx="4607560" cy="637540"/>
            </a:xfrm>
            <a:custGeom>
              <a:avLst/>
              <a:gdLst/>
              <a:ahLst/>
              <a:cxnLst/>
              <a:rect l="l" t="t" r="r" b="b"/>
              <a:pathLst>
                <a:path w="4607559" h="637540">
                  <a:moveTo>
                    <a:pt x="741171" y="0"/>
                  </a:moveTo>
                  <a:lnTo>
                    <a:pt x="3865880" y="0"/>
                  </a:lnTo>
                  <a:lnTo>
                    <a:pt x="3929828" y="1169"/>
                  </a:lnTo>
                  <a:lnTo>
                    <a:pt x="3992267" y="4613"/>
                  </a:lnTo>
                  <a:lnTo>
                    <a:pt x="4052973" y="10236"/>
                  </a:lnTo>
                  <a:lnTo>
                    <a:pt x="4111724" y="17943"/>
                  </a:lnTo>
                  <a:lnTo>
                    <a:pt x="4168297" y="27637"/>
                  </a:lnTo>
                  <a:lnTo>
                    <a:pt x="4222470" y="39224"/>
                  </a:lnTo>
                  <a:lnTo>
                    <a:pt x="4274020" y="52607"/>
                  </a:lnTo>
                  <a:lnTo>
                    <a:pt x="4322725" y="67691"/>
                  </a:lnTo>
                  <a:lnTo>
                    <a:pt x="4368362" y="84380"/>
                  </a:lnTo>
                  <a:lnTo>
                    <a:pt x="4410709" y="102579"/>
                  </a:lnTo>
                  <a:lnTo>
                    <a:pt x="4449543" y="122192"/>
                  </a:lnTo>
                  <a:lnTo>
                    <a:pt x="4484642" y="143123"/>
                  </a:lnTo>
                  <a:lnTo>
                    <a:pt x="4515783" y="165276"/>
                  </a:lnTo>
                  <a:lnTo>
                    <a:pt x="4565301" y="212868"/>
                  </a:lnTo>
                  <a:lnTo>
                    <a:pt x="4596317" y="264203"/>
                  </a:lnTo>
                  <a:lnTo>
                    <a:pt x="4607052" y="318516"/>
                  </a:lnTo>
                  <a:lnTo>
                    <a:pt x="4604331" y="345996"/>
                  </a:lnTo>
                  <a:lnTo>
                    <a:pt x="4583233" y="398915"/>
                  </a:lnTo>
                  <a:lnTo>
                    <a:pt x="4542743" y="448474"/>
                  </a:lnTo>
                  <a:lnTo>
                    <a:pt x="4484642" y="493908"/>
                  </a:lnTo>
                  <a:lnTo>
                    <a:pt x="4449543" y="514839"/>
                  </a:lnTo>
                  <a:lnTo>
                    <a:pt x="4410709" y="534452"/>
                  </a:lnTo>
                  <a:lnTo>
                    <a:pt x="4368362" y="552651"/>
                  </a:lnTo>
                  <a:lnTo>
                    <a:pt x="4322725" y="569340"/>
                  </a:lnTo>
                  <a:lnTo>
                    <a:pt x="4274020" y="584424"/>
                  </a:lnTo>
                  <a:lnTo>
                    <a:pt x="4222470" y="597807"/>
                  </a:lnTo>
                  <a:lnTo>
                    <a:pt x="4168297" y="609394"/>
                  </a:lnTo>
                  <a:lnTo>
                    <a:pt x="4111724" y="619088"/>
                  </a:lnTo>
                  <a:lnTo>
                    <a:pt x="4052973" y="626795"/>
                  </a:lnTo>
                  <a:lnTo>
                    <a:pt x="3992267" y="632418"/>
                  </a:lnTo>
                  <a:lnTo>
                    <a:pt x="3929828" y="635862"/>
                  </a:lnTo>
                  <a:lnTo>
                    <a:pt x="3865880" y="637032"/>
                  </a:lnTo>
                  <a:lnTo>
                    <a:pt x="741171" y="637032"/>
                  </a:lnTo>
                  <a:lnTo>
                    <a:pt x="677223" y="635862"/>
                  </a:lnTo>
                  <a:lnTo>
                    <a:pt x="614784" y="632418"/>
                  </a:lnTo>
                  <a:lnTo>
                    <a:pt x="554078" y="626795"/>
                  </a:lnTo>
                  <a:lnTo>
                    <a:pt x="495327" y="619088"/>
                  </a:lnTo>
                  <a:lnTo>
                    <a:pt x="438754" y="609394"/>
                  </a:lnTo>
                  <a:lnTo>
                    <a:pt x="384581" y="597807"/>
                  </a:lnTo>
                  <a:lnTo>
                    <a:pt x="333031" y="584424"/>
                  </a:lnTo>
                  <a:lnTo>
                    <a:pt x="284326" y="569340"/>
                  </a:lnTo>
                  <a:lnTo>
                    <a:pt x="238689" y="552651"/>
                  </a:lnTo>
                  <a:lnTo>
                    <a:pt x="196342" y="534452"/>
                  </a:lnTo>
                  <a:lnTo>
                    <a:pt x="157508" y="514839"/>
                  </a:lnTo>
                  <a:lnTo>
                    <a:pt x="122409" y="493908"/>
                  </a:lnTo>
                  <a:lnTo>
                    <a:pt x="91268" y="471755"/>
                  </a:lnTo>
                  <a:lnTo>
                    <a:pt x="41750" y="424163"/>
                  </a:lnTo>
                  <a:lnTo>
                    <a:pt x="10734" y="372828"/>
                  </a:lnTo>
                  <a:lnTo>
                    <a:pt x="0" y="318516"/>
                  </a:lnTo>
                  <a:lnTo>
                    <a:pt x="2720" y="291035"/>
                  </a:lnTo>
                  <a:lnTo>
                    <a:pt x="23818" y="238116"/>
                  </a:lnTo>
                  <a:lnTo>
                    <a:pt x="64308" y="188557"/>
                  </a:lnTo>
                  <a:lnTo>
                    <a:pt x="122409" y="143123"/>
                  </a:lnTo>
                  <a:lnTo>
                    <a:pt x="157508" y="122192"/>
                  </a:lnTo>
                  <a:lnTo>
                    <a:pt x="196342" y="102579"/>
                  </a:lnTo>
                  <a:lnTo>
                    <a:pt x="238689" y="84380"/>
                  </a:lnTo>
                  <a:lnTo>
                    <a:pt x="284326" y="67691"/>
                  </a:lnTo>
                  <a:lnTo>
                    <a:pt x="333031" y="52607"/>
                  </a:lnTo>
                  <a:lnTo>
                    <a:pt x="384581" y="39224"/>
                  </a:lnTo>
                  <a:lnTo>
                    <a:pt x="438754" y="27637"/>
                  </a:lnTo>
                  <a:lnTo>
                    <a:pt x="495327" y="17943"/>
                  </a:lnTo>
                  <a:lnTo>
                    <a:pt x="554078" y="10236"/>
                  </a:lnTo>
                  <a:lnTo>
                    <a:pt x="614784" y="4613"/>
                  </a:lnTo>
                  <a:lnTo>
                    <a:pt x="677223" y="1169"/>
                  </a:lnTo>
                  <a:lnTo>
                    <a:pt x="741171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275701" y="420878"/>
            <a:ext cx="784860" cy="87376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800" b="1" dirty="0">
                <a:latin typeface="Gothic Uralic"/>
                <a:cs typeface="Gothic Uralic"/>
              </a:rPr>
              <a:t>Queue</a:t>
            </a:r>
            <a:endParaRPr sz="1800">
              <a:latin typeface="Gothic Uralic"/>
              <a:cs typeface="Gothic Uralic"/>
            </a:endParaRPr>
          </a:p>
          <a:p>
            <a:pPr marL="405765">
              <a:lnSpc>
                <a:spcPct val="100000"/>
              </a:lnSpc>
              <a:spcBef>
                <a:spcPts val="1180"/>
              </a:spcBef>
            </a:pPr>
            <a:r>
              <a:rPr sz="1800" b="1" dirty="0">
                <a:solidFill>
                  <a:srgbClr val="FF0000"/>
                </a:solidFill>
                <a:latin typeface="Gothic Uralic"/>
                <a:cs typeface="Gothic Uralic"/>
              </a:rPr>
              <a:t>P1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659880" y="1455432"/>
            <a:ext cx="1032509" cy="511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796785" y="1518665"/>
            <a:ext cx="752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FF0000"/>
                </a:solidFill>
                <a:latin typeface="Verdana"/>
                <a:cs typeface="Verdana"/>
              </a:rPr>
              <a:t>After</a:t>
            </a:r>
            <a:r>
              <a:rPr sz="1800" spc="-2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150" dirty="0">
                <a:solidFill>
                  <a:srgbClr val="FF0000"/>
                </a:solidFill>
                <a:latin typeface="Verdana"/>
                <a:cs typeface="Verdana"/>
              </a:rPr>
              <a:t>6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37203" y="1650238"/>
            <a:ext cx="12573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Gothic Uralic"/>
                <a:cs typeface="Gothic Uralic"/>
              </a:rPr>
              <a:t>2</a:t>
            </a:r>
            <a:endParaRPr sz="1400">
              <a:latin typeface="Gothic Uralic"/>
              <a:cs typeface="Gothic Ural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86073" y="432854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4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366517" y="3911853"/>
            <a:ext cx="1130300" cy="464184"/>
            <a:chOff x="2366517" y="3911853"/>
            <a:chExt cx="1130300" cy="464184"/>
          </a:xfrm>
        </p:grpSpPr>
        <p:sp>
          <p:nvSpPr>
            <p:cNvPr id="21" name="object 21"/>
            <p:cNvSpPr/>
            <p:nvPr/>
          </p:nvSpPr>
          <p:spPr>
            <a:xfrm>
              <a:off x="2376677" y="3922013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1065149" y="0"/>
                  </a:moveTo>
                  <a:lnTo>
                    <a:pt x="44323" y="0"/>
                  </a:lnTo>
                  <a:lnTo>
                    <a:pt x="27056" y="3478"/>
                  </a:lnTo>
                  <a:lnTo>
                    <a:pt x="12969" y="12969"/>
                  </a:lnTo>
                  <a:lnTo>
                    <a:pt x="3478" y="27056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78" y="416427"/>
                  </a:lnTo>
                  <a:lnTo>
                    <a:pt x="12969" y="430514"/>
                  </a:lnTo>
                  <a:lnTo>
                    <a:pt x="27056" y="440005"/>
                  </a:lnTo>
                  <a:lnTo>
                    <a:pt x="44323" y="443484"/>
                  </a:lnTo>
                  <a:lnTo>
                    <a:pt x="1065149" y="443484"/>
                  </a:lnTo>
                  <a:lnTo>
                    <a:pt x="1082415" y="440005"/>
                  </a:lnTo>
                  <a:lnTo>
                    <a:pt x="1096502" y="430514"/>
                  </a:lnTo>
                  <a:lnTo>
                    <a:pt x="1105993" y="416427"/>
                  </a:lnTo>
                  <a:lnTo>
                    <a:pt x="1109472" y="399161"/>
                  </a:lnTo>
                  <a:lnTo>
                    <a:pt x="1109472" y="44323"/>
                  </a:lnTo>
                  <a:lnTo>
                    <a:pt x="1105993" y="27056"/>
                  </a:lnTo>
                  <a:lnTo>
                    <a:pt x="1096502" y="12969"/>
                  </a:lnTo>
                  <a:lnTo>
                    <a:pt x="1082415" y="3478"/>
                  </a:lnTo>
                  <a:lnTo>
                    <a:pt x="106514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76677" y="3922013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0" y="44323"/>
                  </a:moveTo>
                  <a:lnTo>
                    <a:pt x="3478" y="27056"/>
                  </a:lnTo>
                  <a:lnTo>
                    <a:pt x="12969" y="12969"/>
                  </a:lnTo>
                  <a:lnTo>
                    <a:pt x="27056" y="3478"/>
                  </a:lnTo>
                  <a:lnTo>
                    <a:pt x="44323" y="0"/>
                  </a:lnTo>
                  <a:lnTo>
                    <a:pt x="1065149" y="0"/>
                  </a:lnTo>
                  <a:lnTo>
                    <a:pt x="1082415" y="3478"/>
                  </a:lnTo>
                  <a:lnTo>
                    <a:pt x="1096502" y="12969"/>
                  </a:lnTo>
                  <a:lnTo>
                    <a:pt x="1105993" y="27056"/>
                  </a:lnTo>
                  <a:lnTo>
                    <a:pt x="1109472" y="44323"/>
                  </a:lnTo>
                  <a:lnTo>
                    <a:pt x="1109472" y="399161"/>
                  </a:lnTo>
                  <a:lnTo>
                    <a:pt x="1105993" y="416427"/>
                  </a:lnTo>
                  <a:lnTo>
                    <a:pt x="1096502" y="430514"/>
                  </a:lnTo>
                  <a:lnTo>
                    <a:pt x="1082415" y="440005"/>
                  </a:lnTo>
                  <a:lnTo>
                    <a:pt x="1065149" y="443484"/>
                  </a:lnTo>
                  <a:lnTo>
                    <a:pt x="44323" y="443484"/>
                  </a:lnTo>
                  <a:lnTo>
                    <a:pt x="27056" y="440005"/>
                  </a:lnTo>
                  <a:lnTo>
                    <a:pt x="12969" y="430514"/>
                  </a:lnTo>
                  <a:lnTo>
                    <a:pt x="3478" y="416427"/>
                  </a:lnTo>
                  <a:lnTo>
                    <a:pt x="0" y="399161"/>
                  </a:lnTo>
                  <a:lnTo>
                    <a:pt x="0" y="4432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512188" y="3878960"/>
            <a:ext cx="164338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07770" algn="l"/>
              </a:tabLst>
            </a:pPr>
            <a:r>
              <a:rPr sz="2900" spc="-135" dirty="0">
                <a:latin typeface="Verdana"/>
                <a:cs typeface="Verdana"/>
              </a:rPr>
              <a:t>P</a:t>
            </a:r>
            <a:r>
              <a:rPr sz="2900" spc="-140" dirty="0">
                <a:latin typeface="Verdana"/>
                <a:cs typeface="Verdana"/>
              </a:rPr>
              <a:t>1</a:t>
            </a:r>
            <a:r>
              <a:rPr sz="2900" dirty="0">
                <a:latin typeface="Verdana"/>
                <a:cs typeface="Verdana"/>
              </a:rPr>
              <a:t>	</a:t>
            </a: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55235" y="4183379"/>
            <a:ext cx="281940" cy="527685"/>
          </a:xfrm>
          <a:custGeom>
            <a:avLst/>
            <a:gdLst/>
            <a:ahLst/>
            <a:cxnLst/>
            <a:rect l="l" t="t" r="r" b="b"/>
            <a:pathLst>
              <a:path w="281939" h="527685">
                <a:moveTo>
                  <a:pt x="253746" y="0"/>
                </a:moveTo>
                <a:lnTo>
                  <a:pt x="28193" y="0"/>
                </a:lnTo>
                <a:lnTo>
                  <a:pt x="17198" y="2208"/>
                </a:lnTo>
                <a:lnTo>
                  <a:pt x="8239" y="8239"/>
                </a:lnTo>
                <a:lnTo>
                  <a:pt x="2208" y="17198"/>
                </a:lnTo>
                <a:lnTo>
                  <a:pt x="0" y="28194"/>
                </a:lnTo>
                <a:lnTo>
                  <a:pt x="0" y="499110"/>
                </a:lnTo>
                <a:lnTo>
                  <a:pt x="2208" y="510105"/>
                </a:lnTo>
                <a:lnTo>
                  <a:pt x="8239" y="519064"/>
                </a:lnTo>
                <a:lnTo>
                  <a:pt x="17198" y="525095"/>
                </a:lnTo>
                <a:lnTo>
                  <a:pt x="28193" y="527304"/>
                </a:lnTo>
                <a:lnTo>
                  <a:pt x="253746" y="527304"/>
                </a:lnTo>
                <a:lnTo>
                  <a:pt x="264741" y="525095"/>
                </a:lnTo>
                <a:lnTo>
                  <a:pt x="273700" y="519064"/>
                </a:lnTo>
                <a:lnTo>
                  <a:pt x="279731" y="510105"/>
                </a:lnTo>
                <a:lnTo>
                  <a:pt x="281939" y="499110"/>
                </a:lnTo>
                <a:lnTo>
                  <a:pt x="281939" y="28194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581905" y="4340097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6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563111" y="3922776"/>
            <a:ext cx="1129665" cy="464820"/>
            <a:chOff x="3563111" y="3922776"/>
            <a:chExt cx="1129665" cy="464820"/>
          </a:xfrm>
        </p:grpSpPr>
        <p:sp>
          <p:nvSpPr>
            <p:cNvPr id="27" name="object 27"/>
            <p:cNvSpPr/>
            <p:nvPr/>
          </p:nvSpPr>
          <p:spPr>
            <a:xfrm>
              <a:off x="3573017" y="3932682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1065022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8" y="417843"/>
                  </a:lnTo>
                  <a:lnTo>
                    <a:pt x="13033" y="431974"/>
                  </a:lnTo>
                  <a:lnTo>
                    <a:pt x="27164" y="441509"/>
                  </a:lnTo>
                  <a:lnTo>
                    <a:pt x="44450" y="445008"/>
                  </a:lnTo>
                  <a:lnTo>
                    <a:pt x="1065022" y="445008"/>
                  </a:lnTo>
                  <a:lnTo>
                    <a:pt x="1082307" y="441509"/>
                  </a:lnTo>
                  <a:lnTo>
                    <a:pt x="1096438" y="431974"/>
                  </a:lnTo>
                  <a:lnTo>
                    <a:pt x="1105973" y="417843"/>
                  </a:lnTo>
                  <a:lnTo>
                    <a:pt x="1109472" y="400558"/>
                  </a:lnTo>
                  <a:lnTo>
                    <a:pt x="1109472" y="44450"/>
                  </a:lnTo>
                  <a:lnTo>
                    <a:pt x="1105973" y="27164"/>
                  </a:lnTo>
                  <a:lnTo>
                    <a:pt x="1096438" y="13033"/>
                  </a:lnTo>
                  <a:lnTo>
                    <a:pt x="1082307" y="3498"/>
                  </a:lnTo>
                  <a:lnTo>
                    <a:pt x="106502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73017" y="3932682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903726" y="3890517"/>
            <a:ext cx="4476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899944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33551" y="341884"/>
          <a:ext cx="2517139" cy="17767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9883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944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07492">
                <a:tc>
                  <a:txBody>
                    <a:bodyPr/>
                    <a:lstStyle/>
                    <a:p>
                      <a:pPr marL="277495" marR="26034" indent="-2444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P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r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oc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e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s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s  Id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 marR="121920" indent="-749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A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rr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iv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al  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0990" marR="84455" indent="-2000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CPU</a:t>
                      </a:r>
                      <a:r>
                        <a:rPr sz="1400" b="1" spc="-9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Burst  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4744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P1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4616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64743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P3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252829" y="1978914"/>
            <a:ext cx="2026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Time </a:t>
            </a:r>
            <a:r>
              <a:rPr sz="1800" b="1" dirty="0">
                <a:latin typeface="Gothic Uralic"/>
                <a:cs typeface="Gothic Uralic"/>
              </a:rPr>
              <a:t>Quantum =</a:t>
            </a:r>
            <a:r>
              <a:rPr sz="1800" b="1" spc="-125" dirty="0">
                <a:latin typeface="Gothic Uralic"/>
                <a:cs typeface="Gothic Uralic"/>
              </a:rPr>
              <a:t> </a:t>
            </a:r>
            <a:r>
              <a:rPr sz="1800" b="1" dirty="0">
                <a:latin typeface="Gothic Uralic"/>
                <a:cs typeface="Gothic Uralic"/>
              </a:rPr>
              <a:t>2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64079" y="4172711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39" h="525779">
                <a:moveTo>
                  <a:pt x="253745" y="0"/>
                </a:moveTo>
                <a:lnTo>
                  <a:pt x="28193" y="0"/>
                </a:lnTo>
                <a:lnTo>
                  <a:pt x="17198" y="2208"/>
                </a:lnTo>
                <a:lnTo>
                  <a:pt x="8239" y="8239"/>
                </a:lnTo>
                <a:lnTo>
                  <a:pt x="2208" y="17198"/>
                </a:lnTo>
                <a:lnTo>
                  <a:pt x="0" y="28193"/>
                </a:lnTo>
                <a:lnTo>
                  <a:pt x="0" y="497586"/>
                </a:lnTo>
                <a:lnTo>
                  <a:pt x="2208" y="508581"/>
                </a:lnTo>
                <a:lnTo>
                  <a:pt x="8239" y="517540"/>
                </a:lnTo>
                <a:lnTo>
                  <a:pt x="17198" y="523571"/>
                </a:lnTo>
                <a:lnTo>
                  <a:pt x="28193" y="525780"/>
                </a:lnTo>
                <a:lnTo>
                  <a:pt x="253745" y="525780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39" y="497586"/>
                </a:lnTo>
                <a:lnTo>
                  <a:pt x="281939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90369" y="432854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2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39367" y="4172711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40" h="525779">
                <a:moveTo>
                  <a:pt x="253745" y="0"/>
                </a:moveTo>
                <a:lnTo>
                  <a:pt x="28193" y="0"/>
                </a:lnTo>
                <a:lnTo>
                  <a:pt x="17220" y="2208"/>
                </a:lnTo>
                <a:lnTo>
                  <a:pt x="8258" y="8239"/>
                </a:lnTo>
                <a:lnTo>
                  <a:pt x="2215" y="17198"/>
                </a:lnTo>
                <a:lnTo>
                  <a:pt x="0" y="28193"/>
                </a:lnTo>
                <a:lnTo>
                  <a:pt x="0" y="497586"/>
                </a:lnTo>
                <a:lnTo>
                  <a:pt x="2215" y="508581"/>
                </a:lnTo>
                <a:lnTo>
                  <a:pt x="8258" y="517540"/>
                </a:lnTo>
                <a:lnTo>
                  <a:pt x="17220" y="523571"/>
                </a:lnTo>
                <a:lnTo>
                  <a:pt x="28193" y="525780"/>
                </a:lnTo>
                <a:lnTo>
                  <a:pt x="253745" y="525780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40" y="497586"/>
                </a:lnTo>
                <a:lnTo>
                  <a:pt x="281940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65682" y="432854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0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71702" y="3911853"/>
            <a:ext cx="2470785" cy="786765"/>
            <a:chOff x="1171702" y="3911853"/>
            <a:chExt cx="2470785" cy="786765"/>
          </a:xfrm>
        </p:grpSpPr>
        <p:sp>
          <p:nvSpPr>
            <p:cNvPr id="9" name="object 9"/>
            <p:cNvSpPr/>
            <p:nvPr/>
          </p:nvSpPr>
          <p:spPr>
            <a:xfrm>
              <a:off x="1181862" y="3922013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80" h="443864">
                  <a:moveTo>
                    <a:pt x="1065149" y="0"/>
                  </a:moveTo>
                  <a:lnTo>
                    <a:pt x="44348" y="0"/>
                  </a:lnTo>
                  <a:lnTo>
                    <a:pt x="27083" y="3478"/>
                  </a:lnTo>
                  <a:lnTo>
                    <a:pt x="12987" y="12969"/>
                  </a:lnTo>
                  <a:lnTo>
                    <a:pt x="3484" y="27056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84" y="416427"/>
                  </a:lnTo>
                  <a:lnTo>
                    <a:pt x="12987" y="430514"/>
                  </a:lnTo>
                  <a:lnTo>
                    <a:pt x="27083" y="440005"/>
                  </a:lnTo>
                  <a:lnTo>
                    <a:pt x="44348" y="443484"/>
                  </a:lnTo>
                  <a:lnTo>
                    <a:pt x="1065149" y="443484"/>
                  </a:lnTo>
                  <a:lnTo>
                    <a:pt x="1082415" y="440005"/>
                  </a:lnTo>
                  <a:lnTo>
                    <a:pt x="1096502" y="430514"/>
                  </a:lnTo>
                  <a:lnTo>
                    <a:pt x="1105993" y="416427"/>
                  </a:lnTo>
                  <a:lnTo>
                    <a:pt x="1109471" y="399161"/>
                  </a:lnTo>
                  <a:lnTo>
                    <a:pt x="1109471" y="44323"/>
                  </a:lnTo>
                  <a:lnTo>
                    <a:pt x="1105993" y="27056"/>
                  </a:lnTo>
                  <a:lnTo>
                    <a:pt x="1096502" y="12969"/>
                  </a:lnTo>
                  <a:lnTo>
                    <a:pt x="1082415" y="3478"/>
                  </a:lnTo>
                  <a:lnTo>
                    <a:pt x="106514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81862" y="3922013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80" h="443864">
                  <a:moveTo>
                    <a:pt x="0" y="44323"/>
                  </a:moveTo>
                  <a:lnTo>
                    <a:pt x="3484" y="27056"/>
                  </a:lnTo>
                  <a:lnTo>
                    <a:pt x="12987" y="12969"/>
                  </a:lnTo>
                  <a:lnTo>
                    <a:pt x="27083" y="3478"/>
                  </a:lnTo>
                  <a:lnTo>
                    <a:pt x="44348" y="0"/>
                  </a:lnTo>
                  <a:lnTo>
                    <a:pt x="1065149" y="0"/>
                  </a:lnTo>
                  <a:lnTo>
                    <a:pt x="1082415" y="3478"/>
                  </a:lnTo>
                  <a:lnTo>
                    <a:pt x="1096502" y="12969"/>
                  </a:lnTo>
                  <a:lnTo>
                    <a:pt x="1105993" y="27056"/>
                  </a:lnTo>
                  <a:lnTo>
                    <a:pt x="1109471" y="44323"/>
                  </a:lnTo>
                  <a:lnTo>
                    <a:pt x="1109471" y="399161"/>
                  </a:lnTo>
                  <a:lnTo>
                    <a:pt x="1105993" y="416427"/>
                  </a:lnTo>
                  <a:lnTo>
                    <a:pt x="1096502" y="430514"/>
                  </a:lnTo>
                  <a:lnTo>
                    <a:pt x="1082415" y="440005"/>
                  </a:lnTo>
                  <a:lnTo>
                    <a:pt x="1065149" y="443484"/>
                  </a:lnTo>
                  <a:lnTo>
                    <a:pt x="44348" y="443484"/>
                  </a:lnTo>
                  <a:lnTo>
                    <a:pt x="27083" y="440005"/>
                  </a:lnTo>
                  <a:lnTo>
                    <a:pt x="12987" y="430514"/>
                  </a:lnTo>
                  <a:lnTo>
                    <a:pt x="3484" y="416427"/>
                  </a:lnTo>
                  <a:lnTo>
                    <a:pt x="0" y="399161"/>
                  </a:lnTo>
                  <a:lnTo>
                    <a:pt x="0" y="44323"/>
                  </a:lnTo>
                  <a:close/>
                </a:path>
              </a:pathLst>
            </a:custGeom>
            <a:ln w="1981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60419" y="4172711"/>
              <a:ext cx="281940" cy="525780"/>
            </a:xfrm>
            <a:custGeom>
              <a:avLst/>
              <a:gdLst/>
              <a:ahLst/>
              <a:cxnLst/>
              <a:rect l="l" t="t" r="r" b="b"/>
              <a:pathLst>
                <a:path w="281939" h="525779">
                  <a:moveTo>
                    <a:pt x="253745" y="0"/>
                  </a:moveTo>
                  <a:lnTo>
                    <a:pt x="28193" y="0"/>
                  </a:lnTo>
                  <a:lnTo>
                    <a:pt x="17198" y="2208"/>
                  </a:lnTo>
                  <a:lnTo>
                    <a:pt x="8239" y="8239"/>
                  </a:lnTo>
                  <a:lnTo>
                    <a:pt x="2208" y="17198"/>
                  </a:lnTo>
                  <a:lnTo>
                    <a:pt x="0" y="28193"/>
                  </a:lnTo>
                  <a:lnTo>
                    <a:pt x="0" y="497586"/>
                  </a:lnTo>
                  <a:lnTo>
                    <a:pt x="2208" y="508581"/>
                  </a:lnTo>
                  <a:lnTo>
                    <a:pt x="8239" y="517540"/>
                  </a:lnTo>
                  <a:lnTo>
                    <a:pt x="17198" y="523571"/>
                  </a:lnTo>
                  <a:lnTo>
                    <a:pt x="28193" y="525780"/>
                  </a:lnTo>
                  <a:lnTo>
                    <a:pt x="253745" y="525780"/>
                  </a:lnTo>
                  <a:lnTo>
                    <a:pt x="264741" y="523571"/>
                  </a:lnTo>
                  <a:lnTo>
                    <a:pt x="273700" y="517540"/>
                  </a:lnTo>
                  <a:lnTo>
                    <a:pt x="279731" y="508581"/>
                  </a:lnTo>
                  <a:lnTo>
                    <a:pt x="281939" y="497586"/>
                  </a:lnTo>
                  <a:lnTo>
                    <a:pt x="281939" y="28193"/>
                  </a:lnTo>
                  <a:lnTo>
                    <a:pt x="279731" y="17198"/>
                  </a:lnTo>
                  <a:lnTo>
                    <a:pt x="273700" y="8239"/>
                  </a:lnTo>
                  <a:lnTo>
                    <a:pt x="264741" y="2208"/>
                  </a:lnTo>
                  <a:lnTo>
                    <a:pt x="25374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464553" y="821182"/>
            <a:ext cx="4627880" cy="657860"/>
            <a:chOff x="6464553" y="821182"/>
            <a:chExt cx="4627880" cy="657860"/>
          </a:xfrm>
        </p:grpSpPr>
        <p:sp>
          <p:nvSpPr>
            <p:cNvPr id="13" name="object 13"/>
            <p:cNvSpPr/>
            <p:nvPr/>
          </p:nvSpPr>
          <p:spPr>
            <a:xfrm>
              <a:off x="6474713" y="831342"/>
              <a:ext cx="4607560" cy="637540"/>
            </a:xfrm>
            <a:custGeom>
              <a:avLst/>
              <a:gdLst/>
              <a:ahLst/>
              <a:cxnLst/>
              <a:rect l="l" t="t" r="r" b="b"/>
              <a:pathLst>
                <a:path w="4607559" h="637540">
                  <a:moveTo>
                    <a:pt x="3865880" y="0"/>
                  </a:moveTo>
                  <a:lnTo>
                    <a:pt x="741171" y="0"/>
                  </a:lnTo>
                  <a:lnTo>
                    <a:pt x="677223" y="1169"/>
                  </a:lnTo>
                  <a:lnTo>
                    <a:pt x="614784" y="4613"/>
                  </a:lnTo>
                  <a:lnTo>
                    <a:pt x="554078" y="10236"/>
                  </a:lnTo>
                  <a:lnTo>
                    <a:pt x="495327" y="17943"/>
                  </a:lnTo>
                  <a:lnTo>
                    <a:pt x="438754" y="27637"/>
                  </a:lnTo>
                  <a:lnTo>
                    <a:pt x="384581" y="39224"/>
                  </a:lnTo>
                  <a:lnTo>
                    <a:pt x="333031" y="52607"/>
                  </a:lnTo>
                  <a:lnTo>
                    <a:pt x="284326" y="67691"/>
                  </a:lnTo>
                  <a:lnTo>
                    <a:pt x="238689" y="84380"/>
                  </a:lnTo>
                  <a:lnTo>
                    <a:pt x="196342" y="102579"/>
                  </a:lnTo>
                  <a:lnTo>
                    <a:pt x="157508" y="122192"/>
                  </a:lnTo>
                  <a:lnTo>
                    <a:pt x="122409" y="143123"/>
                  </a:lnTo>
                  <a:lnTo>
                    <a:pt x="91268" y="165276"/>
                  </a:lnTo>
                  <a:lnTo>
                    <a:pt x="41750" y="212868"/>
                  </a:lnTo>
                  <a:lnTo>
                    <a:pt x="10734" y="264203"/>
                  </a:lnTo>
                  <a:lnTo>
                    <a:pt x="0" y="318516"/>
                  </a:lnTo>
                  <a:lnTo>
                    <a:pt x="2720" y="345996"/>
                  </a:lnTo>
                  <a:lnTo>
                    <a:pt x="23818" y="398915"/>
                  </a:lnTo>
                  <a:lnTo>
                    <a:pt x="64308" y="448474"/>
                  </a:lnTo>
                  <a:lnTo>
                    <a:pt x="122409" y="493908"/>
                  </a:lnTo>
                  <a:lnTo>
                    <a:pt x="157508" y="514839"/>
                  </a:lnTo>
                  <a:lnTo>
                    <a:pt x="196342" y="534452"/>
                  </a:lnTo>
                  <a:lnTo>
                    <a:pt x="238689" y="552651"/>
                  </a:lnTo>
                  <a:lnTo>
                    <a:pt x="284326" y="569340"/>
                  </a:lnTo>
                  <a:lnTo>
                    <a:pt x="333031" y="584424"/>
                  </a:lnTo>
                  <a:lnTo>
                    <a:pt x="384581" y="597807"/>
                  </a:lnTo>
                  <a:lnTo>
                    <a:pt x="438754" y="609394"/>
                  </a:lnTo>
                  <a:lnTo>
                    <a:pt x="495327" y="619088"/>
                  </a:lnTo>
                  <a:lnTo>
                    <a:pt x="554078" y="626795"/>
                  </a:lnTo>
                  <a:lnTo>
                    <a:pt x="614784" y="632418"/>
                  </a:lnTo>
                  <a:lnTo>
                    <a:pt x="677223" y="635862"/>
                  </a:lnTo>
                  <a:lnTo>
                    <a:pt x="741171" y="637032"/>
                  </a:lnTo>
                  <a:lnTo>
                    <a:pt x="3865880" y="637032"/>
                  </a:lnTo>
                  <a:lnTo>
                    <a:pt x="3929828" y="635862"/>
                  </a:lnTo>
                  <a:lnTo>
                    <a:pt x="3992267" y="632418"/>
                  </a:lnTo>
                  <a:lnTo>
                    <a:pt x="4052973" y="626795"/>
                  </a:lnTo>
                  <a:lnTo>
                    <a:pt x="4111724" y="619088"/>
                  </a:lnTo>
                  <a:lnTo>
                    <a:pt x="4168297" y="609394"/>
                  </a:lnTo>
                  <a:lnTo>
                    <a:pt x="4222470" y="597807"/>
                  </a:lnTo>
                  <a:lnTo>
                    <a:pt x="4274020" y="584424"/>
                  </a:lnTo>
                  <a:lnTo>
                    <a:pt x="4322725" y="569340"/>
                  </a:lnTo>
                  <a:lnTo>
                    <a:pt x="4368362" y="552651"/>
                  </a:lnTo>
                  <a:lnTo>
                    <a:pt x="4410709" y="534452"/>
                  </a:lnTo>
                  <a:lnTo>
                    <a:pt x="4449543" y="514839"/>
                  </a:lnTo>
                  <a:lnTo>
                    <a:pt x="4484642" y="493908"/>
                  </a:lnTo>
                  <a:lnTo>
                    <a:pt x="4515783" y="471755"/>
                  </a:lnTo>
                  <a:lnTo>
                    <a:pt x="4565301" y="424163"/>
                  </a:lnTo>
                  <a:lnTo>
                    <a:pt x="4596317" y="372828"/>
                  </a:lnTo>
                  <a:lnTo>
                    <a:pt x="4607052" y="318516"/>
                  </a:lnTo>
                  <a:lnTo>
                    <a:pt x="4604331" y="291035"/>
                  </a:lnTo>
                  <a:lnTo>
                    <a:pt x="4583233" y="238116"/>
                  </a:lnTo>
                  <a:lnTo>
                    <a:pt x="4542743" y="188557"/>
                  </a:lnTo>
                  <a:lnTo>
                    <a:pt x="4484642" y="143123"/>
                  </a:lnTo>
                  <a:lnTo>
                    <a:pt x="4449543" y="122192"/>
                  </a:lnTo>
                  <a:lnTo>
                    <a:pt x="4410709" y="102579"/>
                  </a:lnTo>
                  <a:lnTo>
                    <a:pt x="4368362" y="84380"/>
                  </a:lnTo>
                  <a:lnTo>
                    <a:pt x="4322725" y="67691"/>
                  </a:lnTo>
                  <a:lnTo>
                    <a:pt x="4274020" y="52607"/>
                  </a:lnTo>
                  <a:lnTo>
                    <a:pt x="4222470" y="39224"/>
                  </a:lnTo>
                  <a:lnTo>
                    <a:pt x="4168297" y="27637"/>
                  </a:lnTo>
                  <a:lnTo>
                    <a:pt x="4111724" y="17943"/>
                  </a:lnTo>
                  <a:lnTo>
                    <a:pt x="4052973" y="10236"/>
                  </a:lnTo>
                  <a:lnTo>
                    <a:pt x="3992267" y="4613"/>
                  </a:lnTo>
                  <a:lnTo>
                    <a:pt x="3929828" y="1169"/>
                  </a:lnTo>
                  <a:lnTo>
                    <a:pt x="3865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74713" y="831342"/>
              <a:ext cx="4607560" cy="637540"/>
            </a:xfrm>
            <a:custGeom>
              <a:avLst/>
              <a:gdLst/>
              <a:ahLst/>
              <a:cxnLst/>
              <a:rect l="l" t="t" r="r" b="b"/>
              <a:pathLst>
                <a:path w="4607559" h="637540">
                  <a:moveTo>
                    <a:pt x="741171" y="0"/>
                  </a:moveTo>
                  <a:lnTo>
                    <a:pt x="3865880" y="0"/>
                  </a:lnTo>
                  <a:lnTo>
                    <a:pt x="3929828" y="1169"/>
                  </a:lnTo>
                  <a:lnTo>
                    <a:pt x="3992267" y="4613"/>
                  </a:lnTo>
                  <a:lnTo>
                    <a:pt x="4052973" y="10236"/>
                  </a:lnTo>
                  <a:lnTo>
                    <a:pt x="4111724" y="17943"/>
                  </a:lnTo>
                  <a:lnTo>
                    <a:pt x="4168297" y="27637"/>
                  </a:lnTo>
                  <a:lnTo>
                    <a:pt x="4222470" y="39224"/>
                  </a:lnTo>
                  <a:lnTo>
                    <a:pt x="4274020" y="52607"/>
                  </a:lnTo>
                  <a:lnTo>
                    <a:pt x="4322725" y="67691"/>
                  </a:lnTo>
                  <a:lnTo>
                    <a:pt x="4368362" y="84380"/>
                  </a:lnTo>
                  <a:lnTo>
                    <a:pt x="4410709" y="102579"/>
                  </a:lnTo>
                  <a:lnTo>
                    <a:pt x="4449543" y="122192"/>
                  </a:lnTo>
                  <a:lnTo>
                    <a:pt x="4484642" y="143123"/>
                  </a:lnTo>
                  <a:lnTo>
                    <a:pt x="4515783" y="165276"/>
                  </a:lnTo>
                  <a:lnTo>
                    <a:pt x="4565301" y="212868"/>
                  </a:lnTo>
                  <a:lnTo>
                    <a:pt x="4596317" y="264203"/>
                  </a:lnTo>
                  <a:lnTo>
                    <a:pt x="4607052" y="318516"/>
                  </a:lnTo>
                  <a:lnTo>
                    <a:pt x="4604331" y="345996"/>
                  </a:lnTo>
                  <a:lnTo>
                    <a:pt x="4583233" y="398915"/>
                  </a:lnTo>
                  <a:lnTo>
                    <a:pt x="4542743" y="448474"/>
                  </a:lnTo>
                  <a:lnTo>
                    <a:pt x="4484642" y="493908"/>
                  </a:lnTo>
                  <a:lnTo>
                    <a:pt x="4449543" y="514839"/>
                  </a:lnTo>
                  <a:lnTo>
                    <a:pt x="4410709" y="534452"/>
                  </a:lnTo>
                  <a:lnTo>
                    <a:pt x="4368362" y="552651"/>
                  </a:lnTo>
                  <a:lnTo>
                    <a:pt x="4322725" y="569340"/>
                  </a:lnTo>
                  <a:lnTo>
                    <a:pt x="4274020" y="584424"/>
                  </a:lnTo>
                  <a:lnTo>
                    <a:pt x="4222470" y="597807"/>
                  </a:lnTo>
                  <a:lnTo>
                    <a:pt x="4168297" y="609394"/>
                  </a:lnTo>
                  <a:lnTo>
                    <a:pt x="4111724" y="619088"/>
                  </a:lnTo>
                  <a:lnTo>
                    <a:pt x="4052973" y="626795"/>
                  </a:lnTo>
                  <a:lnTo>
                    <a:pt x="3992267" y="632418"/>
                  </a:lnTo>
                  <a:lnTo>
                    <a:pt x="3929828" y="635862"/>
                  </a:lnTo>
                  <a:lnTo>
                    <a:pt x="3865880" y="637032"/>
                  </a:lnTo>
                  <a:lnTo>
                    <a:pt x="741171" y="637032"/>
                  </a:lnTo>
                  <a:lnTo>
                    <a:pt x="677223" y="635862"/>
                  </a:lnTo>
                  <a:lnTo>
                    <a:pt x="614784" y="632418"/>
                  </a:lnTo>
                  <a:lnTo>
                    <a:pt x="554078" y="626795"/>
                  </a:lnTo>
                  <a:lnTo>
                    <a:pt x="495327" y="619088"/>
                  </a:lnTo>
                  <a:lnTo>
                    <a:pt x="438754" y="609394"/>
                  </a:lnTo>
                  <a:lnTo>
                    <a:pt x="384581" y="597807"/>
                  </a:lnTo>
                  <a:lnTo>
                    <a:pt x="333031" y="584424"/>
                  </a:lnTo>
                  <a:lnTo>
                    <a:pt x="284326" y="569340"/>
                  </a:lnTo>
                  <a:lnTo>
                    <a:pt x="238689" y="552651"/>
                  </a:lnTo>
                  <a:lnTo>
                    <a:pt x="196342" y="534452"/>
                  </a:lnTo>
                  <a:lnTo>
                    <a:pt x="157508" y="514839"/>
                  </a:lnTo>
                  <a:lnTo>
                    <a:pt x="122409" y="493908"/>
                  </a:lnTo>
                  <a:lnTo>
                    <a:pt x="91268" y="471755"/>
                  </a:lnTo>
                  <a:lnTo>
                    <a:pt x="41750" y="424163"/>
                  </a:lnTo>
                  <a:lnTo>
                    <a:pt x="10734" y="372828"/>
                  </a:lnTo>
                  <a:lnTo>
                    <a:pt x="0" y="318516"/>
                  </a:lnTo>
                  <a:lnTo>
                    <a:pt x="2720" y="291035"/>
                  </a:lnTo>
                  <a:lnTo>
                    <a:pt x="23818" y="238116"/>
                  </a:lnTo>
                  <a:lnTo>
                    <a:pt x="64308" y="188557"/>
                  </a:lnTo>
                  <a:lnTo>
                    <a:pt x="122409" y="143123"/>
                  </a:lnTo>
                  <a:lnTo>
                    <a:pt x="157508" y="122192"/>
                  </a:lnTo>
                  <a:lnTo>
                    <a:pt x="196342" y="102579"/>
                  </a:lnTo>
                  <a:lnTo>
                    <a:pt x="238689" y="84380"/>
                  </a:lnTo>
                  <a:lnTo>
                    <a:pt x="284326" y="67691"/>
                  </a:lnTo>
                  <a:lnTo>
                    <a:pt x="333031" y="52607"/>
                  </a:lnTo>
                  <a:lnTo>
                    <a:pt x="384581" y="39224"/>
                  </a:lnTo>
                  <a:lnTo>
                    <a:pt x="438754" y="27637"/>
                  </a:lnTo>
                  <a:lnTo>
                    <a:pt x="495327" y="17943"/>
                  </a:lnTo>
                  <a:lnTo>
                    <a:pt x="554078" y="10236"/>
                  </a:lnTo>
                  <a:lnTo>
                    <a:pt x="614784" y="4613"/>
                  </a:lnTo>
                  <a:lnTo>
                    <a:pt x="677223" y="1169"/>
                  </a:lnTo>
                  <a:lnTo>
                    <a:pt x="741171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8275701" y="420878"/>
            <a:ext cx="784860" cy="87376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1800" b="1" dirty="0">
                <a:latin typeface="Gothic Uralic"/>
                <a:cs typeface="Gothic Uralic"/>
              </a:rPr>
              <a:t>Queue</a:t>
            </a:r>
            <a:endParaRPr sz="1800">
              <a:latin typeface="Gothic Uralic"/>
              <a:cs typeface="Gothic Uralic"/>
            </a:endParaRPr>
          </a:p>
          <a:p>
            <a:pPr marL="438150">
              <a:lnSpc>
                <a:spcPct val="100000"/>
              </a:lnSpc>
              <a:spcBef>
                <a:spcPts val="1180"/>
              </a:spcBef>
            </a:pP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P3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659880" y="1455432"/>
            <a:ext cx="1032509" cy="5112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796785" y="1518665"/>
            <a:ext cx="7524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40" dirty="0">
                <a:solidFill>
                  <a:srgbClr val="FF0000"/>
                </a:solidFill>
                <a:latin typeface="Verdana"/>
                <a:cs typeface="Verdana"/>
              </a:rPr>
              <a:t>After</a:t>
            </a:r>
            <a:r>
              <a:rPr sz="1800" spc="-2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150" dirty="0">
                <a:solidFill>
                  <a:srgbClr val="FF0000"/>
                </a:solidFill>
                <a:latin typeface="Verdana"/>
                <a:cs typeface="Verdana"/>
              </a:rPr>
              <a:t>6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043298" y="913002"/>
            <a:ext cx="1162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latin typeface="Carlito"/>
                <a:cs typeface="Carlito"/>
              </a:rPr>
              <a:t>2</a:t>
            </a:r>
            <a:endParaRPr sz="1400">
              <a:latin typeface="Carlito"/>
              <a:cs typeface="Carlito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86073" y="432854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4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366517" y="3911853"/>
            <a:ext cx="1130300" cy="464184"/>
            <a:chOff x="2366517" y="3911853"/>
            <a:chExt cx="1130300" cy="464184"/>
          </a:xfrm>
        </p:grpSpPr>
        <p:sp>
          <p:nvSpPr>
            <p:cNvPr id="21" name="object 21"/>
            <p:cNvSpPr/>
            <p:nvPr/>
          </p:nvSpPr>
          <p:spPr>
            <a:xfrm>
              <a:off x="2376677" y="3922013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1065149" y="0"/>
                  </a:moveTo>
                  <a:lnTo>
                    <a:pt x="44323" y="0"/>
                  </a:lnTo>
                  <a:lnTo>
                    <a:pt x="27056" y="3478"/>
                  </a:lnTo>
                  <a:lnTo>
                    <a:pt x="12969" y="12969"/>
                  </a:lnTo>
                  <a:lnTo>
                    <a:pt x="3478" y="27056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78" y="416427"/>
                  </a:lnTo>
                  <a:lnTo>
                    <a:pt x="12969" y="430514"/>
                  </a:lnTo>
                  <a:lnTo>
                    <a:pt x="27056" y="440005"/>
                  </a:lnTo>
                  <a:lnTo>
                    <a:pt x="44323" y="443484"/>
                  </a:lnTo>
                  <a:lnTo>
                    <a:pt x="1065149" y="443484"/>
                  </a:lnTo>
                  <a:lnTo>
                    <a:pt x="1082415" y="440005"/>
                  </a:lnTo>
                  <a:lnTo>
                    <a:pt x="1096502" y="430514"/>
                  </a:lnTo>
                  <a:lnTo>
                    <a:pt x="1105993" y="416427"/>
                  </a:lnTo>
                  <a:lnTo>
                    <a:pt x="1109472" y="399161"/>
                  </a:lnTo>
                  <a:lnTo>
                    <a:pt x="1109472" y="44323"/>
                  </a:lnTo>
                  <a:lnTo>
                    <a:pt x="1105993" y="27056"/>
                  </a:lnTo>
                  <a:lnTo>
                    <a:pt x="1096502" y="12969"/>
                  </a:lnTo>
                  <a:lnTo>
                    <a:pt x="1082415" y="3478"/>
                  </a:lnTo>
                  <a:lnTo>
                    <a:pt x="106514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376677" y="3922013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0" y="44323"/>
                  </a:moveTo>
                  <a:lnTo>
                    <a:pt x="3478" y="27056"/>
                  </a:lnTo>
                  <a:lnTo>
                    <a:pt x="12969" y="12969"/>
                  </a:lnTo>
                  <a:lnTo>
                    <a:pt x="27056" y="3478"/>
                  </a:lnTo>
                  <a:lnTo>
                    <a:pt x="44323" y="0"/>
                  </a:lnTo>
                  <a:lnTo>
                    <a:pt x="1065149" y="0"/>
                  </a:lnTo>
                  <a:lnTo>
                    <a:pt x="1082415" y="3478"/>
                  </a:lnTo>
                  <a:lnTo>
                    <a:pt x="1096502" y="12969"/>
                  </a:lnTo>
                  <a:lnTo>
                    <a:pt x="1105993" y="27056"/>
                  </a:lnTo>
                  <a:lnTo>
                    <a:pt x="1109472" y="44323"/>
                  </a:lnTo>
                  <a:lnTo>
                    <a:pt x="1109472" y="399161"/>
                  </a:lnTo>
                  <a:lnTo>
                    <a:pt x="1105993" y="416427"/>
                  </a:lnTo>
                  <a:lnTo>
                    <a:pt x="1096502" y="430514"/>
                  </a:lnTo>
                  <a:lnTo>
                    <a:pt x="1082415" y="440005"/>
                  </a:lnTo>
                  <a:lnTo>
                    <a:pt x="1065149" y="443484"/>
                  </a:lnTo>
                  <a:lnTo>
                    <a:pt x="44323" y="443484"/>
                  </a:lnTo>
                  <a:lnTo>
                    <a:pt x="27056" y="440005"/>
                  </a:lnTo>
                  <a:lnTo>
                    <a:pt x="12969" y="430514"/>
                  </a:lnTo>
                  <a:lnTo>
                    <a:pt x="3478" y="416427"/>
                  </a:lnTo>
                  <a:lnTo>
                    <a:pt x="0" y="399161"/>
                  </a:lnTo>
                  <a:lnTo>
                    <a:pt x="0" y="4432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512188" y="3878960"/>
            <a:ext cx="164338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07770" algn="l"/>
              </a:tabLst>
            </a:pPr>
            <a:r>
              <a:rPr sz="2900" spc="-135" dirty="0">
                <a:latin typeface="Verdana"/>
                <a:cs typeface="Verdana"/>
              </a:rPr>
              <a:t>P</a:t>
            </a:r>
            <a:r>
              <a:rPr sz="2900" spc="-140" dirty="0">
                <a:latin typeface="Verdana"/>
                <a:cs typeface="Verdana"/>
              </a:rPr>
              <a:t>1</a:t>
            </a:r>
            <a:r>
              <a:rPr sz="2900" dirty="0">
                <a:latin typeface="Verdana"/>
                <a:cs typeface="Verdana"/>
              </a:rPr>
              <a:t>	</a:t>
            </a: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555235" y="4183379"/>
            <a:ext cx="281940" cy="527685"/>
          </a:xfrm>
          <a:custGeom>
            <a:avLst/>
            <a:gdLst/>
            <a:ahLst/>
            <a:cxnLst/>
            <a:rect l="l" t="t" r="r" b="b"/>
            <a:pathLst>
              <a:path w="281939" h="527685">
                <a:moveTo>
                  <a:pt x="253746" y="0"/>
                </a:moveTo>
                <a:lnTo>
                  <a:pt x="28193" y="0"/>
                </a:lnTo>
                <a:lnTo>
                  <a:pt x="17198" y="2208"/>
                </a:lnTo>
                <a:lnTo>
                  <a:pt x="8239" y="8239"/>
                </a:lnTo>
                <a:lnTo>
                  <a:pt x="2208" y="17198"/>
                </a:lnTo>
                <a:lnTo>
                  <a:pt x="0" y="28194"/>
                </a:lnTo>
                <a:lnTo>
                  <a:pt x="0" y="499110"/>
                </a:lnTo>
                <a:lnTo>
                  <a:pt x="2208" y="510105"/>
                </a:lnTo>
                <a:lnTo>
                  <a:pt x="8239" y="519064"/>
                </a:lnTo>
                <a:lnTo>
                  <a:pt x="17198" y="525095"/>
                </a:lnTo>
                <a:lnTo>
                  <a:pt x="28193" y="527304"/>
                </a:lnTo>
                <a:lnTo>
                  <a:pt x="253746" y="527304"/>
                </a:lnTo>
                <a:lnTo>
                  <a:pt x="264741" y="525095"/>
                </a:lnTo>
                <a:lnTo>
                  <a:pt x="273700" y="519064"/>
                </a:lnTo>
                <a:lnTo>
                  <a:pt x="279731" y="510105"/>
                </a:lnTo>
                <a:lnTo>
                  <a:pt x="281939" y="499110"/>
                </a:lnTo>
                <a:lnTo>
                  <a:pt x="281939" y="28194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4581905" y="4340097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6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562858" y="3922521"/>
            <a:ext cx="1130300" cy="465455"/>
            <a:chOff x="3562858" y="3922521"/>
            <a:chExt cx="1130300" cy="465455"/>
          </a:xfrm>
        </p:grpSpPr>
        <p:sp>
          <p:nvSpPr>
            <p:cNvPr id="27" name="object 27"/>
            <p:cNvSpPr/>
            <p:nvPr/>
          </p:nvSpPr>
          <p:spPr>
            <a:xfrm>
              <a:off x="3573018" y="393268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1065022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8" y="417843"/>
                  </a:lnTo>
                  <a:lnTo>
                    <a:pt x="13033" y="431974"/>
                  </a:lnTo>
                  <a:lnTo>
                    <a:pt x="27164" y="441509"/>
                  </a:lnTo>
                  <a:lnTo>
                    <a:pt x="44450" y="445008"/>
                  </a:lnTo>
                  <a:lnTo>
                    <a:pt x="1065022" y="445008"/>
                  </a:lnTo>
                  <a:lnTo>
                    <a:pt x="1082307" y="441509"/>
                  </a:lnTo>
                  <a:lnTo>
                    <a:pt x="1096438" y="431974"/>
                  </a:lnTo>
                  <a:lnTo>
                    <a:pt x="1105973" y="417843"/>
                  </a:lnTo>
                  <a:lnTo>
                    <a:pt x="1109472" y="400558"/>
                  </a:lnTo>
                  <a:lnTo>
                    <a:pt x="1109472" y="44450"/>
                  </a:lnTo>
                  <a:lnTo>
                    <a:pt x="1105973" y="27164"/>
                  </a:lnTo>
                  <a:lnTo>
                    <a:pt x="1096438" y="13033"/>
                  </a:lnTo>
                  <a:lnTo>
                    <a:pt x="1082307" y="3498"/>
                  </a:lnTo>
                  <a:lnTo>
                    <a:pt x="106502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573018" y="393268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903726" y="3890517"/>
            <a:ext cx="4476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814059" y="4172711"/>
            <a:ext cx="280670" cy="525780"/>
          </a:xfrm>
          <a:custGeom>
            <a:avLst/>
            <a:gdLst/>
            <a:ahLst/>
            <a:cxnLst/>
            <a:rect l="l" t="t" r="r" b="b"/>
            <a:pathLst>
              <a:path w="280670" h="525779">
                <a:moveTo>
                  <a:pt x="252349" y="0"/>
                </a:moveTo>
                <a:lnTo>
                  <a:pt x="28066" y="0"/>
                </a:lnTo>
                <a:lnTo>
                  <a:pt x="17144" y="2206"/>
                </a:lnTo>
                <a:lnTo>
                  <a:pt x="8223" y="8223"/>
                </a:lnTo>
                <a:lnTo>
                  <a:pt x="2206" y="17144"/>
                </a:lnTo>
                <a:lnTo>
                  <a:pt x="0" y="28067"/>
                </a:lnTo>
                <a:lnTo>
                  <a:pt x="0" y="497713"/>
                </a:lnTo>
                <a:lnTo>
                  <a:pt x="2206" y="508634"/>
                </a:lnTo>
                <a:lnTo>
                  <a:pt x="8223" y="517556"/>
                </a:lnTo>
                <a:lnTo>
                  <a:pt x="17145" y="523573"/>
                </a:lnTo>
                <a:lnTo>
                  <a:pt x="28066" y="525780"/>
                </a:lnTo>
                <a:lnTo>
                  <a:pt x="252349" y="525780"/>
                </a:lnTo>
                <a:lnTo>
                  <a:pt x="263271" y="523573"/>
                </a:lnTo>
                <a:lnTo>
                  <a:pt x="272192" y="517556"/>
                </a:lnTo>
                <a:lnTo>
                  <a:pt x="278209" y="508635"/>
                </a:lnTo>
                <a:lnTo>
                  <a:pt x="280415" y="497713"/>
                </a:lnTo>
                <a:lnTo>
                  <a:pt x="280415" y="28067"/>
                </a:lnTo>
                <a:lnTo>
                  <a:pt x="278209" y="17145"/>
                </a:lnTo>
                <a:lnTo>
                  <a:pt x="272192" y="8223"/>
                </a:lnTo>
                <a:lnTo>
                  <a:pt x="263270" y="2206"/>
                </a:lnTo>
                <a:lnTo>
                  <a:pt x="252349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5840095" y="432854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8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820411" y="3912108"/>
            <a:ext cx="1129665" cy="463550"/>
            <a:chOff x="4820411" y="3912108"/>
            <a:chExt cx="1129665" cy="463550"/>
          </a:xfrm>
        </p:grpSpPr>
        <p:sp>
          <p:nvSpPr>
            <p:cNvPr id="33" name="object 33"/>
            <p:cNvSpPr/>
            <p:nvPr/>
          </p:nvSpPr>
          <p:spPr>
            <a:xfrm>
              <a:off x="4830317" y="3922014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1065149" y="0"/>
                  </a:moveTo>
                  <a:lnTo>
                    <a:pt x="44323" y="0"/>
                  </a:lnTo>
                  <a:lnTo>
                    <a:pt x="27056" y="3478"/>
                  </a:lnTo>
                  <a:lnTo>
                    <a:pt x="12969" y="12969"/>
                  </a:lnTo>
                  <a:lnTo>
                    <a:pt x="3478" y="27056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78" y="416427"/>
                  </a:lnTo>
                  <a:lnTo>
                    <a:pt x="12969" y="430514"/>
                  </a:lnTo>
                  <a:lnTo>
                    <a:pt x="27056" y="440005"/>
                  </a:lnTo>
                  <a:lnTo>
                    <a:pt x="44323" y="443484"/>
                  </a:lnTo>
                  <a:lnTo>
                    <a:pt x="1065149" y="443484"/>
                  </a:lnTo>
                  <a:lnTo>
                    <a:pt x="1082415" y="440005"/>
                  </a:lnTo>
                  <a:lnTo>
                    <a:pt x="1096502" y="430514"/>
                  </a:lnTo>
                  <a:lnTo>
                    <a:pt x="1105993" y="416427"/>
                  </a:lnTo>
                  <a:lnTo>
                    <a:pt x="1109472" y="399161"/>
                  </a:lnTo>
                  <a:lnTo>
                    <a:pt x="1109472" y="44323"/>
                  </a:lnTo>
                  <a:lnTo>
                    <a:pt x="1105993" y="27056"/>
                  </a:lnTo>
                  <a:lnTo>
                    <a:pt x="1096502" y="12969"/>
                  </a:lnTo>
                  <a:lnTo>
                    <a:pt x="1082415" y="3478"/>
                  </a:lnTo>
                  <a:lnTo>
                    <a:pt x="106514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830317" y="3922014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0" y="44323"/>
                  </a:moveTo>
                  <a:lnTo>
                    <a:pt x="3478" y="27056"/>
                  </a:lnTo>
                  <a:lnTo>
                    <a:pt x="12969" y="12969"/>
                  </a:lnTo>
                  <a:lnTo>
                    <a:pt x="27056" y="3478"/>
                  </a:lnTo>
                  <a:lnTo>
                    <a:pt x="44323" y="0"/>
                  </a:lnTo>
                  <a:lnTo>
                    <a:pt x="1065149" y="0"/>
                  </a:lnTo>
                  <a:lnTo>
                    <a:pt x="1082415" y="3478"/>
                  </a:lnTo>
                  <a:lnTo>
                    <a:pt x="1096502" y="12969"/>
                  </a:lnTo>
                  <a:lnTo>
                    <a:pt x="1105993" y="27056"/>
                  </a:lnTo>
                  <a:lnTo>
                    <a:pt x="1109472" y="44323"/>
                  </a:lnTo>
                  <a:lnTo>
                    <a:pt x="1109472" y="399161"/>
                  </a:lnTo>
                  <a:lnTo>
                    <a:pt x="1105993" y="416427"/>
                  </a:lnTo>
                  <a:lnTo>
                    <a:pt x="1096502" y="430514"/>
                  </a:lnTo>
                  <a:lnTo>
                    <a:pt x="1082415" y="440005"/>
                  </a:lnTo>
                  <a:lnTo>
                    <a:pt x="1065149" y="443484"/>
                  </a:lnTo>
                  <a:lnTo>
                    <a:pt x="44323" y="443484"/>
                  </a:lnTo>
                  <a:lnTo>
                    <a:pt x="27056" y="440005"/>
                  </a:lnTo>
                  <a:lnTo>
                    <a:pt x="12969" y="430514"/>
                  </a:lnTo>
                  <a:lnTo>
                    <a:pt x="3478" y="416427"/>
                  </a:lnTo>
                  <a:lnTo>
                    <a:pt x="0" y="399161"/>
                  </a:lnTo>
                  <a:lnTo>
                    <a:pt x="0" y="4432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161534" y="3878960"/>
            <a:ext cx="4476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991438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33551" y="341884"/>
          <a:ext cx="2517139" cy="17767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9883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944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07492">
                <a:tc>
                  <a:txBody>
                    <a:bodyPr/>
                    <a:lstStyle/>
                    <a:p>
                      <a:pPr marL="277495" marR="26034" indent="-2444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P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r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oc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e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s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s  Id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 marR="121920" indent="-749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A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rr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iv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al  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0990" marR="84455" indent="-2000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CPU</a:t>
                      </a:r>
                      <a:r>
                        <a:rPr sz="1400" b="1" spc="-9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Burst  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4744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P1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400" b="1" dirty="0">
                          <a:latin typeface="Carlito"/>
                          <a:cs typeface="Carlito"/>
                        </a:rPr>
                        <a:t>2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4616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64743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P3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252829" y="1978914"/>
            <a:ext cx="2026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Time </a:t>
            </a:r>
            <a:r>
              <a:rPr sz="1800" b="1" dirty="0">
                <a:latin typeface="Gothic Uralic"/>
                <a:cs typeface="Gothic Uralic"/>
              </a:rPr>
              <a:t>Quantum =</a:t>
            </a:r>
            <a:r>
              <a:rPr sz="1800" b="1" spc="-125" dirty="0">
                <a:latin typeface="Gothic Uralic"/>
                <a:cs typeface="Gothic Uralic"/>
              </a:rPr>
              <a:t> </a:t>
            </a:r>
            <a:r>
              <a:rPr sz="1800" b="1" dirty="0">
                <a:latin typeface="Gothic Uralic"/>
                <a:cs typeface="Gothic Uralic"/>
              </a:rPr>
              <a:t>2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164079" y="4172711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39" h="525779">
                <a:moveTo>
                  <a:pt x="253745" y="0"/>
                </a:moveTo>
                <a:lnTo>
                  <a:pt x="28193" y="0"/>
                </a:lnTo>
                <a:lnTo>
                  <a:pt x="17198" y="2208"/>
                </a:lnTo>
                <a:lnTo>
                  <a:pt x="8239" y="8239"/>
                </a:lnTo>
                <a:lnTo>
                  <a:pt x="2208" y="17198"/>
                </a:lnTo>
                <a:lnTo>
                  <a:pt x="0" y="28193"/>
                </a:lnTo>
                <a:lnTo>
                  <a:pt x="0" y="497586"/>
                </a:lnTo>
                <a:lnTo>
                  <a:pt x="2208" y="508581"/>
                </a:lnTo>
                <a:lnTo>
                  <a:pt x="8239" y="517540"/>
                </a:lnTo>
                <a:lnTo>
                  <a:pt x="17198" y="523571"/>
                </a:lnTo>
                <a:lnTo>
                  <a:pt x="28193" y="525780"/>
                </a:lnTo>
                <a:lnTo>
                  <a:pt x="253745" y="525780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39" y="497586"/>
                </a:lnTo>
                <a:lnTo>
                  <a:pt x="281939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2190369" y="432854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2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39367" y="4172711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40" h="525779">
                <a:moveTo>
                  <a:pt x="253745" y="0"/>
                </a:moveTo>
                <a:lnTo>
                  <a:pt x="28193" y="0"/>
                </a:lnTo>
                <a:lnTo>
                  <a:pt x="17220" y="2208"/>
                </a:lnTo>
                <a:lnTo>
                  <a:pt x="8258" y="8239"/>
                </a:lnTo>
                <a:lnTo>
                  <a:pt x="2215" y="17198"/>
                </a:lnTo>
                <a:lnTo>
                  <a:pt x="0" y="28193"/>
                </a:lnTo>
                <a:lnTo>
                  <a:pt x="0" y="497586"/>
                </a:lnTo>
                <a:lnTo>
                  <a:pt x="2215" y="508581"/>
                </a:lnTo>
                <a:lnTo>
                  <a:pt x="8258" y="517540"/>
                </a:lnTo>
                <a:lnTo>
                  <a:pt x="17220" y="523571"/>
                </a:lnTo>
                <a:lnTo>
                  <a:pt x="28193" y="525780"/>
                </a:lnTo>
                <a:lnTo>
                  <a:pt x="253745" y="525780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40" y="497586"/>
                </a:lnTo>
                <a:lnTo>
                  <a:pt x="281940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65682" y="432854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0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171702" y="3911853"/>
            <a:ext cx="2470785" cy="786765"/>
            <a:chOff x="1171702" y="3911853"/>
            <a:chExt cx="2470785" cy="786765"/>
          </a:xfrm>
        </p:grpSpPr>
        <p:sp>
          <p:nvSpPr>
            <p:cNvPr id="9" name="object 9"/>
            <p:cNvSpPr/>
            <p:nvPr/>
          </p:nvSpPr>
          <p:spPr>
            <a:xfrm>
              <a:off x="1181862" y="3922013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80" h="443864">
                  <a:moveTo>
                    <a:pt x="1065149" y="0"/>
                  </a:moveTo>
                  <a:lnTo>
                    <a:pt x="44348" y="0"/>
                  </a:lnTo>
                  <a:lnTo>
                    <a:pt x="27083" y="3478"/>
                  </a:lnTo>
                  <a:lnTo>
                    <a:pt x="12987" y="12969"/>
                  </a:lnTo>
                  <a:lnTo>
                    <a:pt x="3484" y="27056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84" y="416427"/>
                  </a:lnTo>
                  <a:lnTo>
                    <a:pt x="12987" y="430514"/>
                  </a:lnTo>
                  <a:lnTo>
                    <a:pt x="27083" y="440005"/>
                  </a:lnTo>
                  <a:lnTo>
                    <a:pt x="44348" y="443484"/>
                  </a:lnTo>
                  <a:lnTo>
                    <a:pt x="1065149" y="443484"/>
                  </a:lnTo>
                  <a:lnTo>
                    <a:pt x="1082415" y="440005"/>
                  </a:lnTo>
                  <a:lnTo>
                    <a:pt x="1096502" y="430514"/>
                  </a:lnTo>
                  <a:lnTo>
                    <a:pt x="1105993" y="416427"/>
                  </a:lnTo>
                  <a:lnTo>
                    <a:pt x="1109471" y="399161"/>
                  </a:lnTo>
                  <a:lnTo>
                    <a:pt x="1109471" y="44323"/>
                  </a:lnTo>
                  <a:lnTo>
                    <a:pt x="1105993" y="27056"/>
                  </a:lnTo>
                  <a:lnTo>
                    <a:pt x="1096502" y="12969"/>
                  </a:lnTo>
                  <a:lnTo>
                    <a:pt x="1082415" y="3478"/>
                  </a:lnTo>
                  <a:lnTo>
                    <a:pt x="106514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81862" y="3922013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80" h="443864">
                  <a:moveTo>
                    <a:pt x="0" y="44323"/>
                  </a:moveTo>
                  <a:lnTo>
                    <a:pt x="3484" y="27056"/>
                  </a:lnTo>
                  <a:lnTo>
                    <a:pt x="12987" y="12969"/>
                  </a:lnTo>
                  <a:lnTo>
                    <a:pt x="27083" y="3478"/>
                  </a:lnTo>
                  <a:lnTo>
                    <a:pt x="44348" y="0"/>
                  </a:lnTo>
                  <a:lnTo>
                    <a:pt x="1065149" y="0"/>
                  </a:lnTo>
                  <a:lnTo>
                    <a:pt x="1082415" y="3478"/>
                  </a:lnTo>
                  <a:lnTo>
                    <a:pt x="1096502" y="12969"/>
                  </a:lnTo>
                  <a:lnTo>
                    <a:pt x="1105993" y="27056"/>
                  </a:lnTo>
                  <a:lnTo>
                    <a:pt x="1109471" y="44323"/>
                  </a:lnTo>
                  <a:lnTo>
                    <a:pt x="1109471" y="399161"/>
                  </a:lnTo>
                  <a:lnTo>
                    <a:pt x="1105993" y="416427"/>
                  </a:lnTo>
                  <a:lnTo>
                    <a:pt x="1096502" y="430514"/>
                  </a:lnTo>
                  <a:lnTo>
                    <a:pt x="1082415" y="440005"/>
                  </a:lnTo>
                  <a:lnTo>
                    <a:pt x="1065149" y="443484"/>
                  </a:lnTo>
                  <a:lnTo>
                    <a:pt x="44348" y="443484"/>
                  </a:lnTo>
                  <a:lnTo>
                    <a:pt x="27083" y="440005"/>
                  </a:lnTo>
                  <a:lnTo>
                    <a:pt x="12987" y="430514"/>
                  </a:lnTo>
                  <a:lnTo>
                    <a:pt x="3484" y="416427"/>
                  </a:lnTo>
                  <a:lnTo>
                    <a:pt x="0" y="399161"/>
                  </a:lnTo>
                  <a:lnTo>
                    <a:pt x="0" y="44323"/>
                  </a:lnTo>
                  <a:close/>
                </a:path>
              </a:pathLst>
            </a:custGeom>
            <a:ln w="1981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60419" y="4172711"/>
              <a:ext cx="281940" cy="525780"/>
            </a:xfrm>
            <a:custGeom>
              <a:avLst/>
              <a:gdLst/>
              <a:ahLst/>
              <a:cxnLst/>
              <a:rect l="l" t="t" r="r" b="b"/>
              <a:pathLst>
                <a:path w="281939" h="525779">
                  <a:moveTo>
                    <a:pt x="253745" y="0"/>
                  </a:moveTo>
                  <a:lnTo>
                    <a:pt x="28193" y="0"/>
                  </a:lnTo>
                  <a:lnTo>
                    <a:pt x="17198" y="2208"/>
                  </a:lnTo>
                  <a:lnTo>
                    <a:pt x="8239" y="8239"/>
                  </a:lnTo>
                  <a:lnTo>
                    <a:pt x="2208" y="17198"/>
                  </a:lnTo>
                  <a:lnTo>
                    <a:pt x="0" y="28193"/>
                  </a:lnTo>
                  <a:lnTo>
                    <a:pt x="0" y="497586"/>
                  </a:lnTo>
                  <a:lnTo>
                    <a:pt x="2208" y="508581"/>
                  </a:lnTo>
                  <a:lnTo>
                    <a:pt x="8239" y="517540"/>
                  </a:lnTo>
                  <a:lnTo>
                    <a:pt x="17198" y="523571"/>
                  </a:lnTo>
                  <a:lnTo>
                    <a:pt x="28193" y="525780"/>
                  </a:lnTo>
                  <a:lnTo>
                    <a:pt x="253745" y="525780"/>
                  </a:lnTo>
                  <a:lnTo>
                    <a:pt x="264741" y="523571"/>
                  </a:lnTo>
                  <a:lnTo>
                    <a:pt x="273700" y="517540"/>
                  </a:lnTo>
                  <a:lnTo>
                    <a:pt x="279731" y="508581"/>
                  </a:lnTo>
                  <a:lnTo>
                    <a:pt x="281939" y="497586"/>
                  </a:lnTo>
                  <a:lnTo>
                    <a:pt x="281939" y="28193"/>
                  </a:lnTo>
                  <a:lnTo>
                    <a:pt x="279731" y="17198"/>
                  </a:lnTo>
                  <a:lnTo>
                    <a:pt x="273700" y="8239"/>
                  </a:lnTo>
                  <a:lnTo>
                    <a:pt x="264741" y="2208"/>
                  </a:lnTo>
                  <a:lnTo>
                    <a:pt x="25374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6464808" y="821436"/>
            <a:ext cx="4627245" cy="1145540"/>
            <a:chOff x="6464808" y="821436"/>
            <a:chExt cx="4627245" cy="1145540"/>
          </a:xfrm>
        </p:grpSpPr>
        <p:sp>
          <p:nvSpPr>
            <p:cNvPr id="13" name="object 13"/>
            <p:cNvSpPr/>
            <p:nvPr/>
          </p:nvSpPr>
          <p:spPr>
            <a:xfrm>
              <a:off x="6474714" y="831342"/>
              <a:ext cx="4607560" cy="637540"/>
            </a:xfrm>
            <a:custGeom>
              <a:avLst/>
              <a:gdLst/>
              <a:ahLst/>
              <a:cxnLst/>
              <a:rect l="l" t="t" r="r" b="b"/>
              <a:pathLst>
                <a:path w="4607559" h="637540">
                  <a:moveTo>
                    <a:pt x="3865880" y="0"/>
                  </a:moveTo>
                  <a:lnTo>
                    <a:pt x="741171" y="0"/>
                  </a:lnTo>
                  <a:lnTo>
                    <a:pt x="677223" y="1169"/>
                  </a:lnTo>
                  <a:lnTo>
                    <a:pt x="614784" y="4613"/>
                  </a:lnTo>
                  <a:lnTo>
                    <a:pt x="554078" y="10236"/>
                  </a:lnTo>
                  <a:lnTo>
                    <a:pt x="495327" y="17943"/>
                  </a:lnTo>
                  <a:lnTo>
                    <a:pt x="438754" y="27637"/>
                  </a:lnTo>
                  <a:lnTo>
                    <a:pt x="384581" y="39224"/>
                  </a:lnTo>
                  <a:lnTo>
                    <a:pt x="333031" y="52607"/>
                  </a:lnTo>
                  <a:lnTo>
                    <a:pt x="284326" y="67691"/>
                  </a:lnTo>
                  <a:lnTo>
                    <a:pt x="238689" y="84380"/>
                  </a:lnTo>
                  <a:lnTo>
                    <a:pt x="196342" y="102579"/>
                  </a:lnTo>
                  <a:lnTo>
                    <a:pt x="157508" y="122192"/>
                  </a:lnTo>
                  <a:lnTo>
                    <a:pt x="122409" y="143123"/>
                  </a:lnTo>
                  <a:lnTo>
                    <a:pt x="91268" y="165276"/>
                  </a:lnTo>
                  <a:lnTo>
                    <a:pt x="41750" y="212868"/>
                  </a:lnTo>
                  <a:lnTo>
                    <a:pt x="10734" y="264203"/>
                  </a:lnTo>
                  <a:lnTo>
                    <a:pt x="0" y="318516"/>
                  </a:lnTo>
                  <a:lnTo>
                    <a:pt x="2720" y="345996"/>
                  </a:lnTo>
                  <a:lnTo>
                    <a:pt x="23818" y="398915"/>
                  </a:lnTo>
                  <a:lnTo>
                    <a:pt x="64308" y="448474"/>
                  </a:lnTo>
                  <a:lnTo>
                    <a:pt x="122409" y="493908"/>
                  </a:lnTo>
                  <a:lnTo>
                    <a:pt x="157508" y="514839"/>
                  </a:lnTo>
                  <a:lnTo>
                    <a:pt x="196342" y="534452"/>
                  </a:lnTo>
                  <a:lnTo>
                    <a:pt x="238689" y="552651"/>
                  </a:lnTo>
                  <a:lnTo>
                    <a:pt x="284326" y="569340"/>
                  </a:lnTo>
                  <a:lnTo>
                    <a:pt x="333031" y="584424"/>
                  </a:lnTo>
                  <a:lnTo>
                    <a:pt x="384581" y="597807"/>
                  </a:lnTo>
                  <a:lnTo>
                    <a:pt x="438754" y="609394"/>
                  </a:lnTo>
                  <a:lnTo>
                    <a:pt x="495327" y="619088"/>
                  </a:lnTo>
                  <a:lnTo>
                    <a:pt x="554078" y="626795"/>
                  </a:lnTo>
                  <a:lnTo>
                    <a:pt x="614784" y="632418"/>
                  </a:lnTo>
                  <a:lnTo>
                    <a:pt x="677223" y="635862"/>
                  </a:lnTo>
                  <a:lnTo>
                    <a:pt x="741171" y="637032"/>
                  </a:lnTo>
                  <a:lnTo>
                    <a:pt x="3865880" y="637032"/>
                  </a:lnTo>
                  <a:lnTo>
                    <a:pt x="3929828" y="635862"/>
                  </a:lnTo>
                  <a:lnTo>
                    <a:pt x="3992267" y="632418"/>
                  </a:lnTo>
                  <a:lnTo>
                    <a:pt x="4052973" y="626795"/>
                  </a:lnTo>
                  <a:lnTo>
                    <a:pt x="4111724" y="619088"/>
                  </a:lnTo>
                  <a:lnTo>
                    <a:pt x="4168297" y="609394"/>
                  </a:lnTo>
                  <a:lnTo>
                    <a:pt x="4222470" y="597807"/>
                  </a:lnTo>
                  <a:lnTo>
                    <a:pt x="4274020" y="584424"/>
                  </a:lnTo>
                  <a:lnTo>
                    <a:pt x="4322725" y="569340"/>
                  </a:lnTo>
                  <a:lnTo>
                    <a:pt x="4368362" y="552651"/>
                  </a:lnTo>
                  <a:lnTo>
                    <a:pt x="4410709" y="534452"/>
                  </a:lnTo>
                  <a:lnTo>
                    <a:pt x="4449543" y="514839"/>
                  </a:lnTo>
                  <a:lnTo>
                    <a:pt x="4484642" y="493908"/>
                  </a:lnTo>
                  <a:lnTo>
                    <a:pt x="4515783" y="471755"/>
                  </a:lnTo>
                  <a:lnTo>
                    <a:pt x="4565301" y="424163"/>
                  </a:lnTo>
                  <a:lnTo>
                    <a:pt x="4596317" y="372828"/>
                  </a:lnTo>
                  <a:lnTo>
                    <a:pt x="4607052" y="318516"/>
                  </a:lnTo>
                  <a:lnTo>
                    <a:pt x="4604331" y="291035"/>
                  </a:lnTo>
                  <a:lnTo>
                    <a:pt x="4583233" y="238116"/>
                  </a:lnTo>
                  <a:lnTo>
                    <a:pt x="4542743" y="188557"/>
                  </a:lnTo>
                  <a:lnTo>
                    <a:pt x="4484642" y="143123"/>
                  </a:lnTo>
                  <a:lnTo>
                    <a:pt x="4449543" y="122192"/>
                  </a:lnTo>
                  <a:lnTo>
                    <a:pt x="4410709" y="102579"/>
                  </a:lnTo>
                  <a:lnTo>
                    <a:pt x="4368362" y="84380"/>
                  </a:lnTo>
                  <a:lnTo>
                    <a:pt x="4322725" y="67691"/>
                  </a:lnTo>
                  <a:lnTo>
                    <a:pt x="4274020" y="52607"/>
                  </a:lnTo>
                  <a:lnTo>
                    <a:pt x="4222470" y="39224"/>
                  </a:lnTo>
                  <a:lnTo>
                    <a:pt x="4168297" y="27637"/>
                  </a:lnTo>
                  <a:lnTo>
                    <a:pt x="4111724" y="17943"/>
                  </a:lnTo>
                  <a:lnTo>
                    <a:pt x="4052973" y="10236"/>
                  </a:lnTo>
                  <a:lnTo>
                    <a:pt x="3992267" y="4613"/>
                  </a:lnTo>
                  <a:lnTo>
                    <a:pt x="3929828" y="1169"/>
                  </a:lnTo>
                  <a:lnTo>
                    <a:pt x="3865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474714" y="831342"/>
              <a:ext cx="4607560" cy="637540"/>
            </a:xfrm>
            <a:custGeom>
              <a:avLst/>
              <a:gdLst/>
              <a:ahLst/>
              <a:cxnLst/>
              <a:rect l="l" t="t" r="r" b="b"/>
              <a:pathLst>
                <a:path w="4607559" h="637540">
                  <a:moveTo>
                    <a:pt x="741171" y="0"/>
                  </a:moveTo>
                  <a:lnTo>
                    <a:pt x="3865880" y="0"/>
                  </a:lnTo>
                  <a:lnTo>
                    <a:pt x="3929828" y="1169"/>
                  </a:lnTo>
                  <a:lnTo>
                    <a:pt x="3992267" y="4613"/>
                  </a:lnTo>
                  <a:lnTo>
                    <a:pt x="4052973" y="10236"/>
                  </a:lnTo>
                  <a:lnTo>
                    <a:pt x="4111724" y="17943"/>
                  </a:lnTo>
                  <a:lnTo>
                    <a:pt x="4168297" y="27637"/>
                  </a:lnTo>
                  <a:lnTo>
                    <a:pt x="4222470" y="39224"/>
                  </a:lnTo>
                  <a:lnTo>
                    <a:pt x="4274020" y="52607"/>
                  </a:lnTo>
                  <a:lnTo>
                    <a:pt x="4322725" y="67691"/>
                  </a:lnTo>
                  <a:lnTo>
                    <a:pt x="4368362" y="84380"/>
                  </a:lnTo>
                  <a:lnTo>
                    <a:pt x="4410709" y="102579"/>
                  </a:lnTo>
                  <a:lnTo>
                    <a:pt x="4449543" y="122192"/>
                  </a:lnTo>
                  <a:lnTo>
                    <a:pt x="4484642" y="143123"/>
                  </a:lnTo>
                  <a:lnTo>
                    <a:pt x="4515783" y="165276"/>
                  </a:lnTo>
                  <a:lnTo>
                    <a:pt x="4565301" y="212868"/>
                  </a:lnTo>
                  <a:lnTo>
                    <a:pt x="4596317" y="264203"/>
                  </a:lnTo>
                  <a:lnTo>
                    <a:pt x="4607052" y="318516"/>
                  </a:lnTo>
                  <a:lnTo>
                    <a:pt x="4604331" y="345996"/>
                  </a:lnTo>
                  <a:lnTo>
                    <a:pt x="4583233" y="398915"/>
                  </a:lnTo>
                  <a:lnTo>
                    <a:pt x="4542743" y="448474"/>
                  </a:lnTo>
                  <a:lnTo>
                    <a:pt x="4484642" y="493908"/>
                  </a:lnTo>
                  <a:lnTo>
                    <a:pt x="4449543" y="514839"/>
                  </a:lnTo>
                  <a:lnTo>
                    <a:pt x="4410709" y="534452"/>
                  </a:lnTo>
                  <a:lnTo>
                    <a:pt x="4368362" y="552651"/>
                  </a:lnTo>
                  <a:lnTo>
                    <a:pt x="4322725" y="569340"/>
                  </a:lnTo>
                  <a:lnTo>
                    <a:pt x="4274020" y="584424"/>
                  </a:lnTo>
                  <a:lnTo>
                    <a:pt x="4222470" y="597807"/>
                  </a:lnTo>
                  <a:lnTo>
                    <a:pt x="4168297" y="609394"/>
                  </a:lnTo>
                  <a:lnTo>
                    <a:pt x="4111724" y="619088"/>
                  </a:lnTo>
                  <a:lnTo>
                    <a:pt x="4052973" y="626795"/>
                  </a:lnTo>
                  <a:lnTo>
                    <a:pt x="3992267" y="632418"/>
                  </a:lnTo>
                  <a:lnTo>
                    <a:pt x="3929828" y="635862"/>
                  </a:lnTo>
                  <a:lnTo>
                    <a:pt x="3865880" y="637032"/>
                  </a:lnTo>
                  <a:lnTo>
                    <a:pt x="741171" y="637032"/>
                  </a:lnTo>
                  <a:lnTo>
                    <a:pt x="677223" y="635862"/>
                  </a:lnTo>
                  <a:lnTo>
                    <a:pt x="614784" y="632418"/>
                  </a:lnTo>
                  <a:lnTo>
                    <a:pt x="554078" y="626795"/>
                  </a:lnTo>
                  <a:lnTo>
                    <a:pt x="495327" y="619088"/>
                  </a:lnTo>
                  <a:lnTo>
                    <a:pt x="438754" y="609394"/>
                  </a:lnTo>
                  <a:lnTo>
                    <a:pt x="384581" y="597807"/>
                  </a:lnTo>
                  <a:lnTo>
                    <a:pt x="333031" y="584424"/>
                  </a:lnTo>
                  <a:lnTo>
                    <a:pt x="284326" y="569340"/>
                  </a:lnTo>
                  <a:lnTo>
                    <a:pt x="238689" y="552651"/>
                  </a:lnTo>
                  <a:lnTo>
                    <a:pt x="196342" y="534452"/>
                  </a:lnTo>
                  <a:lnTo>
                    <a:pt x="157508" y="514839"/>
                  </a:lnTo>
                  <a:lnTo>
                    <a:pt x="122409" y="493908"/>
                  </a:lnTo>
                  <a:lnTo>
                    <a:pt x="91268" y="471755"/>
                  </a:lnTo>
                  <a:lnTo>
                    <a:pt x="41750" y="424163"/>
                  </a:lnTo>
                  <a:lnTo>
                    <a:pt x="10734" y="372828"/>
                  </a:lnTo>
                  <a:lnTo>
                    <a:pt x="0" y="318516"/>
                  </a:lnTo>
                  <a:lnTo>
                    <a:pt x="2720" y="291035"/>
                  </a:lnTo>
                  <a:lnTo>
                    <a:pt x="23818" y="238116"/>
                  </a:lnTo>
                  <a:lnTo>
                    <a:pt x="64308" y="188557"/>
                  </a:lnTo>
                  <a:lnTo>
                    <a:pt x="122409" y="143123"/>
                  </a:lnTo>
                  <a:lnTo>
                    <a:pt x="157508" y="122192"/>
                  </a:lnTo>
                  <a:lnTo>
                    <a:pt x="196342" y="102579"/>
                  </a:lnTo>
                  <a:lnTo>
                    <a:pt x="238689" y="84380"/>
                  </a:lnTo>
                  <a:lnTo>
                    <a:pt x="284326" y="67691"/>
                  </a:lnTo>
                  <a:lnTo>
                    <a:pt x="333031" y="52607"/>
                  </a:lnTo>
                  <a:lnTo>
                    <a:pt x="384581" y="39224"/>
                  </a:lnTo>
                  <a:lnTo>
                    <a:pt x="438754" y="27637"/>
                  </a:lnTo>
                  <a:lnTo>
                    <a:pt x="495327" y="17943"/>
                  </a:lnTo>
                  <a:lnTo>
                    <a:pt x="554078" y="10236"/>
                  </a:lnTo>
                  <a:lnTo>
                    <a:pt x="614784" y="4613"/>
                  </a:lnTo>
                  <a:lnTo>
                    <a:pt x="677223" y="1169"/>
                  </a:lnTo>
                  <a:lnTo>
                    <a:pt x="741171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659880" y="1455432"/>
              <a:ext cx="1032509" cy="5112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796785" y="420878"/>
            <a:ext cx="2263775" cy="1397635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491615">
              <a:lnSpc>
                <a:spcPct val="100000"/>
              </a:lnSpc>
              <a:spcBef>
                <a:spcPts val="1280"/>
              </a:spcBef>
            </a:pPr>
            <a:r>
              <a:rPr sz="1800" b="1" dirty="0">
                <a:latin typeface="Gothic Uralic"/>
                <a:cs typeface="Gothic Uralic"/>
              </a:rPr>
              <a:t>Queue</a:t>
            </a:r>
            <a:endParaRPr sz="1800">
              <a:latin typeface="Gothic Uralic"/>
              <a:cs typeface="Gothic Uralic"/>
            </a:endParaRPr>
          </a:p>
          <a:p>
            <a:pPr marR="82550" algn="r">
              <a:lnSpc>
                <a:spcPct val="100000"/>
              </a:lnSpc>
              <a:spcBef>
                <a:spcPts val="1180"/>
              </a:spcBef>
            </a:pP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P3</a:t>
            </a:r>
            <a:endParaRPr sz="1800">
              <a:latin typeface="Gothic Uralic"/>
              <a:cs typeface="Gothic Uralic"/>
            </a:endParaRPr>
          </a:p>
          <a:p>
            <a:pPr marL="12700">
              <a:lnSpc>
                <a:spcPct val="100000"/>
              </a:lnSpc>
              <a:spcBef>
                <a:spcPts val="1960"/>
              </a:spcBef>
            </a:pPr>
            <a:r>
              <a:rPr sz="1800" spc="-40" dirty="0">
                <a:solidFill>
                  <a:srgbClr val="FF0000"/>
                </a:solidFill>
                <a:latin typeface="Verdana"/>
                <a:cs typeface="Verdana"/>
              </a:rPr>
              <a:t>After</a:t>
            </a:r>
            <a:r>
              <a:rPr sz="1800" spc="-1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spc="-150" dirty="0">
                <a:solidFill>
                  <a:srgbClr val="FF0000"/>
                </a:solidFill>
                <a:latin typeface="Verdana"/>
                <a:cs typeface="Verdana"/>
              </a:rPr>
              <a:t>6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386073" y="432854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4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366517" y="3911853"/>
            <a:ext cx="1130300" cy="464184"/>
            <a:chOff x="2366517" y="3911853"/>
            <a:chExt cx="1130300" cy="464184"/>
          </a:xfrm>
        </p:grpSpPr>
        <p:sp>
          <p:nvSpPr>
            <p:cNvPr id="19" name="object 19"/>
            <p:cNvSpPr/>
            <p:nvPr/>
          </p:nvSpPr>
          <p:spPr>
            <a:xfrm>
              <a:off x="2376677" y="3922013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1065149" y="0"/>
                  </a:moveTo>
                  <a:lnTo>
                    <a:pt x="44323" y="0"/>
                  </a:lnTo>
                  <a:lnTo>
                    <a:pt x="27056" y="3478"/>
                  </a:lnTo>
                  <a:lnTo>
                    <a:pt x="12969" y="12969"/>
                  </a:lnTo>
                  <a:lnTo>
                    <a:pt x="3478" y="27056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78" y="416427"/>
                  </a:lnTo>
                  <a:lnTo>
                    <a:pt x="12969" y="430514"/>
                  </a:lnTo>
                  <a:lnTo>
                    <a:pt x="27056" y="440005"/>
                  </a:lnTo>
                  <a:lnTo>
                    <a:pt x="44323" y="443484"/>
                  </a:lnTo>
                  <a:lnTo>
                    <a:pt x="1065149" y="443484"/>
                  </a:lnTo>
                  <a:lnTo>
                    <a:pt x="1082415" y="440005"/>
                  </a:lnTo>
                  <a:lnTo>
                    <a:pt x="1096502" y="430514"/>
                  </a:lnTo>
                  <a:lnTo>
                    <a:pt x="1105993" y="416427"/>
                  </a:lnTo>
                  <a:lnTo>
                    <a:pt x="1109472" y="399161"/>
                  </a:lnTo>
                  <a:lnTo>
                    <a:pt x="1109472" y="44323"/>
                  </a:lnTo>
                  <a:lnTo>
                    <a:pt x="1105993" y="27056"/>
                  </a:lnTo>
                  <a:lnTo>
                    <a:pt x="1096502" y="12969"/>
                  </a:lnTo>
                  <a:lnTo>
                    <a:pt x="1082415" y="3478"/>
                  </a:lnTo>
                  <a:lnTo>
                    <a:pt x="106514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376677" y="3922013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0" y="44323"/>
                  </a:moveTo>
                  <a:lnTo>
                    <a:pt x="3478" y="27056"/>
                  </a:lnTo>
                  <a:lnTo>
                    <a:pt x="12969" y="12969"/>
                  </a:lnTo>
                  <a:lnTo>
                    <a:pt x="27056" y="3478"/>
                  </a:lnTo>
                  <a:lnTo>
                    <a:pt x="44323" y="0"/>
                  </a:lnTo>
                  <a:lnTo>
                    <a:pt x="1065149" y="0"/>
                  </a:lnTo>
                  <a:lnTo>
                    <a:pt x="1082415" y="3478"/>
                  </a:lnTo>
                  <a:lnTo>
                    <a:pt x="1096502" y="12969"/>
                  </a:lnTo>
                  <a:lnTo>
                    <a:pt x="1105993" y="27056"/>
                  </a:lnTo>
                  <a:lnTo>
                    <a:pt x="1109472" y="44323"/>
                  </a:lnTo>
                  <a:lnTo>
                    <a:pt x="1109472" y="399161"/>
                  </a:lnTo>
                  <a:lnTo>
                    <a:pt x="1105993" y="416427"/>
                  </a:lnTo>
                  <a:lnTo>
                    <a:pt x="1096502" y="430514"/>
                  </a:lnTo>
                  <a:lnTo>
                    <a:pt x="1082415" y="440005"/>
                  </a:lnTo>
                  <a:lnTo>
                    <a:pt x="1065149" y="443484"/>
                  </a:lnTo>
                  <a:lnTo>
                    <a:pt x="44323" y="443484"/>
                  </a:lnTo>
                  <a:lnTo>
                    <a:pt x="27056" y="440005"/>
                  </a:lnTo>
                  <a:lnTo>
                    <a:pt x="12969" y="430514"/>
                  </a:lnTo>
                  <a:lnTo>
                    <a:pt x="3478" y="416427"/>
                  </a:lnTo>
                  <a:lnTo>
                    <a:pt x="0" y="399161"/>
                  </a:lnTo>
                  <a:lnTo>
                    <a:pt x="0" y="4432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512188" y="3878960"/>
            <a:ext cx="164338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07770" algn="l"/>
              </a:tabLst>
            </a:pPr>
            <a:r>
              <a:rPr sz="2900" spc="-135" dirty="0">
                <a:latin typeface="Verdana"/>
                <a:cs typeface="Verdana"/>
              </a:rPr>
              <a:t>P</a:t>
            </a:r>
            <a:r>
              <a:rPr sz="2900" spc="-140" dirty="0">
                <a:latin typeface="Verdana"/>
                <a:cs typeface="Verdana"/>
              </a:rPr>
              <a:t>1</a:t>
            </a:r>
            <a:r>
              <a:rPr sz="2900" dirty="0">
                <a:latin typeface="Verdana"/>
                <a:cs typeface="Verdana"/>
              </a:rPr>
              <a:t>	</a:t>
            </a: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55235" y="4183379"/>
            <a:ext cx="281940" cy="527685"/>
          </a:xfrm>
          <a:custGeom>
            <a:avLst/>
            <a:gdLst/>
            <a:ahLst/>
            <a:cxnLst/>
            <a:rect l="l" t="t" r="r" b="b"/>
            <a:pathLst>
              <a:path w="281939" h="527685">
                <a:moveTo>
                  <a:pt x="253746" y="0"/>
                </a:moveTo>
                <a:lnTo>
                  <a:pt x="28193" y="0"/>
                </a:lnTo>
                <a:lnTo>
                  <a:pt x="17198" y="2208"/>
                </a:lnTo>
                <a:lnTo>
                  <a:pt x="8239" y="8239"/>
                </a:lnTo>
                <a:lnTo>
                  <a:pt x="2208" y="17198"/>
                </a:lnTo>
                <a:lnTo>
                  <a:pt x="0" y="28194"/>
                </a:lnTo>
                <a:lnTo>
                  <a:pt x="0" y="499110"/>
                </a:lnTo>
                <a:lnTo>
                  <a:pt x="2208" y="510105"/>
                </a:lnTo>
                <a:lnTo>
                  <a:pt x="8239" y="519064"/>
                </a:lnTo>
                <a:lnTo>
                  <a:pt x="17198" y="525095"/>
                </a:lnTo>
                <a:lnTo>
                  <a:pt x="28193" y="527304"/>
                </a:lnTo>
                <a:lnTo>
                  <a:pt x="253746" y="527304"/>
                </a:lnTo>
                <a:lnTo>
                  <a:pt x="264741" y="525095"/>
                </a:lnTo>
                <a:lnTo>
                  <a:pt x="273700" y="519064"/>
                </a:lnTo>
                <a:lnTo>
                  <a:pt x="279731" y="510105"/>
                </a:lnTo>
                <a:lnTo>
                  <a:pt x="281939" y="499110"/>
                </a:lnTo>
                <a:lnTo>
                  <a:pt x="281939" y="28194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581905" y="4340097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6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562858" y="3922521"/>
            <a:ext cx="1130300" cy="465455"/>
            <a:chOff x="3562858" y="3922521"/>
            <a:chExt cx="1130300" cy="465455"/>
          </a:xfrm>
        </p:grpSpPr>
        <p:sp>
          <p:nvSpPr>
            <p:cNvPr id="25" name="object 25"/>
            <p:cNvSpPr/>
            <p:nvPr/>
          </p:nvSpPr>
          <p:spPr>
            <a:xfrm>
              <a:off x="3573018" y="393268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1065022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8" y="417843"/>
                  </a:lnTo>
                  <a:lnTo>
                    <a:pt x="13033" y="431974"/>
                  </a:lnTo>
                  <a:lnTo>
                    <a:pt x="27164" y="441509"/>
                  </a:lnTo>
                  <a:lnTo>
                    <a:pt x="44450" y="445008"/>
                  </a:lnTo>
                  <a:lnTo>
                    <a:pt x="1065022" y="445008"/>
                  </a:lnTo>
                  <a:lnTo>
                    <a:pt x="1082307" y="441509"/>
                  </a:lnTo>
                  <a:lnTo>
                    <a:pt x="1096438" y="431974"/>
                  </a:lnTo>
                  <a:lnTo>
                    <a:pt x="1105973" y="417843"/>
                  </a:lnTo>
                  <a:lnTo>
                    <a:pt x="1109472" y="400558"/>
                  </a:lnTo>
                  <a:lnTo>
                    <a:pt x="1109472" y="44450"/>
                  </a:lnTo>
                  <a:lnTo>
                    <a:pt x="1105973" y="27164"/>
                  </a:lnTo>
                  <a:lnTo>
                    <a:pt x="1096438" y="13033"/>
                  </a:lnTo>
                  <a:lnTo>
                    <a:pt x="1082307" y="3498"/>
                  </a:lnTo>
                  <a:lnTo>
                    <a:pt x="106502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573018" y="393268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903726" y="3890517"/>
            <a:ext cx="4476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814059" y="4172711"/>
            <a:ext cx="280670" cy="525780"/>
          </a:xfrm>
          <a:custGeom>
            <a:avLst/>
            <a:gdLst/>
            <a:ahLst/>
            <a:cxnLst/>
            <a:rect l="l" t="t" r="r" b="b"/>
            <a:pathLst>
              <a:path w="280670" h="525779">
                <a:moveTo>
                  <a:pt x="252349" y="0"/>
                </a:moveTo>
                <a:lnTo>
                  <a:pt x="28066" y="0"/>
                </a:lnTo>
                <a:lnTo>
                  <a:pt x="17144" y="2206"/>
                </a:lnTo>
                <a:lnTo>
                  <a:pt x="8223" y="8223"/>
                </a:lnTo>
                <a:lnTo>
                  <a:pt x="2206" y="17144"/>
                </a:lnTo>
                <a:lnTo>
                  <a:pt x="0" y="28067"/>
                </a:lnTo>
                <a:lnTo>
                  <a:pt x="0" y="497713"/>
                </a:lnTo>
                <a:lnTo>
                  <a:pt x="2206" y="508634"/>
                </a:lnTo>
                <a:lnTo>
                  <a:pt x="8223" y="517556"/>
                </a:lnTo>
                <a:lnTo>
                  <a:pt x="17145" y="523573"/>
                </a:lnTo>
                <a:lnTo>
                  <a:pt x="28066" y="525780"/>
                </a:lnTo>
                <a:lnTo>
                  <a:pt x="252349" y="525780"/>
                </a:lnTo>
                <a:lnTo>
                  <a:pt x="263271" y="523573"/>
                </a:lnTo>
                <a:lnTo>
                  <a:pt x="272192" y="517556"/>
                </a:lnTo>
                <a:lnTo>
                  <a:pt x="278209" y="508635"/>
                </a:lnTo>
                <a:lnTo>
                  <a:pt x="280415" y="497713"/>
                </a:lnTo>
                <a:lnTo>
                  <a:pt x="280415" y="28067"/>
                </a:lnTo>
                <a:lnTo>
                  <a:pt x="278209" y="17145"/>
                </a:lnTo>
                <a:lnTo>
                  <a:pt x="272192" y="8223"/>
                </a:lnTo>
                <a:lnTo>
                  <a:pt x="263270" y="2206"/>
                </a:lnTo>
                <a:lnTo>
                  <a:pt x="252349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840095" y="4328540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8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820411" y="3912108"/>
            <a:ext cx="1129665" cy="463550"/>
            <a:chOff x="4820411" y="3912108"/>
            <a:chExt cx="1129665" cy="463550"/>
          </a:xfrm>
        </p:grpSpPr>
        <p:sp>
          <p:nvSpPr>
            <p:cNvPr id="31" name="object 31"/>
            <p:cNvSpPr/>
            <p:nvPr/>
          </p:nvSpPr>
          <p:spPr>
            <a:xfrm>
              <a:off x="4830317" y="3922014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1065149" y="0"/>
                  </a:moveTo>
                  <a:lnTo>
                    <a:pt x="44323" y="0"/>
                  </a:lnTo>
                  <a:lnTo>
                    <a:pt x="27056" y="3478"/>
                  </a:lnTo>
                  <a:lnTo>
                    <a:pt x="12969" y="12969"/>
                  </a:lnTo>
                  <a:lnTo>
                    <a:pt x="3478" y="27056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78" y="416427"/>
                  </a:lnTo>
                  <a:lnTo>
                    <a:pt x="12969" y="430514"/>
                  </a:lnTo>
                  <a:lnTo>
                    <a:pt x="27056" y="440005"/>
                  </a:lnTo>
                  <a:lnTo>
                    <a:pt x="44323" y="443484"/>
                  </a:lnTo>
                  <a:lnTo>
                    <a:pt x="1065149" y="443484"/>
                  </a:lnTo>
                  <a:lnTo>
                    <a:pt x="1082415" y="440005"/>
                  </a:lnTo>
                  <a:lnTo>
                    <a:pt x="1096502" y="430514"/>
                  </a:lnTo>
                  <a:lnTo>
                    <a:pt x="1105993" y="416427"/>
                  </a:lnTo>
                  <a:lnTo>
                    <a:pt x="1109472" y="399161"/>
                  </a:lnTo>
                  <a:lnTo>
                    <a:pt x="1109472" y="44323"/>
                  </a:lnTo>
                  <a:lnTo>
                    <a:pt x="1105993" y="27056"/>
                  </a:lnTo>
                  <a:lnTo>
                    <a:pt x="1096502" y="12969"/>
                  </a:lnTo>
                  <a:lnTo>
                    <a:pt x="1082415" y="3478"/>
                  </a:lnTo>
                  <a:lnTo>
                    <a:pt x="106514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830317" y="3922014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0" y="44323"/>
                  </a:moveTo>
                  <a:lnTo>
                    <a:pt x="3478" y="27056"/>
                  </a:lnTo>
                  <a:lnTo>
                    <a:pt x="12969" y="12969"/>
                  </a:lnTo>
                  <a:lnTo>
                    <a:pt x="27056" y="3478"/>
                  </a:lnTo>
                  <a:lnTo>
                    <a:pt x="44323" y="0"/>
                  </a:lnTo>
                  <a:lnTo>
                    <a:pt x="1065149" y="0"/>
                  </a:lnTo>
                  <a:lnTo>
                    <a:pt x="1082415" y="3478"/>
                  </a:lnTo>
                  <a:lnTo>
                    <a:pt x="1096502" y="12969"/>
                  </a:lnTo>
                  <a:lnTo>
                    <a:pt x="1105993" y="27056"/>
                  </a:lnTo>
                  <a:lnTo>
                    <a:pt x="1109472" y="44323"/>
                  </a:lnTo>
                  <a:lnTo>
                    <a:pt x="1109472" y="399161"/>
                  </a:lnTo>
                  <a:lnTo>
                    <a:pt x="1105993" y="416427"/>
                  </a:lnTo>
                  <a:lnTo>
                    <a:pt x="1096502" y="430514"/>
                  </a:lnTo>
                  <a:lnTo>
                    <a:pt x="1082415" y="440005"/>
                  </a:lnTo>
                  <a:lnTo>
                    <a:pt x="1065149" y="443484"/>
                  </a:lnTo>
                  <a:lnTo>
                    <a:pt x="44323" y="443484"/>
                  </a:lnTo>
                  <a:lnTo>
                    <a:pt x="27056" y="440005"/>
                  </a:lnTo>
                  <a:lnTo>
                    <a:pt x="12969" y="430514"/>
                  </a:lnTo>
                  <a:lnTo>
                    <a:pt x="3478" y="416427"/>
                  </a:lnTo>
                  <a:lnTo>
                    <a:pt x="0" y="399161"/>
                  </a:lnTo>
                  <a:lnTo>
                    <a:pt x="0" y="4432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161534" y="3878960"/>
            <a:ext cx="4476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27499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033551" y="341884"/>
          <a:ext cx="2517139" cy="17767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239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9883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944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07492">
                <a:tc>
                  <a:txBody>
                    <a:bodyPr/>
                    <a:lstStyle/>
                    <a:p>
                      <a:pPr marL="277495" marR="26034" indent="-24447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P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r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oc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e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s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s  Id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4310" marR="121920" indent="-7493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A</a:t>
                      </a:r>
                      <a:r>
                        <a:rPr sz="1400" b="1" spc="-10" dirty="0">
                          <a:latin typeface="Gothic Uralic"/>
                          <a:cs typeface="Gothic Uralic"/>
                        </a:rPr>
                        <a:t>rr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iv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al  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00990" marR="84455" indent="-20002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CPU</a:t>
                      </a:r>
                      <a:r>
                        <a:rPr sz="1400" b="1" spc="-9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400" b="1" spc="-5" dirty="0">
                          <a:latin typeface="Gothic Uralic"/>
                          <a:cs typeface="Gothic Uralic"/>
                        </a:rPr>
                        <a:t>Burst  </a:t>
                      </a:r>
                      <a:r>
                        <a:rPr sz="1400" b="1" dirty="0">
                          <a:latin typeface="Gothic Uralic"/>
                          <a:cs typeface="Gothic Uralic"/>
                        </a:rPr>
                        <a:t>Time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425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64744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P1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400" b="1" dirty="0">
                          <a:latin typeface="Carlito"/>
                          <a:cs typeface="Carlito"/>
                        </a:rPr>
                        <a:t>6</a:t>
                      </a:r>
                      <a:endParaRPr sz="1400">
                        <a:latin typeface="Carlito"/>
                        <a:cs typeface="Carlito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64616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64743">
                <a:tc>
                  <a:txBody>
                    <a:bodyPr/>
                    <a:lstStyle/>
                    <a:p>
                      <a:pPr marR="253365" algn="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spc="5" dirty="0">
                          <a:latin typeface="Gothic Uralic"/>
                          <a:cs typeface="Gothic Uralic"/>
                        </a:rPr>
                        <a:t>P3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3535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615"/>
                        </a:spcBef>
                      </a:pPr>
                      <a:r>
                        <a:rPr sz="14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400">
                        <a:latin typeface="Gothic Uralic"/>
                        <a:cs typeface="Gothic Uralic"/>
                      </a:endParaRPr>
                    </a:p>
                  </a:txBody>
                  <a:tcPr marL="0" marR="0" marT="781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/>
          <p:nvPr/>
        </p:nvSpPr>
        <p:spPr>
          <a:xfrm>
            <a:off x="1252829" y="1978914"/>
            <a:ext cx="20269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Time </a:t>
            </a:r>
            <a:r>
              <a:rPr sz="1800" b="1" dirty="0">
                <a:latin typeface="Gothic Uralic"/>
                <a:cs typeface="Gothic Uralic"/>
              </a:rPr>
              <a:t>Quantum =</a:t>
            </a:r>
            <a:r>
              <a:rPr sz="1800" b="1" spc="-125" dirty="0">
                <a:latin typeface="Gothic Uralic"/>
                <a:cs typeface="Gothic Uralic"/>
              </a:rPr>
              <a:t> </a:t>
            </a:r>
            <a:r>
              <a:rPr sz="1800" b="1" dirty="0">
                <a:latin typeface="Gothic Uralic"/>
                <a:cs typeface="Gothic Uralic"/>
              </a:rPr>
              <a:t>2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039367" y="3911853"/>
            <a:ext cx="2603500" cy="786765"/>
            <a:chOff x="1039367" y="3911853"/>
            <a:chExt cx="2603500" cy="786765"/>
          </a:xfrm>
        </p:grpSpPr>
        <p:sp>
          <p:nvSpPr>
            <p:cNvPr id="5" name="object 5"/>
            <p:cNvSpPr/>
            <p:nvPr/>
          </p:nvSpPr>
          <p:spPr>
            <a:xfrm>
              <a:off x="1039368" y="3922013"/>
              <a:ext cx="1407160" cy="776605"/>
            </a:xfrm>
            <a:custGeom>
              <a:avLst/>
              <a:gdLst/>
              <a:ahLst/>
              <a:cxnLst/>
              <a:rect l="l" t="t" r="r" b="b"/>
              <a:pathLst>
                <a:path w="1407160" h="776604">
                  <a:moveTo>
                    <a:pt x="1406652" y="278892"/>
                  </a:moveTo>
                  <a:lnTo>
                    <a:pt x="1404442" y="267906"/>
                  </a:lnTo>
                  <a:lnTo>
                    <a:pt x="1398409" y="258940"/>
                  </a:lnTo>
                  <a:lnTo>
                    <a:pt x="1389443" y="252907"/>
                  </a:lnTo>
                  <a:lnTo>
                    <a:pt x="1378458" y="250698"/>
                  </a:lnTo>
                  <a:lnTo>
                    <a:pt x="1251966" y="250698"/>
                  </a:lnTo>
                  <a:lnTo>
                    <a:pt x="1251966" y="44323"/>
                  </a:lnTo>
                  <a:lnTo>
                    <a:pt x="1248486" y="27063"/>
                  </a:lnTo>
                  <a:lnTo>
                    <a:pt x="1238986" y="12979"/>
                  </a:lnTo>
                  <a:lnTo>
                    <a:pt x="1224902" y="3479"/>
                  </a:lnTo>
                  <a:lnTo>
                    <a:pt x="1207643" y="0"/>
                  </a:lnTo>
                  <a:lnTo>
                    <a:pt x="186842" y="0"/>
                  </a:lnTo>
                  <a:lnTo>
                    <a:pt x="169570" y="3479"/>
                  </a:lnTo>
                  <a:lnTo>
                    <a:pt x="155473" y="12979"/>
                  </a:lnTo>
                  <a:lnTo>
                    <a:pt x="145973" y="27063"/>
                  </a:lnTo>
                  <a:lnTo>
                    <a:pt x="142494" y="44323"/>
                  </a:lnTo>
                  <a:lnTo>
                    <a:pt x="142494" y="250698"/>
                  </a:lnTo>
                  <a:lnTo>
                    <a:pt x="28194" y="250698"/>
                  </a:lnTo>
                  <a:lnTo>
                    <a:pt x="17208" y="252907"/>
                  </a:lnTo>
                  <a:lnTo>
                    <a:pt x="8255" y="258940"/>
                  </a:lnTo>
                  <a:lnTo>
                    <a:pt x="2209" y="267906"/>
                  </a:lnTo>
                  <a:lnTo>
                    <a:pt x="0" y="278892"/>
                  </a:lnTo>
                  <a:lnTo>
                    <a:pt x="0" y="748284"/>
                  </a:lnTo>
                  <a:lnTo>
                    <a:pt x="2209" y="759282"/>
                  </a:lnTo>
                  <a:lnTo>
                    <a:pt x="8255" y="768248"/>
                  </a:lnTo>
                  <a:lnTo>
                    <a:pt x="17208" y="774280"/>
                  </a:lnTo>
                  <a:lnTo>
                    <a:pt x="28194" y="776478"/>
                  </a:lnTo>
                  <a:lnTo>
                    <a:pt x="253746" y="776478"/>
                  </a:lnTo>
                  <a:lnTo>
                    <a:pt x="264731" y="774280"/>
                  </a:lnTo>
                  <a:lnTo>
                    <a:pt x="273697" y="768248"/>
                  </a:lnTo>
                  <a:lnTo>
                    <a:pt x="279730" y="759282"/>
                  </a:lnTo>
                  <a:lnTo>
                    <a:pt x="281940" y="748284"/>
                  </a:lnTo>
                  <a:lnTo>
                    <a:pt x="281940" y="443484"/>
                  </a:lnTo>
                  <a:lnTo>
                    <a:pt x="1124712" y="443484"/>
                  </a:lnTo>
                  <a:lnTo>
                    <a:pt x="1124712" y="748284"/>
                  </a:lnTo>
                  <a:lnTo>
                    <a:pt x="1126909" y="759282"/>
                  </a:lnTo>
                  <a:lnTo>
                    <a:pt x="1132941" y="768248"/>
                  </a:lnTo>
                  <a:lnTo>
                    <a:pt x="1141907" y="774280"/>
                  </a:lnTo>
                  <a:lnTo>
                    <a:pt x="1152906" y="776478"/>
                  </a:lnTo>
                  <a:lnTo>
                    <a:pt x="1378458" y="776478"/>
                  </a:lnTo>
                  <a:lnTo>
                    <a:pt x="1389443" y="774280"/>
                  </a:lnTo>
                  <a:lnTo>
                    <a:pt x="1398409" y="768248"/>
                  </a:lnTo>
                  <a:lnTo>
                    <a:pt x="1404442" y="759282"/>
                  </a:lnTo>
                  <a:lnTo>
                    <a:pt x="1406652" y="748284"/>
                  </a:lnTo>
                  <a:lnTo>
                    <a:pt x="1406652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81861" y="3922013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80" h="443864">
                  <a:moveTo>
                    <a:pt x="0" y="44323"/>
                  </a:moveTo>
                  <a:lnTo>
                    <a:pt x="3484" y="27056"/>
                  </a:lnTo>
                  <a:lnTo>
                    <a:pt x="12987" y="12969"/>
                  </a:lnTo>
                  <a:lnTo>
                    <a:pt x="27083" y="3478"/>
                  </a:lnTo>
                  <a:lnTo>
                    <a:pt x="44348" y="0"/>
                  </a:lnTo>
                  <a:lnTo>
                    <a:pt x="1065149" y="0"/>
                  </a:lnTo>
                  <a:lnTo>
                    <a:pt x="1082415" y="3478"/>
                  </a:lnTo>
                  <a:lnTo>
                    <a:pt x="1096502" y="12969"/>
                  </a:lnTo>
                  <a:lnTo>
                    <a:pt x="1105993" y="27056"/>
                  </a:lnTo>
                  <a:lnTo>
                    <a:pt x="1109471" y="44323"/>
                  </a:lnTo>
                  <a:lnTo>
                    <a:pt x="1109471" y="399161"/>
                  </a:lnTo>
                  <a:lnTo>
                    <a:pt x="1105993" y="416427"/>
                  </a:lnTo>
                  <a:lnTo>
                    <a:pt x="1096502" y="430514"/>
                  </a:lnTo>
                  <a:lnTo>
                    <a:pt x="1082415" y="440005"/>
                  </a:lnTo>
                  <a:lnTo>
                    <a:pt x="1065149" y="443484"/>
                  </a:lnTo>
                  <a:lnTo>
                    <a:pt x="44348" y="443484"/>
                  </a:lnTo>
                  <a:lnTo>
                    <a:pt x="27083" y="440005"/>
                  </a:lnTo>
                  <a:lnTo>
                    <a:pt x="12987" y="430514"/>
                  </a:lnTo>
                  <a:lnTo>
                    <a:pt x="3484" y="416427"/>
                  </a:lnTo>
                  <a:lnTo>
                    <a:pt x="0" y="399161"/>
                  </a:lnTo>
                  <a:lnTo>
                    <a:pt x="0" y="44323"/>
                  </a:lnTo>
                  <a:close/>
                </a:path>
              </a:pathLst>
            </a:custGeom>
            <a:ln w="1981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376678" y="3922013"/>
              <a:ext cx="1266190" cy="776605"/>
            </a:xfrm>
            <a:custGeom>
              <a:avLst/>
              <a:gdLst/>
              <a:ahLst/>
              <a:cxnLst/>
              <a:rect l="l" t="t" r="r" b="b"/>
              <a:pathLst>
                <a:path w="1266189" h="776604">
                  <a:moveTo>
                    <a:pt x="1265682" y="278892"/>
                  </a:moveTo>
                  <a:lnTo>
                    <a:pt x="1263472" y="267906"/>
                  </a:lnTo>
                  <a:lnTo>
                    <a:pt x="1257439" y="258940"/>
                  </a:lnTo>
                  <a:lnTo>
                    <a:pt x="1248473" y="252907"/>
                  </a:lnTo>
                  <a:lnTo>
                    <a:pt x="1237488" y="250698"/>
                  </a:lnTo>
                  <a:lnTo>
                    <a:pt x="1109472" y="250698"/>
                  </a:lnTo>
                  <a:lnTo>
                    <a:pt x="1109472" y="44323"/>
                  </a:lnTo>
                  <a:lnTo>
                    <a:pt x="1105992" y="27063"/>
                  </a:lnTo>
                  <a:lnTo>
                    <a:pt x="1096492" y="12979"/>
                  </a:lnTo>
                  <a:lnTo>
                    <a:pt x="1082408" y="3479"/>
                  </a:lnTo>
                  <a:lnTo>
                    <a:pt x="1065149" y="0"/>
                  </a:lnTo>
                  <a:lnTo>
                    <a:pt x="44323" y="0"/>
                  </a:lnTo>
                  <a:lnTo>
                    <a:pt x="27051" y="3479"/>
                  </a:lnTo>
                  <a:lnTo>
                    <a:pt x="12966" y="12979"/>
                  </a:lnTo>
                  <a:lnTo>
                    <a:pt x="3467" y="27063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67" y="416433"/>
                  </a:lnTo>
                  <a:lnTo>
                    <a:pt x="12966" y="430517"/>
                  </a:lnTo>
                  <a:lnTo>
                    <a:pt x="27051" y="440016"/>
                  </a:lnTo>
                  <a:lnTo>
                    <a:pt x="44323" y="443484"/>
                  </a:lnTo>
                  <a:lnTo>
                    <a:pt x="983742" y="443484"/>
                  </a:lnTo>
                  <a:lnTo>
                    <a:pt x="983742" y="748284"/>
                  </a:lnTo>
                  <a:lnTo>
                    <a:pt x="985939" y="759282"/>
                  </a:lnTo>
                  <a:lnTo>
                    <a:pt x="991971" y="768248"/>
                  </a:lnTo>
                  <a:lnTo>
                    <a:pt x="1000937" y="774280"/>
                  </a:lnTo>
                  <a:lnTo>
                    <a:pt x="1011936" y="776478"/>
                  </a:lnTo>
                  <a:lnTo>
                    <a:pt x="1237488" y="776478"/>
                  </a:lnTo>
                  <a:lnTo>
                    <a:pt x="1248473" y="774280"/>
                  </a:lnTo>
                  <a:lnTo>
                    <a:pt x="1257439" y="768248"/>
                  </a:lnTo>
                  <a:lnTo>
                    <a:pt x="1263472" y="759282"/>
                  </a:lnTo>
                  <a:lnTo>
                    <a:pt x="1265682" y="748284"/>
                  </a:lnTo>
                  <a:lnTo>
                    <a:pt x="1265682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76677" y="3922013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0" y="44323"/>
                  </a:moveTo>
                  <a:lnTo>
                    <a:pt x="3478" y="27056"/>
                  </a:lnTo>
                  <a:lnTo>
                    <a:pt x="12969" y="12969"/>
                  </a:lnTo>
                  <a:lnTo>
                    <a:pt x="27056" y="3478"/>
                  </a:lnTo>
                  <a:lnTo>
                    <a:pt x="44323" y="0"/>
                  </a:lnTo>
                  <a:lnTo>
                    <a:pt x="1065149" y="0"/>
                  </a:lnTo>
                  <a:lnTo>
                    <a:pt x="1082415" y="3478"/>
                  </a:lnTo>
                  <a:lnTo>
                    <a:pt x="1096502" y="12969"/>
                  </a:lnTo>
                  <a:lnTo>
                    <a:pt x="1105993" y="27056"/>
                  </a:lnTo>
                  <a:lnTo>
                    <a:pt x="1109472" y="44323"/>
                  </a:lnTo>
                  <a:lnTo>
                    <a:pt x="1109472" y="399161"/>
                  </a:lnTo>
                  <a:lnTo>
                    <a:pt x="1105993" y="416427"/>
                  </a:lnTo>
                  <a:lnTo>
                    <a:pt x="1096502" y="430514"/>
                  </a:lnTo>
                  <a:lnTo>
                    <a:pt x="1082415" y="440005"/>
                  </a:lnTo>
                  <a:lnTo>
                    <a:pt x="1065149" y="443484"/>
                  </a:lnTo>
                  <a:lnTo>
                    <a:pt x="44323" y="443484"/>
                  </a:lnTo>
                  <a:lnTo>
                    <a:pt x="27056" y="440005"/>
                  </a:lnTo>
                  <a:lnTo>
                    <a:pt x="12969" y="430514"/>
                  </a:lnTo>
                  <a:lnTo>
                    <a:pt x="3478" y="416427"/>
                  </a:lnTo>
                  <a:lnTo>
                    <a:pt x="0" y="399161"/>
                  </a:lnTo>
                  <a:lnTo>
                    <a:pt x="0" y="4432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65682" y="3878960"/>
            <a:ext cx="2550795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00"/>
              </a:spcBef>
              <a:tabLst>
                <a:tab pos="1195070" algn="l"/>
              </a:tabLst>
            </a:pPr>
            <a:r>
              <a:rPr sz="2900" spc="-135" dirty="0">
                <a:latin typeface="Verdana"/>
                <a:cs typeface="Verdana"/>
              </a:rPr>
              <a:t>P1	</a:t>
            </a: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  <a:tabLst>
                <a:tab pos="1124585" algn="l"/>
                <a:tab pos="2320290" algn="l"/>
              </a:tabLst>
            </a:pPr>
            <a:r>
              <a:rPr sz="2900" spc="-235" dirty="0">
                <a:latin typeface="Verdana"/>
                <a:cs typeface="Verdana"/>
              </a:rPr>
              <a:t>0	2	4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464808" y="821436"/>
            <a:ext cx="4627245" cy="1145540"/>
            <a:chOff x="6464808" y="821436"/>
            <a:chExt cx="4627245" cy="1145540"/>
          </a:xfrm>
        </p:grpSpPr>
        <p:sp>
          <p:nvSpPr>
            <p:cNvPr id="11" name="object 11"/>
            <p:cNvSpPr/>
            <p:nvPr/>
          </p:nvSpPr>
          <p:spPr>
            <a:xfrm>
              <a:off x="6474714" y="831342"/>
              <a:ext cx="4607560" cy="637540"/>
            </a:xfrm>
            <a:custGeom>
              <a:avLst/>
              <a:gdLst/>
              <a:ahLst/>
              <a:cxnLst/>
              <a:rect l="l" t="t" r="r" b="b"/>
              <a:pathLst>
                <a:path w="4607559" h="637540">
                  <a:moveTo>
                    <a:pt x="3865880" y="0"/>
                  </a:moveTo>
                  <a:lnTo>
                    <a:pt x="741171" y="0"/>
                  </a:lnTo>
                  <a:lnTo>
                    <a:pt x="677223" y="1169"/>
                  </a:lnTo>
                  <a:lnTo>
                    <a:pt x="614784" y="4613"/>
                  </a:lnTo>
                  <a:lnTo>
                    <a:pt x="554078" y="10236"/>
                  </a:lnTo>
                  <a:lnTo>
                    <a:pt x="495327" y="17943"/>
                  </a:lnTo>
                  <a:lnTo>
                    <a:pt x="438754" y="27637"/>
                  </a:lnTo>
                  <a:lnTo>
                    <a:pt x="384581" y="39224"/>
                  </a:lnTo>
                  <a:lnTo>
                    <a:pt x="333031" y="52607"/>
                  </a:lnTo>
                  <a:lnTo>
                    <a:pt x="284326" y="67691"/>
                  </a:lnTo>
                  <a:lnTo>
                    <a:pt x="238689" y="84380"/>
                  </a:lnTo>
                  <a:lnTo>
                    <a:pt x="196342" y="102579"/>
                  </a:lnTo>
                  <a:lnTo>
                    <a:pt x="157508" y="122192"/>
                  </a:lnTo>
                  <a:lnTo>
                    <a:pt x="122409" y="143123"/>
                  </a:lnTo>
                  <a:lnTo>
                    <a:pt x="91268" y="165276"/>
                  </a:lnTo>
                  <a:lnTo>
                    <a:pt x="41750" y="212868"/>
                  </a:lnTo>
                  <a:lnTo>
                    <a:pt x="10734" y="264203"/>
                  </a:lnTo>
                  <a:lnTo>
                    <a:pt x="0" y="318516"/>
                  </a:lnTo>
                  <a:lnTo>
                    <a:pt x="2720" y="345996"/>
                  </a:lnTo>
                  <a:lnTo>
                    <a:pt x="23818" y="398915"/>
                  </a:lnTo>
                  <a:lnTo>
                    <a:pt x="64308" y="448474"/>
                  </a:lnTo>
                  <a:lnTo>
                    <a:pt x="122409" y="493908"/>
                  </a:lnTo>
                  <a:lnTo>
                    <a:pt x="157508" y="514839"/>
                  </a:lnTo>
                  <a:lnTo>
                    <a:pt x="196342" y="534452"/>
                  </a:lnTo>
                  <a:lnTo>
                    <a:pt x="238689" y="552651"/>
                  </a:lnTo>
                  <a:lnTo>
                    <a:pt x="284326" y="569340"/>
                  </a:lnTo>
                  <a:lnTo>
                    <a:pt x="333031" y="584424"/>
                  </a:lnTo>
                  <a:lnTo>
                    <a:pt x="384581" y="597807"/>
                  </a:lnTo>
                  <a:lnTo>
                    <a:pt x="438754" y="609394"/>
                  </a:lnTo>
                  <a:lnTo>
                    <a:pt x="495327" y="619088"/>
                  </a:lnTo>
                  <a:lnTo>
                    <a:pt x="554078" y="626795"/>
                  </a:lnTo>
                  <a:lnTo>
                    <a:pt x="614784" y="632418"/>
                  </a:lnTo>
                  <a:lnTo>
                    <a:pt x="677223" y="635862"/>
                  </a:lnTo>
                  <a:lnTo>
                    <a:pt x="741171" y="637032"/>
                  </a:lnTo>
                  <a:lnTo>
                    <a:pt x="3865880" y="637032"/>
                  </a:lnTo>
                  <a:lnTo>
                    <a:pt x="3929828" y="635862"/>
                  </a:lnTo>
                  <a:lnTo>
                    <a:pt x="3992267" y="632418"/>
                  </a:lnTo>
                  <a:lnTo>
                    <a:pt x="4052973" y="626795"/>
                  </a:lnTo>
                  <a:lnTo>
                    <a:pt x="4111724" y="619088"/>
                  </a:lnTo>
                  <a:lnTo>
                    <a:pt x="4168297" y="609394"/>
                  </a:lnTo>
                  <a:lnTo>
                    <a:pt x="4222470" y="597807"/>
                  </a:lnTo>
                  <a:lnTo>
                    <a:pt x="4274020" y="584424"/>
                  </a:lnTo>
                  <a:lnTo>
                    <a:pt x="4322725" y="569340"/>
                  </a:lnTo>
                  <a:lnTo>
                    <a:pt x="4368362" y="552651"/>
                  </a:lnTo>
                  <a:lnTo>
                    <a:pt x="4410709" y="534452"/>
                  </a:lnTo>
                  <a:lnTo>
                    <a:pt x="4449543" y="514839"/>
                  </a:lnTo>
                  <a:lnTo>
                    <a:pt x="4484642" y="493908"/>
                  </a:lnTo>
                  <a:lnTo>
                    <a:pt x="4515783" y="471755"/>
                  </a:lnTo>
                  <a:lnTo>
                    <a:pt x="4565301" y="424163"/>
                  </a:lnTo>
                  <a:lnTo>
                    <a:pt x="4596317" y="372828"/>
                  </a:lnTo>
                  <a:lnTo>
                    <a:pt x="4607052" y="318516"/>
                  </a:lnTo>
                  <a:lnTo>
                    <a:pt x="4604331" y="291035"/>
                  </a:lnTo>
                  <a:lnTo>
                    <a:pt x="4583233" y="238116"/>
                  </a:lnTo>
                  <a:lnTo>
                    <a:pt x="4542743" y="188557"/>
                  </a:lnTo>
                  <a:lnTo>
                    <a:pt x="4484642" y="143123"/>
                  </a:lnTo>
                  <a:lnTo>
                    <a:pt x="4449543" y="122192"/>
                  </a:lnTo>
                  <a:lnTo>
                    <a:pt x="4410709" y="102579"/>
                  </a:lnTo>
                  <a:lnTo>
                    <a:pt x="4368362" y="84380"/>
                  </a:lnTo>
                  <a:lnTo>
                    <a:pt x="4322725" y="67691"/>
                  </a:lnTo>
                  <a:lnTo>
                    <a:pt x="4274020" y="52607"/>
                  </a:lnTo>
                  <a:lnTo>
                    <a:pt x="4222470" y="39224"/>
                  </a:lnTo>
                  <a:lnTo>
                    <a:pt x="4168297" y="27637"/>
                  </a:lnTo>
                  <a:lnTo>
                    <a:pt x="4111724" y="17943"/>
                  </a:lnTo>
                  <a:lnTo>
                    <a:pt x="4052973" y="10236"/>
                  </a:lnTo>
                  <a:lnTo>
                    <a:pt x="3992267" y="4613"/>
                  </a:lnTo>
                  <a:lnTo>
                    <a:pt x="3929828" y="1169"/>
                  </a:lnTo>
                  <a:lnTo>
                    <a:pt x="38658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474714" y="831342"/>
              <a:ext cx="4607560" cy="637540"/>
            </a:xfrm>
            <a:custGeom>
              <a:avLst/>
              <a:gdLst/>
              <a:ahLst/>
              <a:cxnLst/>
              <a:rect l="l" t="t" r="r" b="b"/>
              <a:pathLst>
                <a:path w="4607559" h="637540">
                  <a:moveTo>
                    <a:pt x="741171" y="0"/>
                  </a:moveTo>
                  <a:lnTo>
                    <a:pt x="3865880" y="0"/>
                  </a:lnTo>
                  <a:lnTo>
                    <a:pt x="3929828" y="1169"/>
                  </a:lnTo>
                  <a:lnTo>
                    <a:pt x="3992267" y="4613"/>
                  </a:lnTo>
                  <a:lnTo>
                    <a:pt x="4052973" y="10236"/>
                  </a:lnTo>
                  <a:lnTo>
                    <a:pt x="4111724" y="17943"/>
                  </a:lnTo>
                  <a:lnTo>
                    <a:pt x="4168297" y="27637"/>
                  </a:lnTo>
                  <a:lnTo>
                    <a:pt x="4222470" y="39224"/>
                  </a:lnTo>
                  <a:lnTo>
                    <a:pt x="4274020" y="52607"/>
                  </a:lnTo>
                  <a:lnTo>
                    <a:pt x="4322725" y="67691"/>
                  </a:lnTo>
                  <a:lnTo>
                    <a:pt x="4368362" y="84380"/>
                  </a:lnTo>
                  <a:lnTo>
                    <a:pt x="4410709" y="102579"/>
                  </a:lnTo>
                  <a:lnTo>
                    <a:pt x="4449543" y="122192"/>
                  </a:lnTo>
                  <a:lnTo>
                    <a:pt x="4484642" y="143123"/>
                  </a:lnTo>
                  <a:lnTo>
                    <a:pt x="4515783" y="165276"/>
                  </a:lnTo>
                  <a:lnTo>
                    <a:pt x="4565301" y="212868"/>
                  </a:lnTo>
                  <a:lnTo>
                    <a:pt x="4596317" y="264203"/>
                  </a:lnTo>
                  <a:lnTo>
                    <a:pt x="4607052" y="318516"/>
                  </a:lnTo>
                  <a:lnTo>
                    <a:pt x="4604331" y="345996"/>
                  </a:lnTo>
                  <a:lnTo>
                    <a:pt x="4583233" y="398915"/>
                  </a:lnTo>
                  <a:lnTo>
                    <a:pt x="4542743" y="448474"/>
                  </a:lnTo>
                  <a:lnTo>
                    <a:pt x="4484642" y="493908"/>
                  </a:lnTo>
                  <a:lnTo>
                    <a:pt x="4449543" y="514839"/>
                  </a:lnTo>
                  <a:lnTo>
                    <a:pt x="4410709" y="534452"/>
                  </a:lnTo>
                  <a:lnTo>
                    <a:pt x="4368362" y="552651"/>
                  </a:lnTo>
                  <a:lnTo>
                    <a:pt x="4322725" y="569340"/>
                  </a:lnTo>
                  <a:lnTo>
                    <a:pt x="4274020" y="584424"/>
                  </a:lnTo>
                  <a:lnTo>
                    <a:pt x="4222470" y="597807"/>
                  </a:lnTo>
                  <a:lnTo>
                    <a:pt x="4168297" y="609394"/>
                  </a:lnTo>
                  <a:lnTo>
                    <a:pt x="4111724" y="619088"/>
                  </a:lnTo>
                  <a:lnTo>
                    <a:pt x="4052973" y="626795"/>
                  </a:lnTo>
                  <a:lnTo>
                    <a:pt x="3992267" y="632418"/>
                  </a:lnTo>
                  <a:lnTo>
                    <a:pt x="3929828" y="635862"/>
                  </a:lnTo>
                  <a:lnTo>
                    <a:pt x="3865880" y="637032"/>
                  </a:lnTo>
                  <a:lnTo>
                    <a:pt x="741171" y="637032"/>
                  </a:lnTo>
                  <a:lnTo>
                    <a:pt x="677223" y="635862"/>
                  </a:lnTo>
                  <a:lnTo>
                    <a:pt x="614784" y="632418"/>
                  </a:lnTo>
                  <a:lnTo>
                    <a:pt x="554078" y="626795"/>
                  </a:lnTo>
                  <a:lnTo>
                    <a:pt x="495327" y="619088"/>
                  </a:lnTo>
                  <a:lnTo>
                    <a:pt x="438754" y="609394"/>
                  </a:lnTo>
                  <a:lnTo>
                    <a:pt x="384581" y="597807"/>
                  </a:lnTo>
                  <a:lnTo>
                    <a:pt x="333031" y="584424"/>
                  </a:lnTo>
                  <a:lnTo>
                    <a:pt x="284326" y="569340"/>
                  </a:lnTo>
                  <a:lnTo>
                    <a:pt x="238689" y="552651"/>
                  </a:lnTo>
                  <a:lnTo>
                    <a:pt x="196342" y="534452"/>
                  </a:lnTo>
                  <a:lnTo>
                    <a:pt x="157508" y="514839"/>
                  </a:lnTo>
                  <a:lnTo>
                    <a:pt x="122409" y="493908"/>
                  </a:lnTo>
                  <a:lnTo>
                    <a:pt x="91268" y="471755"/>
                  </a:lnTo>
                  <a:lnTo>
                    <a:pt x="41750" y="424163"/>
                  </a:lnTo>
                  <a:lnTo>
                    <a:pt x="10734" y="372828"/>
                  </a:lnTo>
                  <a:lnTo>
                    <a:pt x="0" y="318516"/>
                  </a:lnTo>
                  <a:lnTo>
                    <a:pt x="2720" y="291035"/>
                  </a:lnTo>
                  <a:lnTo>
                    <a:pt x="23818" y="238116"/>
                  </a:lnTo>
                  <a:lnTo>
                    <a:pt x="64308" y="188557"/>
                  </a:lnTo>
                  <a:lnTo>
                    <a:pt x="122409" y="143123"/>
                  </a:lnTo>
                  <a:lnTo>
                    <a:pt x="157508" y="122192"/>
                  </a:lnTo>
                  <a:lnTo>
                    <a:pt x="196342" y="102579"/>
                  </a:lnTo>
                  <a:lnTo>
                    <a:pt x="238689" y="84380"/>
                  </a:lnTo>
                  <a:lnTo>
                    <a:pt x="284326" y="67691"/>
                  </a:lnTo>
                  <a:lnTo>
                    <a:pt x="333031" y="52607"/>
                  </a:lnTo>
                  <a:lnTo>
                    <a:pt x="384581" y="39224"/>
                  </a:lnTo>
                  <a:lnTo>
                    <a:pt x="438754" y="27637"/>
                  </a:lnTo>
                  <a:lnTo>
                    <a:pt x="495327" y="17943"/>
                  </a:lnTo>
                  <a:lnTo>
                    <a:pt x="554078" y="10236"/>
                  </a:lnTo>
                  <a:lnTo>
                    <a:pt x="614784" y="4613"/>
                  </a:lnTo>
                  <a:lnTo>
                    <a:pt x="677223" y="1169"/>
                  </a:lnTo>
                  <a:lnTo>
                    <a:pt x="741171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59880" y="1455432"/>
              <a:ext cx="867918" cy="51128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96785" y="570738"/>
            <a:ext cx="2263775" cy="1247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1615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Gothic Uralic"/>
                <a:cs typeface="Gothic Uralic"/>
              </a:rPr>
              <a:t>Queue</a:t>
            </a:r>
            <a:endParaRPr sz="1800">
              <a:latin typeface="Gothic Uralic"/>
              <a:cs typeface="Gothic Uralic"/>
            </a:endParaRPr>
          </a:p>
          <a:p>
            <a:pPr>
              <a:lnSpc>
                <a:spcPct val="100000"/>
              </a:lnSpc>
            </a:pPr>
            <a:endParaRPr sz="2200">
              <a:latin typeface="Gothic Uralic"/>
              <a:cs typeface="Gothic Uralic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150">
              <a:latin typeface="Gothic Uralic"/>
              <a:cs typeface="Gothic Uralic"/>
            </a:endParaRPr>
          </a:p>
          <a:p>
            <a:pPr marL="12700">
              <a:lnSpc>
                <a:spcPct val="100000"/>
              </a:lnSpc>
            </a:pPr>
            <a:r>
              <a:rPr sz="1800" spc="-65" dirty="0">
                <a:solidFill>
                  <a:srgbClr val="FF0000"/>
                </a:solidFill>
                <a:latin typeface="Verdana"/>
                <a:cs typeface="Verdana"/>
              </a:rPr>
              <a:t>Final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55235" y="4183379"/>
            <a:ext cx="281940" cy="527685"/>
          </a:xfrm>
          <a:custGeom>
            <a:avLst/>
            <a:gdLst/>
            <a:ahLst/>
            <a:cxnLst/>
            <a:rect l="l" t="t" r="r" b="b"/>
            <a:pathLst>
              <a:path w="281939" h="527685">
                <a:moveTo>
                  <a:pt x="253746" y="0"/>
                </a:moveTo>
                <a:lnTo>
                  <a:pt x="28193" y="0"/>
                </a:lnTo>
                <a:lnTo>
                  <a:pt x="17198" y="2208"/>
                </a:lnTo>
                <a:lnTo>
                  <a:pt x="8239" y="8239"/>
                </a:lnTo>
                <a:lnTo>
                  <a:pt x="2208" y="17198"/>
                </a:lnTo>
                <a:lnTo>
                  <a:pt x="0" y="28194"/>
                </a:lnTo>
                <a:lnTo>
                  <a:pt x="0" y="499110"/>
                </a:lnTo>
                <a:lnTo>
                  <a:pt x="2208" y="510105"/>
                </a:lnTo>
                <a:lnTo>
                  <a:pt x="8239" y="519064"/>
                </a:lnTo>
                <a:lnTo>
                  <a:pt x="17198" y="525095"/>
                </a:lnTo>
                <a:lnTo>
                  <a:pt x="28193" y="527304"/>
                </a:lnTo>
                <a:lnTo>
                  <a:pt x="253746" y="527304"/>
                </a:lnTo>
                <a:lnTo>
                  <a:pt x="264741" y="525095"/>
                </a:lnTo>
                <a:lnTo>
                  <a:pt x="273700" y="519064"/>
                </a:lnTo>
                <a:lnTo>
                  <a:pt x="279731" y="510105"/>
                </a:lnTo>
                <a:lnTo>
                  <a:pt x="281939" y="499110"/>
                </a:lnTo>
                <a:lnTo>
                  <a:pt x="281939" y="28194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581905" y="4340097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6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562858" y="3922521"/>
            <a:ext cx="1130300" cy="465455"/>
            <a:chOff x="3562858" y="3922521"/>
            <a:chExt cx="1130300" cy="465455"/>
          </a:xfrm>
        </p:grpSpPr>
        <p:sp>
          <p:nvSpPr>
            <p:cNvPr id="18" name="object 18"/>
            <p:cNvSpPr/>
            <p:nvPr/>
          </p:nvSpPr>
          <p:spPr>
            <a:xfrm>
              <a:off x="3573018" y="393268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1065022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8" y="417843"/>
                  </a:lnTo>
                  <a:lnTo>
                    <a:pt x="13033" y="431974"/>
                  </a:lnTo>
                  <a:lnTo>
                    <a:pt x="27164" y="441509"/>
                  </a:lnTo>
                  <a:lnTo>
                    <a:pt x="44450" y="445008"/>
                  </a:lnTo>
                  <a:lnTo>
                    <a:pt x="1065022" y="445008"/>
                  </a:lnTo>
                  <a:lnTo>
                    <a:pt x="1082307" y="441509"/>
                  </a:lnTo>
                  <a:lnTo>
                    <a:pt x="1096438" y="431974"/>
                  </a:lnTo>
                  <a:lnTo>
                    <a:pt x="1105973" y="417843"/>
                  </a:lnTo>
                  <a:lnTo>
                    <a:pt x="1109472" y="400558"/>
                  </a:lnTo>
                  <a:lnTo>
                    <a:pt x="1109472" y="44450"/>
                  </a:lnTo>
                  <a:lnTo>
                    <a:pt x="1105973" y="27164"/>
                  </a:lnTo>
                  <a:lnTo>
                    <a:pt x="1096438" y="13033"/>
                  </a:lnTo>
                  <a:lnTo>
                    <a:pt x="1082307" y="3498"/>
                  </a:lnTo>
                  <a:lnTo>
                    <a:pt x="106502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573018" y="393268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903726" y="3890517"/>
            <a:ext cx="4476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820158" y="3911853"/>
            <a:ext cx="1274445" cy="786765"/>
            <a:chOff x="4820158" y="3911853"/>
            <a:chExt cx="1274445" cy="786765"/>
          </a:xfrm>
        </p:grpSpPr>
        <p:sp>
          <p:nvSpPr>
            <p:cNvPr id="22" name="object 22"/>
            <p:cNvSpPr/>
            <p:nvPr/>
          </p:nvSpPr>
          <p:spPr>
            <a:xfrm>
              <a:off x="4830318" y="3922013"/>
              <a:ext cx="1264285" cy="776605"/>
            </a:xfrm>
            <a:custGeom>
              <a:avLst/>
              <a:gdLst/>
              <a:ahLst/>
              <a:cxnLst/>
              <a:rect l="l" t="t" r="r" b="b"/>
              <a:pathLst>
                <a:path w="1264285" h="776604">
                  <a:moveTo>
                    <a:pt x="1264158" y="278765"/>
                  </a:moveTo>
                  <a:lnTo>
                    <a:pt x="1261948" y="267855"/>
                  </a:lnTo>
                  <a:lnTo>
                    <a:pt x="1255928" y="258927"/>
                  </a:lnTo>
                  <a:lnTo>
                    <a:pt x="1247013" y="252907"/>
                  </a:lnTo>
                  <a:lnTo>
                    <a:pt x="1236091" y="250698"/>
                  </a:lnTo>
                  <a:lnTo>
                    <a:pt x="1109472" y="250698"/>
                  </a:lnTo>
                  <a:lnTo>
                    <a:pt x="1109472" y="44323"/>
                  </a:lnTo>
                  <a:lnTo>
                    <a:pt x="1105992" y="27063"/>
                  </a:lnTo>
                  <a:lnTo>
                    <a:pt x="1096492" y="12979"/>
                  </a:lnTo>
                  <a:lnTo>
                    <a:pt x="1082408" y="3479"/>
                  </a:lnTo>
                  <a:lnTo>
                    <a:pt x="1065149" y="0"/>
                  </a:lnTo>
                  <a:lnTo>
                    <a:pt x="44323" y="0"/>
                  </a:lnTo>
                  <a:lnTo>
                    <a:pt x="27051" y="3479"/>
                  </a:lnTo>
                  <a:lnTo>
                    <a:pt x="12966" y="12979"/>
                  </a:lnTo>
                  <a:lnTo>
                    <a:pt x="3467" y="27063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67" y="416433"/>
                  </a:lnTo>
                  <a:lnTo>
                    <a:pt x="12966" y="430517"/>
                  </a:lnTo>
                  <a:lnTo>
                    <a:pt x="27051" y="440016"/>
                  </a:lnTo>
                  <a:lnTo>
                    <a:pt x="44323" y="443484"/>
                  </a:lnTo>
                  <a:lnTo>
                    <a:pt x="983742" y="443484"/>
                  </a:lnTo>
                  <a:lnTo>
                    <a:pt x="983742" y="748411"/>
                  </a:lnTo>
                  <a:lnTo>
                    <a:pt x="985939" y="759333"/>
                  </a:lnTo>
                  <a:lnTo>
                    <a:pt x="991958" y="768261"/>
                  </a:lnTo>
                  <a:lnTo>
                    <a:pt x="1000887" y="774280"/>
                  </a:lnTo>
                  <a:lnTo>
                    <a:pt x="1011809" y="776478"/>
                  </a:lnTo>
                  <a:lnTo>
                    <a:pt x="1236091" y="776478"/>
                  </a:lnTo>
                  <a:lnTo>
                    <a:pt x="1247013" y="774280"/>
                  </a:lnTo>
                  <a:lnTo>
                    <a:pt x="1255928" y="768261"/>
                  </a:lnTo>
                  <a:lnTo>
                    <a:pt x="1261948" y="759333"/>
                  </a:lnTo>
                  <a:lnTo>
                    <a:pt x="1264158" y="748411"/>
                  </a:lnTo>
                  <a:lnTo>
                    <a:pt x="1264158" y="278765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830318" y="3922013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0" y="44323"/>
                  </a:moveTo>
                  <a:lnTo>
                    <a:pt x="3478" y="27056"/>
                  </a:lnTo>
                  <a:lnTo>
                    <a:pt x="12969" y="12969"/>
                  </a:lnTo>
                  <a:lnTo>
                    <a:pt x="27056" y="3478"/>
                  </a:lnTo>
                  <a:lnTo>
                    <a:pt x="44323" y="0"/>
                  </a:lnTo>
                  <a:lnTo>
                    <a:pt x="1065149" y="0"/>
                  </a:lnTo>
                  <a:lnTo>
                    <a:pt x="1082415" y="3478"/>
                  </a:lnTo>
                  <a:lnTo>
                    <a:pt x="1096502" y="12969"/>
                  </a:lnTo>
                  <a:lnTo>
                    <a:pt x="1105993" y="27056"/>
                  </a:lnTo>
                  <a:lnTo>
                    <a:pt x="1109472" y="44323"/>
                  </a:lnTo>
                  <a:lnTo>
                    <a:pt x="1109472" y="399161"/>
                  </a:lnTo>
                  <a:lnTo>
                    <a:pt x="1105993" y="416427"/>
                  </a:lnTo>
                  <a:lnTo>
                    <a:pt x="1096502" y="430514"/>
                  </a:lnTo>
                  <a:lnTo>
                    <a:pt x="1082415" y="440005"/>
                  </a:lnTo>
                  <a:lnTo>
                    <a:pt x="1065149" y="443484"/>
                  </a:lnTo>
                  <a:lnTo>
                    <a:pt x="44323" y="443484"/>
                  </a:lnTo>
                  <a:lnTo>
                    <a:pt x="27056" y="440005"/>
                  </a:lnTo>
                  <a:lnTo>
                    <a:pt x="12969" y="430514"/>
                  </a:lnTo>
                  <a:lnTo>
                    <a:pt x="3478" y="416427"/>
                  </a:lnTo>
                  <a:lnTo>
                    <a:pt x="0" y="399161"/>
                  </a:lnTo>
                  <a:lnTo>
                    <a:pt x="0" y="4432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5161534" y="3878960"/>
            <a:ext cx="908685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0"/>
              </a:spcBef>
            </a:pPr>
            <a:r>
              <a:rPr sz="2900" spc="-235" dirty="0">
                <a:latin typeface="Verdana"/>
                <a:cs typeface="Verdana"/>
              </a:rPr>
              <a:t>8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037831" y="4197096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40" h="525779">
                <a:moveTo>
                  <a:pt x="253746" y="0"/>
                </a:moveTo>
                <a:lnTo>
                  <a:pt x="28194" y="0"/>
                </a:lnTo>
                <a:lnTo>
                  <a:pt x="17198" y="2208"/>
                </a:lnTo>
                <a:lnTo>
                  <a:pt x="8239" y="8239"/>
                </a:lnTo>
                <a:lnTo>
                  <a:pt x="2208" y="17198"/>
                </a:lnTo>
                <a:lnTo>
                  <a:pt x="0" y="28193"/>
                </a:lnTo>
                <a:lnTo>
                  <a:pt x="0" y="497585"/>
                </a:lnTo>
                <a:lnTo>
                  <a:pt x="2208" y="508581"/>
                </a:lnTo>
                <a:lnTo>
                  <a:pt x="8239" y="517540"/>
                </a:lnTo>
                <a:lnTo>
                  <a:pt x="17198" y="523571"/>
                </a:lnTo>
                <a:lnTo>
                  <a:pt x="28194" y="525779"/>
                </a:lnTo>
                <a:lnTo>
                  <a:pt x="253746" y="525779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40" y="497585"/>
                </a:lnTo>
                <a:lnTo>
                  <a:pt x="281940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7025385" y="4353305"/>
            <a:ext cx="43434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40" dirty="0">
                <a:latin typeface="Verdana"/>
                <a:cs typeface="Verdana"/>
              </a:rPr>
              <a:t>10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045453" y="3936238"/>
            <a:ext cx="1130300" cy="464184"/>
            <a:chOff x="6045453" y="3936238"/>
            <a:chExt cx="1130300" cy="464184"/>
          </a:xfrm>
        </p:grpSpPr>
        <p:sp>
          <p:nvSpPr>
            <p:cNvPr id="28" name="object 28"/>
            <p:cNvSpPr/>
            <p:nvPr/>
          </p:nvSpPr>
          <p:spPr>
            <a:xfrm>
              <a:off x="6055613" y="3946398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1065149" y="0"/>
                  </a:moveTo>
                  <a:lnTo>
                    <a:pt x="44323" y="0"/>
                  </a:lnTo>
                  <a:lnTo>
                    <a:pt x="27056" y="3478"/>
                  </a:lnTo>
                  <a:lnTo>
                    <a:pt x="12969" y="12969"/>
                  </a:lnTo>
                  <a:lnTo>
                    <a:pt x="3478" y="27056"/>
                  </a:lnTo>
                  <a:lnTo>
                    <a:pt x="0" y="44322"/>
                  </a:lnTo>
                  <a:lnTo>
                    <a:pt x="0" y="399160"/>
                  </a:lnTo>
                  <a:lnTo>
                    <a:pt x="3478" y="416427"/>
                  </a:lnTo>
                  <a:lnTo>
                    <a:pt x="12969" y="430514"/>
                  </a:lnTo>
                  <a:lnTo>
                    <a:pt x="27056" y="440005"/>
                  </a:lnTo>
                  <a:lnTo>
                    <a:pt x="44323" y="443483"/>
                  </a:lnTo>
                  <a:lnTo>
                    <a:pt x="1065149" y="443483"/>
                  </a:lnTo>
                  <a:lnTo>
                    <a:pt x="1082415" y="440005"/>
                  </a:lnTo>
                  <a:lnTo>
                    <a:pt x="1096502" y="430514"/>
                  </a:lnTo>
                  <a:lnTo>
                    <a:pt x="1105993" y="416427"/>
                  </a:lnTo>
                  <a:lnTo>
                    <a:pt x="1109471" y="399160"/>
                  </a:lnTo>
                  <a:lnTo>
                    <a:pt x="1109471" y="44322"/>
                  </a:lnTo>
                  <a:lnTo>
                    <a:pt x="1105993" y="27056"/>
                  </a:lnTo>
                  <a:lnTo>
                    <a:pt x="1096502" y="12969"/>
                  </a:lnTo>
                  <a:lnTo>
                    <a:pt x="1082415" y="3478"/>
                  </a:lnTo>
                  <a:lnTo>
                    <a:pt x="106514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055613" y="3946398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0" y="44322"/>
                  </a:moveTo>
                  <a:lnTo>
                    <a:pt x="3478" y="27056"/>
                  </a:lnTo>
                  <a:lnTo>
                    <a:pt x="12969" y="12969"/>
                  </a:lnTo>
                  <a:lnTo>
                    <a:pt x="27056" y="3478"/>
                  </a:lnTo>
                  <a:lnTo>
                    <a:pt x="44323" y="0"/>
                  </a:lnTo>
                  <a:lnTo>
                    <a:pt x="1065149" y="0"/>
                  </a:lnTo>
                  <a:lnTo>
                    <a:pt x="1082415" y="3478"/>
                  </a:lnTo>
                  <a:lnTo>
                    <a:pt x="1096502" y="12969"/>
                  </a:lnTo>
                  <a:lnTo>
                    <a:pt x="1105993" y="27056"/>
                  </a:lnTo>
                  <a:lnTo>
                    <a:pt x="1109471" y="44322"/>
                  </a:lnTo>
                  <a:lnTo>
                    <a:pt x="1109471" y="399160"/>
                  </a:lnTo>
                  <a:lnTo>
                    <a:pt x="1105993" y="416427"/>
                  </a:lnTo>
                  <a:lnTo>
                    <a:pt x="1096502" y="430514"/>
                  </a:lnTo>
                  <a:lnTo>
                    <a:pt x="1082415" y="440005"/>
                  </a:lnTo>
                  <a:lnTo>
                    <a:pt x="1065149" y="443483"/>
                  </a:lnTo>
                  <a:lnTo>
                    <a:pt x="44323" y="443483"/>
                  </a:lnTo>
                  <a:lnTo>
                    <a:pt x="27056" y="440005"/>
                  </a:lnTo>
                  <a:lnTo>
                    <a:pt x="12969" y="430514"/>
                  </a:lnTo>
                  <a:lnTo>
                    <a:pt x="3478" y="416427"/>
                  </a:lnTo>
                  <a:lnTo>
                    <a:pt x="0" y="399160"/>
                  </a:lnTo>
                  <a:lnTo>
                    <a:pt x="0" y="44322"/>
                  </a:lnTo>
                  <a:close/>
                </a:path>
              </a:pathLst>
            </a:custGeom>
            <a:ln w="1981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386576" y="3903040"/>
            <a:ext cx="44767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341107" y="3906011"/>
            <a:ext cx="1275715" cy="786765"/>
            <a:chOff x="7341107" y="3906011"/>
            <a:chExt cx="1275715" cy="786765"/>
          </a:xfrm>
        </p:grpSpPr>
        <p:sp>
          <p:nvSpPr>
            <p:cNvPr id="32" name="object 32"/>
            <p:cNvSpPr/>
            <p:nvPr/>
          </p:nvSpPr>
          <p:spPr>
            <a:xfrm>
              <a:off x="7351014" y="3915917"/>
              <a:ext cx="1266190" cy="776605"/>
            </a:xfrm>
            <a:custGeom>
              <a:avLst/>
              <a:gdLst/>
              <a:ahLst/>
              <a:cxnLst/>
              <a:rect l="l" t="t" r="r" b="b"/>
              <a:pathLst>
                <a:path w="1266190" h="776604">
                  <a:moveTo>
                    <a:pt x="1265682" y="278892"/>
                  </a:moveTo>
                  <a:lnTo>
                    <a:pt x="1263472" y="267906"/>
                  </a:lnTo>
                  <a:lnTo>
                    <a:pt x="1257439" y="258940"/>
                  </a:lnTo>
                  <a:lnTo>
                    <a:pt x="1248473" y="252907"/>
                  </a:lnTo>
                  <a:lnTo>
                    <a:pt x="1237488" y="250698"/>
                  </a:lnTo>
                  <a:lnTo>
                    <a:pt x="1110996" y="250698"/>
                  </a:lnTo>
                  <a:lnTo>
                    <a:pt x="1110996" y="44450"/>
                  </a:lnTo>
                  <a:lnTo>
                    <a:pt x="1107490" y="27165"/>
                  </a:lnTo>
                  <a:lnTo>
                    <a:pt x="1097953" y="13042"/>
                  </a:lnTo>
                  <a:lnTo>
                    <a:pt x="1083830" y="3505"/>
                  </a:lnTo>
                  <a:lnTo>
                    <a:pt x="1066546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3742" y="445008"/>
                  </a:lnTo>
                  <a:lnTo>
                    <a:pt x="983742" y="748284"/>
                  </a:lnTo>
                  <a:lnTo>
                    <a:pt x="985939" y="759282"/>
                  </a:lnTo>
                  <a:lnTo>
                    <a:pt x="991971" y="768248"/>
                  </a:lnTo>
                  <a:lnTo>
                    <a:pt x="1000937" y="774280"/>
                  </a:lnTo>
                  <a:lnTo>
                    <a:pt x="1011936" y="776478"/>
                  </a:lnTo>
                  <a:lnTo>
                    <a:pt x="1237488" y="776478"/>
                  </a:lnTo>
                  <a:lnTo>
                    <a:pt x="1248473" y="774280"/>
                  </a:lnTo>
                  <a:lnTo>
                    <a:pt x="1257439" y="768248"/>
                  </a:lnTo>
                  <a:lnTo>
                    <a:pt x="1263472" y="759282"/>
                  </a:lnTo>
                  <a:lnTo>
                    <a:pt x="1265682" y="748284"/>
                  </a:lnTo>
                  <a:lnTo>
                    <a:pt x="1265682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7351013" y="3915917"/>
              <a:ext cx="1111250" cy="445134"/>
            </a:xfrm>
            <a:custGeom>
              <a:avLst/>
              <a:gdLst/>
              <a:ahLst/>
              <a:cxnLst/>
              <a:rect l="l" t="t" r="r" b="b"/>
              <a:pathLst>
                <a:path w="1111250" h="445135">
                  <a:moveTo>
                    <a:pt x="0" y="44449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6545" y="0"/>
                  </a:lnTo>
                  <a:lnTo>
                    <a:pt x="1083831" y="3498"/>
                  </a:lnTo>
                  <a:lnTo>
                    <a:pt x="1097962" y="13033"/>
                  </a:lnTo>
                  <a:lnTo>
                    <a:pt x="1107497" y="27164"/>
                  </a:lnTo>
                  <a:lnTo>
                    <a:pt x="1110995" y="44449"/>
                  </a:lnTo>
                  <a:lnTo>
                    <a:pt x="1110995" y="400557"/>
                  </a:lnTo>
                  <a:lnTo>
                    <a:pt x="1107497" y="417843"/>
                  </a:lnTo>
                  <a:lnTo>
                    <a:pt x="1097962" y="431974"/>
                  </a:lnTo>
                  <a:lnTo>
                    <a:pt x="1083831" y="441509"/>
                  </a:lnTo>
                  <a:lnTo>
                    <a:pt x="1066545" y="445007"/>
                  </a:lnTo>
                  <a:lnTo>
                    <a:pt x="44450" y="445007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7"/>
                  </a:lnTo>
                  <a:lnTo>
                    <a:pt x="0" y="44449"/>
                  </a:lnTo>
                  <a:close/>
                </a:path>
              </a:pathLst>
            </a:custGeom>
            <a:ln w="1981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682865" y="3873500"/>
            <a:ext cx="1073150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  <a:p>
            <a:pPr marL="651510">
              <a:lnSpc>
                <a:spcPct val="100000"/>
              </a:lnSpc>
              <a:spcBef>
                <a:spcPts val="65"/>
              </a:spcBef>
            </a:pPr>
            <a:r>
              <a:rPr sz="2900" spc="-240" dirty="0">
                <a:latin typeface="Verdana"/>
                <a:cs typeface="Verdana"/>
              </a:rPr>
              <a:t>12</a:t>
            </a:r>
            <a:endParaRPr sz="29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524078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85788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</a:rPr>
              <a:t>Example </a:t>
            </a:r>
            <a:r>
              <a:rPr sz="4400" dirty="0">
                <a:solidFill>
                  <a:srgbClr val="FF0000"/>
                </a:solidFill>
              </a:rPr>
              <a:t>2 [ Time Quantum = 3</a:t>
            </a:r>
            <a:r>
              <a:rPr sz="4400" spc="-185" dirty="0">
                <a:solidFill>
                  <a:srgbClr val="FF0000"/>
                </a:solidFill>
              </a:rPr>
              <a:t> </a:t>
            </a:r>
            <a:r>
              <a:rPr sz="4400" dirty="0">
                <a:solidFill>
                  <a:srgbClr val="FF0000"/>
                </a:solidFill>
              </a:rPr>
              <a:t>]</a:t>
            </a:r>
            <a:endParaRPr sz="44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175250" y="2442336"/>
          <a:ext cx="3232785" cy="34364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7759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7759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7759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504698">
                <a:tc>
                  <a:txBody>
                    <a:bodyPr/>
                    <a:lstStyle/>
                    <a:p>
                      <a:pPr marL="448309" marR="74930" indent="-36449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process</a:t>
                      </a:r>
                      <a:r>
                        <a:rPr sz="1600" b="1" spc="-75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-  id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2420" marR="73660" indent="-232410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CPU</a:t>
                      </a:r>
                      <a:r>
                        <a:rPr sz="1600" b="1" spc="-7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Burst  Time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2420" marR="218440" indent="-85725"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A</a:t>
                      </a:r>
                      <a:r>
                        <a:rPr sz="1600" b="1" dirty="0">
                          <a:latin typeface="Gothic Uralic"/>
                          <a:cs typeface="Gothic Uralic"/>
                        </a:rPr>
                        <a:t>rri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val  Time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0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5256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spc="-15" dirty="0">
                          <a:latin typeface="Gothic Uralic"/>
                          <a:cs typeface="Gothic Uralic"/>
                        </a:rPr>
                        <a:t>P1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73075" algn="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538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spc="-15" dirty="0">
                          <a:latin typeface="Gothic Uralic"/>
                          <a:cs typeface="Gothic Uralic"/>
                        </a:rPr>
                        <a:t>P2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72440" algn="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6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5384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spc="-15" dirty="0">
                          <a:latin typeface="Gothic Uralic"/>
                          <a:cs typeface="Gothic Uralic"/>
                        </a:rPr>
                        <a:t>P3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73075" algn="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7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05383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spc="-15" dirty="0">
                          <a:latin typeface="Gothic Uralic"/>
                          <a:cs typeface="Gothic Uralic"/>
                        </a:rPr>
                        <a:t>P4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73075" algn="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9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82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140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600" b="1" spc="-15" dirty="0">
                          <a:latin typeface="Gothic Uralic"/>
                          <a:cs typeface="Gothic Uralic"/>
                        </a:rPr>
                        <a:t>P5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72440" algn="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371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5926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1600" b="1" spc="-15" dirty="0">
                          <a:latin typeface="Gothic Uralic"/>
                          <a:cs typeface="Gothic Uralic"/>
                        </a:rPr>
                        <a:t>P6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60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73075" algn="r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60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26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6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60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7232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57316" y="0"/>
            <a:ext cx="11040991" cy="6858000"/>
            <a:chOff x="0" y="0"/>
            <a:chExt cx="12191365" cy="6858000"/>
          </a:xfrm>
        </p:grpSpPr>
        <p:sp>
          <p:nvSpPr>
            <p:cNvPr id="4" name="object 4"/>
            <p:cNvSpPr/>
            <p:nvPr/>
          </p:nvSpPr>
          <p:spPr>
            <a:xfrm>
              <a:off x="0" y="4571999"/>
              <a:ext cx="571500" cy="2286000"/>
            </a:xfrm>
            <a:custGeom>
              <a:avLst/>
              <a:gdLst/>
              <a:ahLst/>
              <a:cxnLst/>
              <a:rect l="l" t="t" r="r" b="b"/>
              <a:pathLst>
                <a:path w="571500" h="2286000">
                  <a:moveTo>
                    <a:pt x="571500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571500" y="2286000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6FAC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2286000"/>
              <a:ext cx="571500" cy="2286000"/>
            </a:xfrm>
            <a:custGeom>
              <a:avLst/>
              <a:gdLst/>
              <a:ahLst/>
              <a:cxnLst/>
              <a:rect l="l" t="t" r="r" b="b"/>
              <a:pathLst>
                <a:path w="571500" h="2286000">
                  <a:moveTo>
                    <a:pt x="571500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571500" y="2286000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0"/>
              <a:ext cx="571500" cy="2286000"/>
            </a:xfrm>
            <a:custGeom>
              <a:avLst/>
              <a:gdLst/>
              <a:ahLst/>
              <a:cxnLst/>
              <a:rect l="l" t="t" r="r" b="b"/>
              <a:pathLst>
                <a:path w="571500" h="2286000">
                  <a:moveTo>
                    <a:pt x="571500" y="0"/>
                  </a:moveTo>
                  <a:lnTo>
                    <a:pt x="0" y="0"/>
                  </a:lnTo>
                  <a:lnTo>
                    <a:pt x="0" y="2286000"/>
                  </a:lnTo>
                  <a:lnTo>
                    <a:pt x="571500" y="2286000"/>
                  </a:lnTo>
                  <a:lnTo>
                    <a:pt x="571500" y="0"/>
                  </a:lnTo>
                  <a:close/>
                </a:path>
              </a:pathLst>
            </a:custGeom>
            <a:solidFill>
              <a:srgbClr val="5B9B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68451" y="0"/>
              <a:ext cx="147828" cy="685799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49223" y="0"/>
              <a:ext cx="45720" cy="6858000"/>
            </a:xfrm>
            <a:custGeom>
              <a:avLst/>
              <a:gdLst/>
              <a:ahLst/>
              <a:cxnLst/>
              <a:rect l="l" t="t" r="r" b="b"/>
              <a:pathLst>
                <a:path w="45720" h="6858000">
                  <a:moveTo>
                    <a:pt x="4572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45720" y="6858000"/>
                  </a:lnTo>
                  <a:lnTo>
                    <a:pt x="4572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58951" y="1638406"/>
              <a:ext cx="11432286" cy="18038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13760" y="2776464"/>
              <a:ext cx="3769179" cy="267616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916939" y="669112"/>
            <a:ext cx="85788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1" spc="-5" dirty="0">
                <a:solidFill>
                  <a:srgbClr val="FF0000"/>
                </a:solidFill>
                <a:latin typeface="Gothic Uralic"/>
                <a:cs typeface="Gothic Uralic"/>
              </a:rPr>
              <a:t>Example </a:t>
            </a:r>
            <a:r>
              <a:rPr sz="4400" b="1" dirty="0">
                <a:solidFill>
                  <a:srgbClr val="FF0000"/>
                </a:solidFill>
                <a:latin typeface="Gothic Uralic"/>
                <a:cs typeface="Gothic Uralic"/>
              </a:rPr>
              <a:t>3 [ Time Quantum = 5</a:t>
            </a:r>
            <a:r>
              <a:rPr sz="4400" b="1" spc="-185" dirty="0">
                <a:solidFill>
                  <a:srgbClr val="FF0000"/>
                </a:solidFill>
                <a:latin typeface="Gothic Uralic"/>
                <a:cs typeface="Gothic Uralic"/>
              </a:rPr>
              <a:t> </a:t>
            </a:r>
            <a:r>
              <a:rPr sz="4400" b="1" dirty="0">
                <a:solidFill>
                  <a:srgbClr val="FF0000"/>
                </a:solidFill>
                <a:latin typeface="Gothic Uralic"/>
                <a:cs typeface="Gothic Uralic"/>
              </a:rPr>
              <a:t>]</a:t>
            </a:r>
            <a:endParaRPr sz="4400">
              <a:latin typeface="Gothic Uralic"/>
              <a:cs typeface="Gothic Ural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6939" y="1907539"/>
            <a:ext cx="364680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Gothic Uralic"/>
                <a:cs typeface="Gothic Uralic"/>
              </a:rPr>
              <a:t>Assignment</a:t>
            </a:r>
            <a:r>
              <a:rPr sz="2800" b="1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Gothic Uralic"/>
                <a:cs typeface="Gothic Uralic"/>
              </a:rPr>
              <a:t> </a:t>
            </a:r>
            <a:r>
              <a:rPr sz="28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Gothic Uralic"/>
                <a:cs typeface="Gothic Uralic"/>
              </a:rPr>
              <a:t>Question</a:t>
            </a:r>
            <a:endParaRPr sz="2800">
              <a:latin typeface="Gothic Uralic"/>
              <a:cs typeface="Gothic Uralic"/>
            </a:endParaRPr>
          </a:p>
        </p:txBody>
      </p:sp>
    </p:spTree>
    <p:extLst>
      <p:ext uri="{BB962C8B-B14F-4D97-AF65-F5344CB8AC3E}">
        <p14:creationId xmlns:p14="http://schemas.microsoft.com/office/powerpoint/2010/main" val="1158025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25296" y="1833372"/>
            <a:ext cx="9741408" cy="433578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795909"/>
            <a:ext cx="687133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FF0000"/>
                </a:solidFill>
              </a:rPr>
              <a:t>Time Quantum and Context </a:t>
            </a:r>
            <a:r>
              <a:rPr sz="2800" spc="-10" dirty="0">
                <a:solidFill>
                  <a:srgbClr val="FF0000"/>
                </a:solidFill>
              </a:rPr>
              <a:t>Switch</a:t>
            </a:r>
            <a:r>
              <a:rPr sz="2800" spc="5" dirty="0">
                <a:solidFill>
                  <a:srgbClr val="FF0000"/>
                </a:solidFill>
              </a:rPr>
              <a:t> </a:t>
            </a:r>
            <a:r>
              <a:rPr sz="2800" spc="-5" dirty="0">
                <a:solidFill>
                  <a:srgbClr val="FF0000"/>
                </a:solidFill>
              </a:rPr>
              <a:t>Time</a:t>
            </a:r>
            <a:endParaRPr sz="2800"/>
          </a:p>
        </p:txBody>
      </p:sp>
    </p:spTree>
    <p:extLst>
      <p:ext uri="{BB962C8B-B14F-4D97-AF65-F5344CB8AC3E}">
        <p14:creationId xmlns:p14="http://schemas.microsoft.com/office/powerpoint/2010/main" val="2675840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6939" y="1616243"/>
            <a:ext cx="10488930" cy="3647409"/>
          </a:xfrm>
          <a:prstGeom prst="rect">
            <a:avLst/>
          </a:prstGeom>
        </p:spPr>
        <p:txBody>
          <a:bodyPr vert="horz" wrap="square" lIns="0" tIns="1689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33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600" spc="145" dirty="0">
                <a:latin typeface="Verdana"/>
                <a:cs typeface="Verdana"/>
              </a:rPr>
              <a:t>A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spc="-135" dirty="0">
                <a:latin typeface="Verdana"/>
                <a:cs typeface="Verdana"/>
              </a:rPr>
              <a:t>priority</a:t>
            </a:r>
            <a:r>
              <a:rPr sz="2600" spc="-165" dirty="0">
                <a:latin typeface="Verdana"/>
                <a:cs typeface="Verdana"/>
              </a:rPr>
              <a:t> </a:t>
            </a:r>
            <a:r>
              <a:rPr sz="2600" spc="-40" dirty="0">
                <a:latin typeface="Verdana"/>
                <a:cs typeface="Verdana"/>
              </a:rPr>
              <a:t>number</a:t>
            </a:r>
            <a:r>
              <a:rPr sz="2600" spc="-204" dirty="0">
                <a:latin typeface="Verdana"/>
                <a:cs typeface="Verdana"/>
              </a:rPr>
              <a:t> </a:t>
            </a:r>
            <a:r>
              <a:rPr sz="2600" spc="-90" dirty="0">
                <a:latin typeface="Verdana"/>
                <a:cs typeface="Verdana"/>
              </a:rPr>
              <a:t>(integer)</a:t>
            </a:r>
            <a:r>
              <a:rPr sz="2600" spc="-170" dirty="0">
                <a:latin typeface="Verdana"/>
                <a:cs typeface="Verdana"/>
              </a:rPr>
              <a:t> </a:t>
            </a:r>
            <a:r>
              <a:rPr sz="2600" spc="-275" dirty="0">
                <a:latin typeface="Verdana"/>
                <a:cs typeface="Verdana"/>
              </a:rPr>
              <a:t>is</a:t>
            </a:r>
            <a:r>
              <a:rPr sz="2600" spc="-185" dirty="0">
                <a:latin typeface="Verdana"/>
                <a:cs typeface="Verdana"/>
              </a:rPr>
              <a:t> </a:t>
            </a:r>
            <a:r>
              <a:rPr sz="2600" spc="10" dirty="0">
                <a:latin typeface="Verdana"/>
                <a:cs typeface="Verdana"/>
              </a:rPr>
              <a:t>associated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spc="-95" dirty="0">
                <a:latin typeface="Verdana"/>
                <a:cs typeface="Verdana"/>
              </a:rPr>
              <a:t>with</a:t>
            </a:r>
            <a:r>
              <a:rPr sz="2600" spc="-185" dirty="0">
                <a:latin typeface="Verdana"/>
                <a:cs typeface="Verdana"/>
              </a:rPr>
              <a:t> </a:t>
            </a:r>
            <a:r>
              <a:rPr sz="2600" spc="155" dirty="0">
                <a:latin typeface="Verdana"/>
                <a:cs typeface="Verdana"/>
              </a:rPr>
              <a:t>each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45" dirty="0">
                <a:latin typeface="Verdana"/>
                <a:cs typeface="Verdana"/>
              </a:rPr>
              <a:t>process</a:t>
            </a:r>
            <a:endParaRPr sz="2600" dirty="0">
              <a:latin typeface="Verdana"/>
              <a:cs typeface="Verdana"/>
            </a:endParaRPr>
          </a:p>
          <a:p>
            <a:pPr marL="241300" marR="836294" indent="-228600">
              <a:lnSpc>
                <a:spcPts val="2500"/>
              </a:lnSpc>
              <a:spcBef>
                <a:spcPts val="183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600" spc="-135" dirty="0">
                <a:latin typeface="Verdana"/>
                <a:cs typeface="Verdana"/>
              </a:rPr>
              <a:t>The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20" dirty="0">
                <a:latin typeface="Verdana"/>
                <a:cs typeface="Verdana"/>
              </a:rPr>
              <a:t>CPU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spc="-270" dirty="0">
                <a:latin typeface="Verdana"/>
                <a:cs typeface="Verdana"/>
              </a:rPr>
              <a:t>is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70" dirty="0">
                <a:latin typeface="Verdana"/>
                <a:cs typeface="Verdana"/>
              </a:rPr>
              <a:t>allocated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spc="-10" dirty="0">
                <a:latin typeface="Verdana"/>
                <a:cs typeface="Verdana"/>
              </a:rPr>
              <a:t>to</a:t>
            </a:r>
            <a:r>
              <a:rPr sz="2600" spc="-204" dirty="0">
                <a:latin typeface="Verdana"/>
                <a:cs typeface="Verdana"/>
              </a:rPr>
              <a:t> </a:t>
            </a:r>
            <a:r>
              <a:rPr sz="2600" spc="-20" dirty="0">
                <a:latin typeface="Verdana"/>
                <a:cs typeface="Verdana"/>
              </a:rPr>
              <a:t>the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spc="-40" dirty="0">
                <a:latin typeface="Verdana"/>
                <a:cs typeface="Verdana"/>
              </a:rPr>
              <a:t>process</a:t>
            </a:r>
            <a:r>
              <a:rPr sz="2600" spc="-185" dirty="0">
                <a:latin typeface="Verdana"/>
                <a:cs typeface="Verdana"/>
              </a:rPr>
              <a:t> </a:t>
            </a:r>
            <a:r>
              <a:rPr sz="2600" spc="-95" dirty="0">
                <a:latin typeface="Verdana"/>
                <a:cs typeface="Verdana"/>
              </a:rPr>
              <a:t>with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-20" dirty="0">
                <a:latin typeface="Verdana"/>
                <a:cs typeface="Verdana"/>
              </a:rPr>
              <a:t>the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75" dirty="0">
                <a:latin typeface="Verdana"/>
                <a:cs typeface="Verdana"/>
              </a:rPr>
              <a:t>highest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-140" dirty="0">
                <a:latin typeface="Verdana"/>
                <a:cs typeface="Verdana"/>
              </a:rPr>
              <a:t>priority  </a:t>
            </a:r>
            <a:r>
              <a:rPr sz="2600" spc="-135" dirty="0">
                <a:latin typeface="Verdana"/>
                <a:cs typeface="Verdana"/>
              </a:rPr>
              <a:t>(smallest </a:t>
            </a:r>
            <a:r>
              <a:rPr sz="2600" spc="-50" dirty="0">
                <a:latin typeface="Verdana"/>
                <a:cs typeface="Verdana"/>
              </a:rPr>
              <a:t>integer </a:t>
            </a:r>
            <a:r>
              <a:rPr sz="2600" dirty="0">
                <a:latin typeface="Symbol"/>
                <a:cs typeface="Symbol"/>
              </a:rPr>
              <a:t></a:t>
            </a:r>
            <a:r>
              <a:rPr sz="2600" dirty="0">
                <a:latin typeface="Times New Roman"/>
                <a:cs typeface="Times New Roman"/>
              </a:rPr>
              <a:t> </a:t>
            </a:r>
            <a:r>
              <a:rPr sz="2600" spc="-80" dirty="0">
                <a:latin typeface="Verdana"/>
                <a:cs typeface="Verdana"/>
              </a:rPr>
              <a:t>highest</a:t>
            </a:r>
            <a:r>
              <a:rPr sz="2600" spc="-320" dirty="0">
                <a:latin typeface="Verdana"/>
                <a:cs typeface="Verdana"/>
              </a:rPr>
              <a:t> </a:t>
            </a:r>
            <a:r>
              <a:rPr sz="2600" spc="-150" dirty="0">
                <a:latin typeface="Verdana"/>
                <a:cs typeface="Verdana"/>
              </a:rPr>
              <a:t>priority)</a:t>
            </a:r>
            <a:endParaRPr sz="2600" dirty="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290"/>
              </a:spcBef>
              <a:buClr>
                <a:srgbClr val="EC7C30"/>
              </a:buClr>
              <a:buFont typeface="Wingdings"/>
              <a:buChar char=""/>
              <a:tabLst>
                <a:tab pos="699135" algn="l"/>
              </a:tabLst>
            </a:pPr>
            <a:r>
              <a:rPr sz="2200" spc="-25" dirty="0">
                <a:latin typeface="Verdana"/>
                <a:cs typeface="Verdana"/>
              </a:rPr>
              <a:t>Preemptive</a:t>
            </a:r>
            <a:endParaRPr sz="2200" dirty="0">
              <a:latin typeface="Verdana"/>
              <a:cs typeface="Verdana"/>
            </a:endParaRPr>
          </a:p>
          <a:p>
            <a:pPr marL="698500" lvl="1" indent="-229235">
              <a:lnSpc>
                <a:spcPct val="100000"/>
              </a:lnSpc>
              <a:spcBef>
                <a:spcPts val="260"/>
              </a:spcBef>
              <a:buClr>
                <a:srgbClr val="EC7C30"/>
              </a:buClr>
              <a:buFont typeface="Wingdings"/>
              <a:buChar char=""/>
              <a:tabLst>
                <a:tab pos="699135" algn="l"/>
              </a:tabLst>
            </a:pPr>
            <a:r>
              <a:rPr sz="2200" spc="-10" dirty="0">
                <a:latin typeface="Verdana"/>
                <a:cs typeface="Verdana"/>
              </a:rPr>
              <a:t>Nonpreemptive</a:t>
            </a:r>
            <a:endParaRPr sz="2200" dirty="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125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600" spc="-30" dirty="0">
                <a:latin typeface="Verdana"/>
                <a:cs typeface="Verdana"/>
              </a:rPr>
              <a:t>Problem</a:t>
            </a:r>
            <a:r>
              <a:rPr sz="2600" spc="-215" dirty="0">
                <a:latin typeface="Verdana"/>
                <a:cs typeface="Verdana"/>
              </a:rPr>
              <a:t> </a:t>
            </a:r>
            <a:r>
              <a:rPr sz="2600" dirty="0">
                <a:latin typeface="Symbol"/>
                <a:cs typeface="Symbol"/>
              </a:rPr>
              <a:t>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b="1" spc="-5" dirty="0">
                <a:solidFill>
                  <a:srgbClr val="3366FF"/>
                </a:solidFill>
                <a:latin typeface="Gothic Uralic"/>
                <a:cs typeface="Gothic Uralic"/>
              </a:rPr>
              <a:t>Starvation</a:t>
            </a:r>
            <a:r>
              <a:rPr sz="2600" b="1" spc="-40" dirty="0">
                <a:solidFill>
                  <a:srgbClr val="3366FF"/>
                </a:solidFill>
                <a:latin typeface="Gothic Uralic"/>
                <a:cs typeface="Gothic Uralic"/>
              </a:rPr>
              <a:t> </a:t>
            </a:r>
            <a:r>
              <a:rPr sz="2600" spc="-355" dirty="0">
                <a:latin typeface="Verdana"/>
                <a:cs typeface="Verdana"/>
              </a:rPr>
              <a:t>–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spc="-15" dirty="0">
                <a:latin typeface="Verdana"/>
                <a:cs typeface="Verdana"/>
              </a:rPr>
              <a:t>low</a:t>
            </a:r>
            <a:r>
              <a:rPr sz="2600" spc="-200" dirty="0">
                <a:latin typeface="Verdana"/>
                <a:cs typeface="Verdana"/>
              </a:rPr>
              <a:t> </a:t>
            </a:r>
            <a:r>
              <a:rPr sz="2600" spc="-135" dirty="0">
                <a:latin typeface="Verdana"/>
                <a:cs typeface="Verdana"/>
              </a:rPr>
              <a:t>priority</a:t>
            </a:r>
            <a:r>
              <a:rPr sz="2600" spc="-160" dirty="0">
                <a:latin typeface="Verdana"/>
                <a:cs typeface="Verdana"/>
              </a:rPr>
              <a:t> </a:t>
            </a:r>
            <a:r>
              <a:rPr sz="2600" spc="-55" dirty="0">
                <a:latin typeface="Verdana"/>
                <a:cs typeface="Verdana"/>
              </a:rPr>
              <a:t>processes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5" dirty="0">
                <a:latin typeface="Verdana"/>
                <a:cs typeface="Verdana"/>
              </a:rPr>
              <a:t>may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40" dirty="0">
                <a:latin typeface="Verdana"/>
                <a:cs typeface="Verdana"/>
              </a:rPr>
              <a:t>never</a:t>
            </a:r>
            <a:r>
              <a:rPr sz="2600" spc="-220" dirty="0">
                <a:latin typeface="Verdana"/>
                <a:cs typeface="Verdana"/>
              </a:rPr>
              <a:t> </a:t>
            </a:r>
            <a:r>
              <a:rPr sz="2600" spc="35" dirty="0">
                <a:latin typeface="Verdana"/>
                <a:cs typeface="Verdana"/>
              </a:rPr>
              <a:t>execute</a:t>
            </a:r>
            <a:endParaRPr sz="2600" dirty="0">
              <a:latin typeface="Verdana"/>
              <a:cs typeface="Verdana"/>
            </a:endParaRPr>
          </a:p>
          <a:p>
            <a:pPr marL="241300" marR="141605" indent="-228600">
              <a:lnSpc>
                <a:spcPct val="80000"/>
              </a:lnSpc>
              <a:spcBef>
                <a:spcPts val="186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600" spc="-114" dirty="0">
                <a:latin typeface="Verdana"/>
                <a:cs typeface="Verdana"/>
              </a:rPr>
              <a:t>Solution</a:t>
            </a:r>
            <a:r>
              <a:rPr sz="2600" spc="-210" dirty="0">
                <a:latin typeface="Verdana"/>
                <a:cs typeface="Verdana"/>
              </a:rPr>
              <a:t> </a:t>
            </a:r>
            <a:r>
              <a:rPr sz="2600" dirty="0">
                <a:latin typeface="Symbol"/>
                <a:cs typeface="Symbol"/>
              </a:rPr>
              <a:t></a:t>
            </a:r>
            <a:r>
              <a:rPr sz="2600" spc="65" dirty="0">
                <a:latin typeface="Times New Roman"/>
                <a:cs typeface="Times New Roman"/>
              </a:rPr>
              <a:t> </a:t>
            </a:r>
            <a:r>
              <a:rPr sz="2600" b="1" dirty="0">
                <a:solidFill>
                  <a:srgbClr val="3366FF"/>
                </a:solidFill>
                <a:latin typeface="Gothic Uralic"/>
                <a:cs typeface="Gothic Uralic"/>
              </a:rPr>
              <a:t>Aging</a:t>
            </a:r>
            <a:r>
              <a:rPr sz="2600" b="1" spc="-15" dirty="0">
                <a:solidFill>
                  <a:srgbClr val="3366FF"/>
                </a:solidFill>
                <a:latin typeface="Gothic Uralic"/>
                <a:cs typeface="Gothic Uralic"/>
              </a:rPr>
              <a:t> </a:t>
            </a:r>
            <a:r>
              <a:rPr sz="2600" spc="-355" dirty="0">
                <a:latin typeface="Verdana"/>
                <a:cs typeface="Verdana"/>
              </a:rPr>
              <a:t>–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spc="-70" dirty="0">
                <a:latin typeface="Verdana"/>
                <a:cs typeface="Verdana"/>
              </a:rPr>
              <a:t>as</a:t>
            </a:r>
            <a:r>
              <a:rPr sz="2600" spc="-195" dirty="0">
                <a:latin typeface="Verdana"/>
                <a:cs typeface="Verdana"/>
              </a:rPr>
              <a:t> </a:t>
            </a:r>
            <a:r>
              <a:rPr sz="2600" spc="-70" dirty="0">
                <a:latin typeface="Verdana"/>
                <a:cs typeface="Verdana"/>
              </a:rPr>
              <a:t>time</a:t>
            </a:r>
            <a:r>
              <a:rPr sz="2600" spc="-204" dirty="0">
                <a:latin typeface="Verdana"/>
                <a:cs typeface="Verdana"/>
              </a:rPr>
              <a:t> </a:t>
            </a:r>
            <a:r>
              <a:rPr sz="2600" spc="-105" dirty="0">
                <a:latin typeface="Verdana"/>
                <a:cs typeface="Verdana"/>
              </a:rPr>
              <a:t>progresses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-15" dirty="0">
                <a:latin typeface="Verdana"/>
                <a:cs typeface="Verdana"/>
              </a:rPr>
              <a:t>increase</a:t>
            </a:r>
            <a:r>
              <a:rPr sz="2600" spc="-180" dirty="0">
                <a:latin typeface="Verdana"/>
                <a:cs typeface="Verdana"/>
              </a:rPr>
              <a:t> </a:t>
            </a:r>
            <a:r>
              <a:rPr sz="2600" spc="-20" dirty="0">
                <a:latin typeface="Verdana"/>
                <a:cs typeface="Verdana"/>
              </a:rPr>
              <a:t>the</a:t>
            </a:r>
            <a:r>
              <a:rPr sz="2600" spc="-210" dirty="0">
                <a:latin typeface="Verdana"/>
                <a:cs typeface="Verdana"/>
              </a:rPr>
              <a:t> </a:t>
            </a:r>
            <a:r>
              <a:rPr sz="2600" spc="-135" dirty="0">
                <a:latin typeface="Verdana"/>
                <a:cs typeface="Verdana"/>
              </a:rPr>
              <a:t>priority</a:t>
            </a:r>
            <a:r>
              <a:rPr sz="2600" spc="-175" dirty="0">
                <a:latin typeface="Verdana"/>
                <a:cs typeface="Verdana"/>
              </a:rPr>
              <a:t> </a:t>
            </a:r>
            <a:r>
              <a:rPr sz="2600" spc="15" dirty="0">
                <a:latin typeface="Verdana"/>
                <a:cs typeface="Verdana"/>
              </a:rPr>
              <a:t>of</a:t>
            </a:r>
            <a:r>
              <a:rPr sz="2600" spc="-190" dirty="0">
                <a:latin typeface="Verdana"/>
                <a:cs typeface="Verdana"/>
              </a:rPr>
              <a:t> </a:t>
            </a:r>
            <a:r>
              <a:rPr sz="2600" spc="-20" dirty="0">
                <a:latin typeface="Verdana"/>
                <a:cs typeface="Verdana"/>
              </a:rPr>
              <a:t>the  </a:t>
            </a:r>
            <a:r>
              <a:rPr sz="2600" spc="-45" dirty="0">
                <a:latin typeface="Verdana"/>
                <a:cs typeface="Verdana"/>
              </a:rPr>
              <a:t>process</a:t>
            </a:r>
            <a:endParaRPr sz="26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624586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</a:rPr>
              <a:t>Priority</a:t>
            </a:r>
            <a:r>
              <a:rPr sz="4400" spc="-75" dirty="0">
                <a:solidFill>
                  <a:srgbClr val="FF0000"/>
                </a:solidFill>
              </a:rPr>
              <a:t> </a:t>
            </a:r>
            <a:r>
              <a:rPr sz="4400" spc="-5" dirty="0">
                <a:solidFill>
                  <a:srgbClr val="FF0000"/>
                </a:solidFill>
              </a:rPr>
              <a:t>Scheduling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1878461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6939" y="1808733"/>
            <a:ext cx="10512425" cy="4037329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1300" marR="540385" indent="-228600">
              <a:lnSpc>
                <a:spcPts val="3020"/>
              </a:lnSpc>
              <a:spcBef>
                <a:spcPts val="480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b="1" spc="-5" dirty="0">
                <a:latin typeface="Gothic Uralic"/>
                <a:cs typeface="Gothic Uralic"/>
              </a:rPr>
              <a:t>Concept - </a:t>
            </a:r>
            <a:r>
              <a:rPr sz="2800" i="1" dirty="0">
                <a:latin typeface="TeXGyreAdventor"/>
                <a:cs typeface="TeXGyreAdventor"/>
              </a:rPr>
              <a:t>Priorities </a:t>
            </a:r>
            <a:r>
              <a:rPr sz="2800" i="1" spc="-10" dirty="0">
                <a:latin typeface="TeXGyreAdventor"/>
                <a:cs typeface="TeXGyreAdventor"/>
              </a:rPr>
              <a:t>are </a:t>
            </a:r>
            <a:r>
              <a:rPr sz="2800" i="1" spc="-5" dirty="0">
                <a:latin typeface="TeXGyreAdventor"/>
                <a:cs typeface="TeXGyreAdventor"/>
              </a:rPr>
              <a:t>associated </a:t>
            </a:r>
            <a:r>
              <a:rPr sz="2800" i="1" dirty="0">
                <a:latin typeface="TeXGyreAdventor"/>
                <a:cs typeface="TeXGyreAdventor"/>
              </a:rPr>
              <a:t>with </a:t>
            </a:r>
            <a:r>
              <a:rPr sz="2800" i="1" spc="-10" dirty="0">
                <a:latin typeface="TeXGyreAdventor"/>
                <a:cs typeface="TeXGyreAdventor"/>
              </a:rPr>
              <a:t>processes, </a:t>
            </a:r>
            <a:r>
              <a:rPr sz="2800" i="1" spc="-5" dirty="0">
                <a:latin typeface="TeXGyreAdventor"/>
                <a:cs typeface="TeXGyreAdventor"/>
              </a:rPr>
              <a:t>CPU </a:t>
            </a:r>
            <a:r>
              <a:rPr sz="2800" i="1" dirty="0">
                <a:latin typeface="TeXGyreAdventor"/>
                <a:cs typeface="TeXGyreAdventor"/>
              </a:rPr>
              <a:t>is  </a:t>
            </a:r>
            <a:r>
              <a:rPr sz="2800" i="1" spc="-5" dirty="0">
                <a:latin typeface="TeXGyreAdventor"/>
                <a:cs typeface="TeXGyreAdventor"/>
              </a:rPr>
              <a:t>allocated to the process </a:t>
            </a:r>
            <a:r>
              <a:rPr sz="2800" i="1" dirty="0">
                <a:latin typeface="TeXGyreAdventor"/>
                <a:cs typeface="TeXGyreAdventor"/>
              </a:rPr>
              <a:t>with </a:t>
            </a:r>
            <a:r>
              <a:rPr sz="2800" i="1" spc="-5" dirty="0">
                <a:latin typeface="TeXGyreAdventor"/>
                <a:cs typeface="TeXGyreAdventor"/>
              </a:rPr>
              <a:t>highest</a:t>
            </a:r>
            <a:r>
              <a:rPr sz="2800" i="1" spc="114" dirty="0">
                <a:latin typeface="TeXGyreAdventor"/>
                <a:cs typeface="TeXGyreAdventor"/>
              </a:rPr>
              <a:t> </a:t>
            </a:r>
            <a:r>
              <a:rPr sz="2800" i="1" dirty="0">
                <a:latin typeface="TeXGyreAdventor"/>
                <a:cs typeface="TeXGyreAdventor"/>
              </a:rPr>
              <a:t>priority.</a:t>
            </a:r>
            <a:endParaRPr sz="2800" dirty="0">
              <a:latin typeface="TeXGyreAdventor"/>
              <a:cs typeface="TeXGyreAdventor"/>
            </a:endParaRPr>
          </a:p>
          <a:p>
            <a:pPr marL="241300" indent="-228600">
              <a:lnSpc>
                <a:spcPct val="100000"/>
              </a:lnSpc>
              <a:spcBef>
                <a:spcPts val="64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b="1" spc="-5" dirty="0">
                <a:latin typeface="Gothic Uralic"/>
                <a:cs typeface="Gothic Uralic"/>
              </a:rPr>
              <a:t>Working</a:t>
            </a:r>
            <a:endParaRPr sz="2800" dirty="0">
              <a:latin typeface="Gothic Uralic"/>
              <a:cs typeface="Gothic Uralic"/>
            </a:endParaRPr>
          </a:p>
          <a:p>
            <a:pPr marL="241300" marR="443230" indent="-228600">
              <a:lnSpc>
                <a:spcPct val="90000"/>
              </a:lnSpc>
              <a:spcBef>
                <a:spcPts val="994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85" dirty="0">
                <a:latin typeface="Verdana"/>
                <a:cs typeface="Verdana"/>
              </a:rPr>
              <a:t>Processes </a:t>
            </a:r>
            <a:r>
              <a:rPr sz="2800" dirty="0">
                <a:latin typeface="Verdana"/>
                <a:cs typeface="Verdana"/>
              </a:rPr>
              <a:t>are </a:t>
            </a:r>
            <a:r>
              <a:rPr sz="2800" spc="-25" dirty="0">
                <a:latin typeface="Verdana"/>
                <a:cs typeface="Verdana"/>
              </a:rPr>
              <a:t>kept </a:t>
            </a:r>
            <a:r>
              <a:rPr sz="2800" spc="-135" dirty="0">
                <a:latin typeface="Verdana"/>
                <a:cs typeface="Verdana"/>
              </a:rPr>
              <a:t>in </a:t>
            </a:r>
            <a:r>
              <a:rPr sz="2800" spc="-25" dirty="0">
                <a:latin typeface="Verdana"/>
                <a:cs typeface="Verdana"/>
              </a:rPr>
              <a:t>the </a:t>
            </a:r>
            <a:r>
              <a:rPr sz="2800" spc="5" dirty="0">
                <a:latin typeface="Verdana"/>
                <a:cs typeface="Verdana"/>
              </a:rPr>
              <a:t>ready </a:t>
            </a:r>
            <a:r>
              <a:rPr sz="2800" spc="65" dirty="0">
                <a:latin typeface="Verdana"/>
                <a:cs typeface="Verdana"/>
              </a:rPr>
              <a:t>queue </a:t>
            </a:r>
            <a:r>
              <a:rPr sz="2800" spc="-135" dirty="0">
                <a:latin typeface="Verdana"/>
                <a:cs typeface="Verdana"/>
              </a:rPr>
              <a:t>in </a:t>
            </a:r>
            <a:r>
              <a:rPr sz="2800" spc="-55" dirty="0">
                <a:latin typeface="Verdana"/>
                <a:cs typeface="Verdana"/>
              </a:rPr>
              <a:t>order </a:t>
            </a:r>
            <a:r>
              <a:rPr sz="2800" spc="15" dirty="0">
                <a:latin typeface="Verdana"/>
                <a:cs typeface="Verdana"/>
              </a:rPr>
              <a:t>of </a:t>
            </a:r>
            <a:r>
              <a:rPr sz="2800" spc="-125" dirty="0">
                <a:latin typeface="Verdana"/>
                <a:cs typeface="Verdana"/>
              </a:rPr>
              <a:t>their  </a:t>
            </a:r>
            <a:r>
              <a:rPr sz="2800" spc="-150" dirty="0">
                <a:latin typeface="Verdana"/>
                <a:cs typeface="Verdana"/>
              </a:rPr>
              <a:t>priorities,</a:t>
            </a:r>
            <a:r>
              <a:rPr sz="2800" spc="-229" dirty="0">
                <a:latin typeface="Verdana"/>
                <a:cs typeface="Verdana"/>
              </a:rPr>
              <a:t> </a:t>
            </a:r>
            <a:r>
              <a:rPr sz="2800" spc="-50" dirty="0">
                <a:latin typeface="Verdana"/>
                <a:cs typeface="Verdana"/>
              </a:rPr>
              <a:t>whether</a:t>
            </a:r>
            <a:r>
              <a:rPr sz="2800" spc="-175" dirty="0">
                <a:latin typeface="Verdana"/>
                <a:cs typeface="Verdana"/>
              </a:rPr>
              <a:t> </a:t>
            </a:r>
            <a:r>
              <a:rPr sz="2800" spc="-70" dirty="0">
                <a:latin typeface="Verdana"/>
                <a:cs typeface="Verdana"/>
              </a:rPr>
              <a:t>all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60" dirty="0">
                <a:latin typeface="Verdana"/>
                <a:cs typeface="Verdana"/>
              </a:rPr>
              <a:t>processes</a:t>
            </a:r>
            <a:r>
              <a:rPr sz="2800" spc="-160" dirty="0">
                <a:latin typeface="Verdana"/>
                <a:cs typeface="Verdana"/>
              </a:rPr>
              <a:t> </a:t>
            </a:r>
            <a:r>
              <a:rPr sz="2800" spc="-110" dirty="0">
                <a:latin typeface="Verdana"/>
                <a:cs typeface="Verdana"/>
              </a:rPr>
              <a:t>arrive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35" dirty="0">
                <a:latin typeface="Verdana"/>
                <a:cs typeface="Verdana"/>
              </a:rPr>
              <a:t>at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same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80" dirty="0">
                <a:latin typeface="Verdana"/>
                <a:cs typeface="Verdana"/>
              </a:rPr>
              <a:t>time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110" dirty="0">
                <a:latin typeface="Verdana"/>
                <a:cs typeface="Verdana"/>
              </a:rPr>
              <a:t>or  </a:t>
            </a:r>
            <a:r>
              <a:rPr sz="2800" spc="50" dirty="0">
                <a:latin typeface="Verdana"/>
                <a:cs typeface="Verdana"/>
              </a:rPr>
              <a:t>have </a:t>
            </a:r>
            <a:r>
              <a:rPr sz="2800" spc="-60" dirty="0">
                <a:latin typeface="Verdana"/>
                <a:cs typeface="Verdana"/>
              </a:rPr>
              <a:t>different</a:t>
            </a:r>
            <a:r>
              <a:rPr sz="2800" spc="-450" dirty="0">
                <a:latin typeface="Verdana"/>
                <a:cs typeface="Verdana"/>
              </a:rPr>
              <a:t> </a:t>
            </a:r>
            <a:r>
              <a:rPr sz="2800" spc="-155" dirty="0">
                <a:latin typeface="Verdana"/>
                <a:cs typeface="Verdana"/>
              </a:rPr>
              <a:t>times.</a:t>
            </a:r>
            <a:endParaRPr sz="2800" dirty="0">
              <a:latin typeface="Verdana"/>
              <a:cs typeface="Verdana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155" dirty="0">
                <a:latin typeface="Verdana"/>
                <a:cs typeface="Verdana"/>
              </a:rPr>
              <a:t>The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20" dirty="0">
                <a:latin typeface="Verdana"/>
                <a:cs typeface="Verdana"/>
              </a:rPr>
              <a:t>CPU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290" dirty="0">
                <a:latin typeface="Verdana"/>
                <a:cs typeface="Verdana"/>
              </a:rPr>
              <a:t>is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75" dirty="0">
                <a:latin typeface="Verdana"/>
                <a:cs typeface="Verdana"/>
              </a:rPr>
              <a:t>allocated</a:t>
            </a:r>
            <a:r>
              <a:rPr sz="2800" spc="-190" dirty="0">
                <a:latin typeface="Verdana"/>
                <a:cs typeface="Verdana"/>
              </a:rPr>
              <a:t> </a:t>
            </a:r>
            <a:r>
              <a:rPr sz="2800" spc="-15" dirty="0">
                <a:latin typeface="Verdana"/>
                <a:cs typeface="Verdana"/>
              </a:rPr>
              <a:t>to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45" dirty="0">
                <a:latin typeface="Verdana"/>
                <a:cs typeface="Verdana"/>
              </a:rPr>
              <a:t>process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100" dirty="0">
                <a:latin typeface="Verdana"/>
                <a:cs typeface="Verdana"/>
              </a:rPr>
              <a:t>with</a:t>
            </a:r>
            <a:r>
              <a:rPr sz="2800" spc="-210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85" dirty="0">
                <a:latin typeface="Verdana"/>
                <a:cs typeface="Verdana"/>
              </a:rPr>
              <a:t>highest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155" dirty="0">
                <a:latin typeface="Verdana"/>
                <a:cs typeface="Verdana"/>
              </a:rPr>
              <a:t>priority.</a:t>
            </a:r>
            <a:endParaRPr sz="2800" dirty="0">
              <a:latin typeface="Verdana"/>
              <a:cs typeface="Verdana"/>
            </a:endParaRPr>
          </a:p>
          <a:p>
            <a:pPr marL="241300" marR="5080" indent="-228600">
              <a:lnSpc>
                <a:spcPts val="3030"/>
              </a:lnSpc>
              <a:spcBef>
                <a:spcPts val="104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330" dirty="0">
                <a:latin typeface="Verdana"/>
                <a:cs typeface="Verdana"/>
              </a:rPr>
              <a:t>If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dirty="0">
                <a:latin typeface="Verdana"/>
                <a:cs typeface="Verdana"/>
              </a:rPr>
              <a:t>two</a:t>
            </a:r>
            <a:r>
              <a:rPr sz="2800" spc="-200" dirty="0">
                <a:latin typeface="Verdana"/>
                <a:cs typeface="Verdana"/>
              </a:rPr>
              <a:t> </a:t>
            </a:r>
            <a:r>
              <a:rPr sz="2800" spc="-65" dirty="0">
                <a:latin typeface="Verdana"/>
                <a:cs typeface="Verdana"/>
              </a:rPr>
              <a:t>processes</a:t>
            </a:r>
            <a:r>
              <a:rPr sz="2800" spc="-155" dirty="0">
                <a:latin typeface="Verdana"/>
                <a:cs typeface="Verdana"/>
              </a:rPr>
              <a:t> </a:t>
            </a:r>
            <a:r>
              <a:rPr sz="2800" spc="50" dirty="0">
                <a:latin typeface="Verdana"/>
                <a:cs typeface="Verdana"/>
              </a:rPr>
              <a:t>have</a:t>
            </a:r>
            <a:r>
              <a:rPr sz="2800" spc="-185" dirty="0">
                <a:latin typeface="Verdana"/>
                <a:cs typeface="Verdana"/>
              </a:rPr>
              <a:t>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180" dirty="0">
                <a:latin typeface="Verdana"/>
                <a:cs typeface="Verdana"/>
              </a:rPr>
              <a:t> </a:t>
            </a:r>
            <a:r>
              <a:rPr sz="2800" spc="-30" dirty="0">
                <a:latin typeface="Verdana"/>
                <a:cs typeface="Verdana"/>
              </a:rPr>
              <a:t>same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40" dirty="0">
                <a:latin typeface="Verdana"/>
                <a:cs typeface="Verdana"/>
              </a:rPr>
              <a:t>priority</a:t>
            </a:r>
            <a:r>
              <a:rPr sz="2800" spc="-215" dirty="0">
                <a:latin typeface="Verdana"/>
                <a:cs typeface="Verdana"/>
              </a:rPr>
              <a:t> </a:t>
            </a:r>
            <a:r>
              <a:rPr sz="2800" spc="-70" dirty="0">
                <a:latin typeface="Verdana"/>
                <a:cs typeface="Verdana"/>
              </a:rPr>
              <a:t>(Equal</a:t>
            </a:r>
            <a:r>
              <a:rPr sz="2800" spc="-204" dirty="0">
                <a:latin typeface="Verdana"/>
                <a:cs typeface="Verdana"/>
              </a:rPr>
              <a:t> </a:t>
            </a:r>
            <a:r>
              <a:rPr sz="2800" spc="-165" dirty="0">
                <a:latin typeface="Verdana"/>
                <a:cs typeface="Verdana"/>
              </a:rPr>
              <a:t>priority),</a:t>
            </a:r>
            <a:r>
              <a:rPr sz="2800" spc="-195" dirty="0">
                <a:latin typeface="Verdana"/>
                <a:cs typeface="Verdana"/>
              </a:rPr>
              <a:t> </a:t>
            </a:r>
            <a:r>
              <a:rPr sz="2800" spc="-180" dirty="0">
                <a:latin typeface="Verdana"/>
                <a:cs typeface="Verdana"/>
              </a:rPr>
              <a:t>FCFS  </a:t>
            </a:r>
            <a:r>
              <a:rPr sz="2800" spc="-290" dirty="0">
                <a:latin typeface="Verdana"/>
                <a:cs typeface="Verdana"/>
              </a:rPr>
              <a:t>is </a:t>
            </a:r>
            <a:r>
              <a:rPr sz="2800" spc="-35" dirty="0">
                <a:latin typeface="Verdana"/>
                <a:cs typeface="Verdana"/>
              </a:rPr>
              <a:t>used </a:t>
            </a:r>
            <a:r>
              <a:rPr sz="2800" spc="-15" dirty="0">
                <a:latin typeface="Verdana"/>
                <a:cs typeface="Verdana"/>
              </a:rPr>
              <a:t>to break </a:t>
            </a:r>
            <a:r>
              <a:rPr sz="2800" spc="-25" dirty="0">
                <a:latin typeface="Verdana"/>
                <a:cs typeface="Verdana"/>
              </a:rPr>
              <a:t>the</a:t>
            </a:r>
            <a:r>
              <a:rPr sz="2800" spc="-645" dirty="0">
                <a:latin typeface="Verdana"/>
                <a:cs typeface="Verdana"/>
              </a:rPr>
              <a:t> </a:t>
            </a:r>
            <a:r>
              <a:rPr sz="2800" spc="-114" dirty="0">
                <a:latin typeface="Verdana"/>
                <a:cs typeface="Verdana"/>
              </a:rPr>
              <a:t>tie.</a:t>
            </a:r>
            <a:endParaRPr sz="2800" dirty="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685546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</a:rPr>
              <a:t>Priority</a:t>
            </a:r>
            <a:r>
              <a:rPr sz="4400" spc="-75" dirty="0">
                <a:solidFill>
                  <a:srgbClr val="FF0000"/>
                </a:solidFill>
              </a:rPr>
              <a:t> </a:t>
            </a:r>
            <a:r>
              <a:rPr sz="4400" spc="-5" dirty="0">
                <a:solidFill>
                  <a:srgbClr val="FF0000"/>
                </a:solidFill>
              </a:rPr>
              <a:t>Scheduling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304008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85161" y="1808733"/>
            <a:ext cx="4513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564005" algn="l"/>
              </a:tabLst>
            </a:pPr>
            <a:r>
              <a:rPr sz="2800" spc="-75" dirty="0">
                <a:latin typeface="Verdana"/>
                <a:cs typeface="Verdana"/>
              </a:rPr>
              <a:t>Process	</a:t>
            </a:r>
            <a:r>
              <a:rPr sz="2800" spc="-254" dirty="0">
                <a:latin typeface="Verdana"/>
                <a:cs typeface="Verdana"/>
              </a:rPr>
              <a:t>Burst </a:t>
            </a:r>
            <a:r>
              <a:rPr sz="2800" spc="-175" dirty="0">
                <a:latin typeface="Verdana"/>
                <a:cs typeface="Verdana"/>
              </a:rPr>
              <a:t>Time</a:t>
            </a:r>
            <a:r>
              <a:rPr sz="2800" spc="175" dirty="0">
                <a:latin typeface="Verdana"/>
                <a:cs typeface="Verdana"/>
              </a:rPr>
              <a:t> </a:t>
            </a:r>
            <a:r>
              <a:rPr sz="2800" spc="-165" dirty="0">
                <a:latin typeface="Verdana"/>
                <a:cs typeface="Verdana"/>
              </a:rPr>
              <a:t>Priority</a:t>
            </a:r>
            <a:endParaRPr sz="2800">
              <a:latin typeface="Verdana"/>
              <a:cs typeface="Verdan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97607" y="2220341"/>
          <a:ext cx="4487545" cy="2656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030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8072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51003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615687"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2800" i="1" dirty="0">
                          <a:latin typeface="TeXGyreAdventor"/>
                          <a:cs typeface="TeXGyreAdventor"/>
                        </a:rPr>
                        <a:t>P</a:t>
                      </a:r>
                      <a:r>
                        <a:rPr sz="2775" i="1" baseline="-21021" dirty="0">
                          <a:latin typeface="TeXGyreAdventor"/>
                          <a:cs typeface="TeXGyreAdventor"/>
                        </a:rPr>
                        <a:t>1</a:t>
                      </a:r>
                      <a:endParaRPr sz="2775" baseline="-21021">
                        <a:latin typeface="TeXGyreAdventor"/>
                        <a:cs typeface="TeXGyreAdventor"/>
                      </a:endParaRPr>
                    </a:p>
                  </a:txBody>
                  <a:tcPr marL="0" marR="0" marT="112395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73355" algn="ct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2800" spc="-235" dirty="0">
                          <a:latin typeface="Verdana"/>
                          <a:cs typeface="Verdana"/>
                        </a:rPr>
                        <a:t>10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112395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508000" algn="r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2800" dirty="0">
                          <a:latin typeface="Verdana"/>
                          <a:cs typeface="Verdana"/>
                        </a:rPr>
                        <a:t>3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112395" marB="0"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21209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800" i="1" dirty="0">
                          <a:latin typeface="TeXGyreAdventor"/>
                          <a:cs typeface="TeXGyreAdventor"/>
                        </a:rPr>
                        <a:t>P</a:t>
                      </a:r>
                      <a:r>
                        <a:rPr sz="2775" i="1" baseline="-21021" dirty="0">
                          <a:latin typeface="TeXGyreAdventor"/>
                          <a:cs typeface="TeXGyreAdventor"/>
                        </a:rPr>
                        <a:t>2</a:t>
                      </a:r>
                      <a:endParaRPr sz="2775" baseline="-21021">
                        <a:latin typeface="TeXGyreAdventor"/>
                        <a:cs typeface="TeXGyreAdventor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17208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800" dirty="0">
                          <a:latin typeface="Verdana"/>
                          <a:cs typeface="Verdana"/>
                        </a:rPr>
                        <a:t>1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50800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800" dirty="0">
                          <a:latin typeface="Verdana"/>
                          <a:cs typeface="Verdana"/>
                        </a:rPr>
                        <a:t>1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12190"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800" i="1" dirty="0">
                          <a:latin typeface="TeXGyreAdventor"/>
                          <a:cs typeface="TeXGyreAdventor"/>
                        </a:rPr>
                        <a:t>P</a:t>
                      </a:r>
                      <a:r>
                        <a:rPr sz="2775" i="1" baseline="-21021" dirty="0">
                          <a:latin typeface="TeXGyreAdventor"/>
                          <a:cs typeface="TeXGyreAdventor"/>
                        </a:rPr>
                        <a:t>3</a:t>
                      </a:r>
                      <a:endParaRPr sz="2775" baseline="-21021">
                        <a:latin typeface="TeXGyreAdventor"/>
                        <a:cs typeface="TeXGyreAdventor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17208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800" dirty="0">
                          <a:latin typeface="Verdana"/>
                          <a:cs typeface="Verdana"/>
                        </a:rPr>
                        <a:t>2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50800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800" dirty="0">
                          <a:latin typeface="Verdana"/>
                          <a:cs typeface="Verdana"/>
                        </a:rPr>
                        <a:t>4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12190">
                <a:tc>
                  <a:txBody>
                    <a:bodyPr/>
                    <a:lstStyle/>
                    <a:p>
                      <a:pPr marL="21018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800" i="1" dirty="0">
                          <a:latin typeface="TeXGyreAdventor"/>
                          <a:cs typeface="TeXGyreAdventor"/>
                        </a:rPr>
                        <a:t>P</a:t>
                      </a:r>
                      <a:r>
                        <a:rPr sz="2775" i="1" baseline="-21021" dirty="0">
                          <a:latin typeface="TeXGyreAdventor"/>
                          <a:cs typeface="TeXGyreAdventor"/>
                        </a:rPr>
                        <a:t>4</a:t>
                      </a:r>
                      <a:endParaRPr sz="2775" baseline="-21021">
                        <a:latin typeface="TeXGyreAdventor"/>
                        <a:cs typeface="TeXGyreAdventor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17208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800" dirty="0">
                          <a:latin typeface="Verdana"/>
                          <a:cs typeface="Verdana"/>
                        </a:rPr>
                        <a:t>1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50800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800" dirty="0">
                          <a:latin typeface="Verdana"/>
                          <a:cs typeface="Verdana"/>
                        </a:rPr>
                        <a:t>5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04229">
                <a:tc>
                  <a:txBody>
                    <a:bodyPr/>
                    <a:lstStyle/>
                    <a:p>
                      <a:pPr marL="16129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800" i="1" dirty="0">
                          <a:latin typeface="TeXGyreAdventor"/>
                          <a:cs typeface="TeXGyreAdventor"/>
                        </a:rPr>
                        <a:t>P</a:t>
                      </a:r>
                      <a:r>
                        <a:rPr sz="2775" i="1" baseline="-21021" dirty="0">
                          <a:latin typeface="TeXGyreAdventor"/>
                          <a:cs typeface="TeXGyreAdventor"/>
                        </a:rPr>
                        <a:t>5</a:t>
                      </a:r>
                      <a:endParaRPr sz="2775" baseline="-21021">
                        <a:latin typeface="TeXGyreAdventor"/>
                        <a:cs typeface="TeXGyreAdventor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17208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800" dirty="0">
                          <a:latin typeface="Verdana"/>
                          <a:cs typeface="Verdana"/>
                        </a:rPr>
                        <a:t>5</a:t>
                      </a:r>
                      <a:endParaRPr sz="28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508000" algn="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2800" dirty="0">
                          <a:latin typeface="Verdana"/>
                          <a:cs typeface="Verdana"/>
                        </a:rPr>
                        <a:t>2</a:t>
                      </a: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16939" y="5223459"/>
            <a:ext cx="552831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EC7C3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165" dirty="0">
                <a:latin typeface="Verdana"/>
                <a:cs typeface="Verdana"/>
              </a:rPr>
              <a:t>Priority </a:t>
            </a:r>
            <a:r>
              <a:rPr sz="2800" spc="-20" dirty="0">
                <a:latin typeface="Verdana"/>
                <a:cs typeface="Verdana"/>
              </a:rPr>
              <a:t>scheduling </a:t>
            </a:r>
            <a:r>
              <a:rPr sz="2800" spc="15" dirty="0">
                <a:latin typeface="Verdana"/>
                <a:cs typeface="Verdana"/>
              </a:rPr>
              <a:t>Gantt</a:t>
            </a:r>
            <a:r>
              <a:rPr sz="2800" spc="-459" dirty="0">
                <a:latin typeface="Verdana"/>
                <a:cs typeface="Verdana"/>
              </a:rPr>
              <a:t> </a:t>
            </a:r>
            <a:r>
              <a:rPr sz="2800" spc="-10" dirty="0">
                <a:latin typeface="Verdana"/>
                <a:cs typeface="Verdana"/>
              </a:rPr>
              <a:t>Chart</a:t>
            </a:r>
            <a:endParaRPr sz="2800">
              <a:latin typeface="Verdana"/>
              <a:cs typeface="Verdan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938" y="669112"/>
            <a:ext cx="898906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</a:rPr>
              <a:t>Example </a:t>
            </a:r>
            <a:r>
              <a:rPr sz="4400" dirty="0">
                <a:solidFill>
                  <a:srgbClr val="FF0000"/>
                </a:solidFill>
              </a:rPr>
              <a:t>of </a:t>
            </a:r>
            <a:r>
              <a:rPr sz="4400" spc="-5" dirty="0">
                <a:solidFill>
                  <a:srgbClr val="FF0000"/>
                </a:solidFill>
              </a:rPr>
              <a:t>Priority</a:t>
            </a:r>
            <a:r>
              <a:rPr sz="4400" spc="-110" dirty="0">
                <a:solidFill>
                  <a:srgbClr val="FF0000"/>
                </a:solidFill>
              </a:rPr>
              <a:t> </a:t>
            </a:r>
            <a:r>
              <a:rPr sz="4400" spc="-5" dirty="0">
                <a:solidFill>
                  <a:srgbClr val="FF0000"/>
                </a:solidFill>
              </a:rPr>
              <a:t>Scheduling</a:t>
            </a:r>
            <a:endParaRPr sz="4400" dirty="0"/>
          </a:p>
        </p:txBody>
      </p:sp>
      <p:sp>
        <p:nvSpPr>
          <p:cNvPr id="7" name="object 7"/>
          <p:cNvSpPr/>
          <p:nvPr/>
        </p:nvSpPr>
        <p:spPr>
          <a:xfrm>
            <a:off x="3717035" y="6013703"/>
            <a:ext cx="6318504" cy="8442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61104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/>
          </p:nvPr>
        </p:nvGraphicFramePr>
        <p:xfrm>
          <a:off x="1206112" y="2954525"/>
          <a:ext cx="7984488" cy="26908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76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4269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9890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8651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9502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503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743838">
                <a:tc>
                  <a:txBody>
                    <a:bodyPr/>
                    <a:lstStyle/>
                    <a:p>
                      <a:pPr marL="506730" marR="219710" indent="-281940">
                        <a:lnSpc>
                          <a:spcPts val="1800"/>
                        </a:lnSpc>
                        <a:spcBef>
                          <a:spcPts val="1145"/>
                        </a:spcBef>
                      </a:pP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P</a:t>
                      </a:r>
                      <a:r>
                        <a:rPr sz="1600" b="1" dirty="0">
                          <a:latin typeface="Gothic Uralic"/>
                          <a:cs typeface="Gothic Uralic"/>
                        </a:rPr>
                        <a:t>r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ocess  id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325" marR="132080" indent="-303530">
                        <a:lnSpc>
                          <a:spcPts val="1800"/>
                        </a:lnSpc>
                        <a:spcBef>
                          <a:spcPts val="1145"/>
                        </a:spcBef>
                      </a:pP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Burst</a:t>
                      </a:r>
                      <a:r>
                        <a:rPr sz="1600" b="1" spc="-95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Time  </a:t>
                      </a: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(BT)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3555" marR="123189" indent="-375285">
                        <a:lnSpc>
                          <a:spcPts val="1800"/>
                        </a:lnSpc>
                        <a:spcBef>
                          <a:spcPts val="1145"/>
                        </a:spcBef>
                      </a:pP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Arrival</a:t>
                      </a:r>
                      <a:r>
                        <a:rPr sz="1600" b="1" spc="-5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Time  (AT)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 marR="58419" indent="-120650">
                        <a:lnSpc>
                          <a:spcPts val="1800"/>
                        </a:lnSpc>
                        <a:spcBef>
                          <a:spcPts val="1145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Compl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etion  Time</a:t>
                      </a:r>
                      <a:r>
                        <a:rPr sz="1600" b="1" spc="-2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(CT)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R="229870" algn="r">
                        <a:lnSpc>
                          <a:spcPct val="100000"/>
                        </a:lnSpc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TAT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WT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550" dirty="0">
                        <a:latin typeface="Times New Roman"/>
                        <a:cs typeface="Times New Roman"/>
                      </a:endParaRPr>
                    </a:p>
                    <a:p>
                      <a:pPr marL="19685"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RT</a:t>
                      </a:r>
                      <a:endParaRPr sz="1600" dirty="0">
                        <a:latin typeface="Gothic Uralic"/>
                        <a:cs typeface="Gothic Uralic"/>
                      </a:endParaRPr>
                    </a:p>
                  </a:txBody>
                  <a:tcPr marL="0" marR="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198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5" dirty="0">
                          <a:latin typeface="Gothic Uralic"/>
                          <a:cs typeface="Gothic Uralic"/>
                        </a:rPr>
                        <a:t>P1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26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21334"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16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146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16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6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6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18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P2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2620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198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P3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2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4262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463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9784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18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77495" algn="r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18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4635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16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16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198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P4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05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9784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19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5146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19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18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18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1856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P5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0555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65150" algn="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6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6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solidFill>
                            <a:srgbClr val="FF0000"/>
                          </a:solidFill>
                          <a:latin typeface="Courier New"/>
                          <a:cs typeface="Courier New"/>
                        </a:rPr>
                        <a:t>1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8066531" y="47256"/>
            <a:ext cx="1697355" cy="1060450"/>
            <a:chOff x="8066531" y="47256"/>
            <a:chExt cx="1697355" cy="1060450"/>
          </a:xfrm>
        </p:grpSpPr>
        <p:sp>
          <p:nvSpPr>
            <p:cNvPr id="4" name="object 4"/>
            <p:cNvSpPr/>
            <p:nvPr/>
          </p:nvSpPr>
          <p:spPr>
            <a:xfrm>
              <a:off x="8217255" y="179644"/>
              <a:ext cx="447603" cy="23738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578595" y="47256"/>
              <a:ext cx="858774" cy="51128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066531" y="321576"/>
              <a:ext cx="753618" cy="51128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578595" y="321576"/>
              <a:ext cx="799338" cy="51128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066531" y="595896"/>
              <a:ext cx="1568957" cy="51128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29927" y="595896"/>
              <a:ext cx="433565" cy="51128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/>
          <p:nvPr/>
        </p:nvSpPr>
        <p:spPr>
          <a:xfrm>
            <a:off x="1621916" y="2565145"/>
            <a:ext cx="1643888" cy="24320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473892" y="2226084"/>
            <a:ext cx="850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Times New Roman"/>
                <a:cs typeface="Times New Roman"/>
              </a:rPr>
              <a:t>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12213" y="1319908"/>
            <a:ext cx="8509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spc="15" dirty="0">
                <a:latin typeface="Times New Roman"/>
                <a:cs typeface="Times New Roman"/>
              </a:rPr>
              <a:t>n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168884" y="110743"/>
            <a:ext cx="3831590" cy="2686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F5F"/>
                </a:solidFill>
                <a:latin typeface="Gothic Uralic"/>
                <a:cs typeface="Gothic Uralic"/>
              </a:rPr>
              <a:t>Avg </a:t>
            </a:r>
            <a:r>
              <a:rPr sz="1800" b="1" spc="-5" dirty="0">
                <a:solidFill>
                  <a:srgbClr val="001F5F"/>
                </a:solidFill>
                <a:latin typeface="Gothic Uralic"/>
                <a:cs typeface="Gothic Uralic"/>
              </a:rPr>
              <a:t>TAT</a:t>
            </a:r>
            <a:r>
              <a:rPr sz="1800" b="1" spc="-10" dirty="0">
                <a:solidFill>
                  <a:srgbClr val="001F5F"/>
                </a:solidFill>
                <a:latin typeface="Gothic Uralic"/>
                <a:cs typeface="Gothic Uralic"/>
              </a:rPr>
              <a:t> </a:t>
            </a:r>
            <a:r>
              <a:rPr sz="1800" b="1" dirty="0">
                <a:solidFill>
                  <a:srgbClr val="001F5F"/>
                </a:solidFill>
                <a:latin typeface="Gothic Uralic"/>
                <a:cs typeface="Gothic Uralic"/>
              </a:rPr>
              <a:t>?</a:t>
            </a:r>
            <a:endParaRPr sz="1800">
              <a:latin typeface="Gothic Uralic"/>
              <a:cs typeface="Gothic Uralic"/>
            </a:endParaRPr>
          </a:p>
          <a:p>
            <a:pPr marL="46990">
              <a:lnSpc>
                <a:spcPct val="100000"/>
              </a:lnSpc>
            </a:pPr>
            <a:r>
              <a:rPr sz="1800" b="1" dirty="0">
                <a:solidFill>
                  <a:srgbClr val="001F5F"/>
                </a:solidFill>
                <a:latin typeface="Gothic Uralic"/>
                <a:cs typeface="Gothic Uralic"/>
              </a:rPr>
              <a:t>Avg </a:t>
            </a:r>
            <a:r>
              <a:rPr sz="1800" b="1" spc="-5" dirty="0">
                <a:solidFill>
                  <a:srgbClr val="001F5F"/>
                </a:solidFill>
                <a:latin typeface="Gothic Uralic"/>
                <a:cs typeface="Gothic Uralic"/>
              </a:rPr>
              <a:t>WT</a:t>
            </a:r>
            <a:r>
              <a:rPr sz="1800" b="1" spc="-10" dirty="0">
                <a:solidFill>
                  <a:srgbClr val="001F5F"/>
                </a:solidFill>
                <a:latin typeface="Gothic Uralic"/>
                <a:cs typeface="Gothic Uralic"/>
              </a:rPr>
              <a:t> </a:t>
            </a:r>
            <a:r>
              <a:rPr sz="1800" b="1" dirty="0">
                <a:solidFill>
                  <a:srgbClr val="001F5F"/>
                </a:solidFill>
                <a:latin typeface="Gothic Uralic"/>
                <a:cs typeface="Gothic Uralic"/>
              </a:rPr>
              <a:t>?</a:t>
            </a:r>
            <a:endParaRPr sz="1800">
              <a:latin typeface="Gothic Uralic"/>
              <a:cs typeface="Gothic Uralic"/>
            </a:endParaRPr>
          </a:p>
          <a:p>
            <a:pPr marL="46990">
              <a:lnSpc>
                <a:spcPct val="100000"/>
              </a:lnSpc>
            </a:pPr>
            <a:r>
              <a:rPr sz="1800" b="1" spc="-5" dirty="0">
                <a:solidFill>
                  <a:srgbClr val="001F5F"/>
                </a:solidFill>
                <a:latin typeface="Gothic Uralic"/>
                <a:cs typeface="Gothic Uralic"/>
              </a:rPr>
              <a:t>RT </a:t>
            </a:r>
            <a:r>
              <a:rPr sz="1800" b="1" dirty="0">
                <a:solidFill>
                  <a:srgbClr val="001F5F"/>
                </a:solidFill>
                <a:latin typeface="Gothic Uralic"/>
                <a:cs typeface="Gothic Uralic"/>
              </a:rPr>
              <a:t>for </a:t>
            </a:r>
            <a:r>
              <a:rPr sz="1800" b="1" spc="-5" dirty="0">
                <a:solidFill>
                  <a:srgbClr val="001F5F"/>
                </a:solidFill>
                <a:latin typeface="Gothic Uralic"/>
                <a:cs typeface="Gothic Uralic"/>
              </a:rPr>
              <a:t>p5 </a:t>
            </a:r>
            <a:r>
              <a:rPr sz="1800" b="1" dirty="0">
                <a:solidFill>
                  <a:srgbClr val="001F5F"/>
                </a:solidFill>
                <a:latin typeface="Gothic Uralic"/>
                <a:cs typeface="Gothic Uralic"/>
              </a:rPr>
              <a:t>is</a:t>
            </a:r>
            <a:r>
              <a:rPr sz="1800" b="1" spc="459" dirty="0">
                <a:solidFill>
                  <a:srgbClr val="001F5F"/>
                </a:solidFill>
                <a:latin typeface="Gothic Uralic"/>
                <a:cs typeface="Gothic Uralic"/>
              </a:rPr>
              <a:t> </a:t>
            </a:r>
            <a:r>
              <a:rPr sz="1800" b="1" dirty="0">
                <a:solidFill>
                  <a:srgbClr val="001F5F"/>
                </a:solidFill>
                <a:latin typeface="Gothic Uralic"/>
                <a:cs typeface="Gothic Uralic"/>
              </a:rPr>
              <a:t>?</a:t>
            </a:r>
            <a:endParaRPr sz="1800">
              <a:latin typeface="Gothic Uralic"/>
              <a:cs typeface="Gothic Uralic"/>
            </a:endParaRPr>
          </a:p>
          <a:p>
            <a:pPr marL="38100">
              <a:lnSpc>
                <a:spcPct val="100000"/>
              </a:lnSpc>
              <a:spcBef>
                <a:spcPts val="450"/>
              </a:spcBef>
            </a:pPr>
            <a:r>
              <a:rPr sz="1600" dirty="0">
                <a:latin typeface="Times New Roman"/>
                <a:cs typeface="Times New Roman"/>
              </a:rPr>
              <a:t>Turnaround Time (TAT) </a:t>
            </a:r>
            <a:r>
              <a:rPr sz="1600" dirty="0">
                <a:latin typeface="Symbol"/>
                <a:cs typeface="Symbol"/>
              </a:rPr>
              <a:t></a:t>
            </a:r>
            <a:r>
              <a:rPr sz="1600" dirty="0">
                <a:latin typeface="Times New Roman"/>
                <a:cs typeface="Times New Roman"/>
              </a:rPr>
              <a:t> </a:t>
            </a:r>
            <a:r>
              <a:rPr sz="1600" spc="25" dirty="0">
                <a:latin typeface="Times New Roman"/>
                <a:cs typeface="Times New Roman"/>
              </a:rPr>
              <a:t>C</a:t>
            </a:r>
            <a:r>
              <a:rPr sz="1350" spc="37" baseline="-24691" dirty="0">
                <a:latin typeface="Times New Roman"/>
                <a:cs typeface="Times New Roman"/>
              </a:rPr>
              <a:t>i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260" dirty="0">
                <a:latin typeface="Times New Roman"/>
                <a:cs typeface="Times New Roman"/>
              </a:rPr>
              <a:t> </a:t>
            </a:r>
            <a:r>
              <a:rPr sz="1600" spc="45" dirty="0">
                <a:latin typeface="Times New Roman"/>
                <a:cs typeface="Times New Roman"/>
              </a:rPr>
              <a:t>A</a:t>
            </a:r>
            <a:r>
              <a:rPr sz="1350" spc="67" baseline="-24691" dirty="0">
                <a:latin typeface="Times New Roman"/>
                <a:cs typeface="Times New Roman"/>
              </a:rPr>
              <a:t>i</a:t>
            </a:r>
            <a:endParaRPr sz="1350" baseline="-24691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840"/>
              </a:spcBef>
            </a:pPr>
            <a:r>
              <a:rPr sz="1600" dirty="0">
                <a:latin typeface="Times New Roman"/>
                <a:cs typeface="Times New Roman"/>
              </a:rPr>
              <a:t>AvgTAT</a:t>
            </a:r>
            <a:r>
              <a:rPr sz="1600" spc="-5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</a:t>
            </a:r>
            <a:r>
              <a:rPr sz="1600" spc="-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1/n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3600" spc="292" baseline="-8101" dirty="0">
                <a:latin typeface="Symbol"/>
                <a:cs typeface="Symbol"/>
              </a:rPr>
              <a:t></a:t>
            </a:r>
            <a:r>
              <a:rPr sz="1600" spc="40" dirty="0">
                <a:latin typeface="Times New Roman"/>
                <a:cs typeface="Times New Roman"/>
              </a:rPr>
              <a:t>C</a:t>
            </a:r>
            <a:r>
              <a:rPr sz="1350" spc="15" baseline="-24691" dirty="0">
                <a:latin typeface="Times New Roman"/>
                <a:cs typeface="Times New Roman"/>
              </a:rPr>
              <a:t>i</a:t>
            </a:r>
            <a:r>
              <a:rPr sz="1350" baseline="-24691" dirty="0">
                <a:latin typeface="Times New Roman"/>
                <a:cs typeface="Times New Roman"/>
              </a:rPr>
              <a:t> </a:t>
            </a:r>
            <a:r>
              <a:rPr sz="1350" spc="37" baseline="-24691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155" dirty="0">
                <a:latin typeface="Times New Roman"/>
                <a:cs typeface="Times New Roman"/>
              </a:rPr>
              <a:t> </a:t>
            </a:r>
            <a:r>
              <a:rPr sz="1600" spc="80" dirty="0">
                <a:latin typeface="Times New Roman"/>
                <a:cs typeface="Times New Roman"/>
              </a:rPr>
              <a:t>A</a:t>
            </a:r>
            <a:r>
              <a:rPr sz="1350" spc="15" baseline="-24691" dirty="0">
                <a:latin typeface="Times New Roman"/>
                <a:cs typeface="Times New Roman"/>
              </a:rPr>
              <a:t>i</a:t>
            </a:r>
            <a:endParaRPr sz="1350" baseline="-24691">
              <a:latin typeface="Times New Roman"/>
              <a:cs typeface="Times New Roman"/>
            </a:endParaRPr>
          </a:p>
          <a:p>
            <a:pPr marL="1311275">
              <a:lnSpc>
                <a:spcPct val="100000"/>
              </a:lnSpc>
              <a:spcBef>
                <a:spcPts val="160"/>
              </a:spcBef>
            </a:pPr>
            <a:r>
              <a:rPr sz="900" spc="15" dirty="0">
                <a:latin typeface="Times New Roman"/>
                <a:cs typeface="Times New Roman"/>
              </a:rPr>
              <a:t>i</a:t>
            </a:r>
            <a:r>
              <a:rPr sz="900" spc="15" dirty="0">
                <a:latin typeface="Symbol"/>
                <a:cs typeface="Symbol"/>
              </a:rPr>
              <a:t></a:t>
            </a:r>
            <a:r>
              <a:rPr sz="900" spc="15" dirty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  <a:p>
            <a:pPr marL="44450">
              <a:lnSpc>
                <a:spcPct val="100000"/>
              </a:lnSpc>
              <a:spcBef>
                <a:spcPts val="254"/>
              </a:spcBef>
            </a:pPr>
            <a:r>
              <a:rPr sz="1600" dirty="0">
                <a:latin typeface="Times New Roman"/>
                <a:cs typeface="Times New Roman"/>
              </a:rPr>
              <a:t>WaitingTime</a:t>
            </a:r>
            <a:r>
              <a:rPr sz="1600" spc="-114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(WT)</a:t>
            </a:r>
            <a:r>
              <a:rPr sz="1600" spc="-2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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TAT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10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BT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</a:t>
            </a:r>
            <a:r>
              <a:rPr sz="1600" spc="-100" dirty="0">
                <a:latin typeface="Times New Roman"/>
                <a:cs typeface="Times New Roman"/>
              </a:rPr>
              <a:t> </a:t>
            </a:r>
            <a:r>
              <a:rPr sz="1600" spc="25" dirty="0">
                <a:latin typeface="Times New Roman"/>
                <a:cs typeface="Times New Roman"/>
              </a:rPr>
              <a:t>C</a:t>
            </a:r>
            <a:r>
              <a:rPr sz="1350" spc="37" baseline="-24691" dirty="0">
                <a:latin typeface="Times New Roman"/>
                <a:cs typeface="Times New Roman"/>
              </a:rPr>
              <a:t>i</a:t>
            </a:r>
            <a:r>
              <a:rPr sz="1350" spc="375" baseline="-24691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160" dirty="0">
                <a:latin typeface="Times New Roman"/>
                <a:cs typeface="Times New Roman"/>
              </a:rPr>
              <a:t> </a:t>
            </a:r>
            <a:r>
              <a:rPr sz="1600" spc="45" dirty="0">
                <a:latin typeface="Times New Roman"/>
                <a:cs typeface="Times New Roman"/>
              </a:rPr>
              <a:t>A</a:t>
            </a:r>
            <a:r>
              <a:rPr sz="1350" spc="67" baseline="-24691" dirty="0">
                <a:latin typeface="Times New Roman"/>
                <a:cs typeface="Times New Roman"/>
              </a:rPr>
              <a:t>i</a:t>
            </a:r>
            <a:r>
              <a:rPr sz="1350" spc="337" baseline="-24691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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i="1" dirty="0">
                <a:latin typeface="Times New Roman"/>
                <a:cs typeface="Times New Roman"/>
              </a:rPr>
              <a:t>BT</a:t>
            </a:r>
            <a:endParaRPr sz="160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840"/>
              </a:spcBef>
            </a:pPr>
            <a:r>
              <a:rPr sz="1600" dirty="0">
                <a:latin typeface="Times New Roman"/>
                <a:cs typeface="Times New Roman"/>
              </a:rPr>
              <a:t>Avg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WT</a:t>
            </a:r>
            <a:r>
              <a:rPr sz="1600" spc="-5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Symbol"/>
                <a:cs typeface="Symbol"/>
              </a:rPr>
              <a:t></a:t>
            </a:r>
            <a:r>
              <a:rPr sz="1600" spc="-20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1/n</a:t>
            </a:r>
            <a:r>
              <a:rPr sz="1600" spc="-25" dirty="0">
                <a:latin typeface="Times New Roman"/>
                <a:cs typeface="Times New Roman"/>
              </a:rPr>
              <a:t> </a:t>
            </a:r>
            <a:r>
              <a:rPr sz="3600" spc="292" baseline="-8101" dirty="0">
                <a:latin typeface="Symbol"/>
                <a:cs typeface="Symbol"/>
              </a:rPr>
              <a:t></a:t>
            </a:r>
            <a:r>
              <a:rPr sz="1600" spc="40" dirty="0">
                <a:latin typeface="Times New Roman"/>
                <a:cs typeface="Times New Roman"/>
              </a:rPr>
              <a:t>C</a:t>
            </a:r>
            <a:r>
              <a:rPr sz="1350" spc="15" baseline="-24691" dirty="0">
                <a:latin typeface="Times New Roman"/>
                <a:cs typeface="Times New Roman"/>
              </a:rPr>
              <a:t>i</a:t>
            </a:r>
            <a:r>
              <a:rPr sz="1350" baseline="-24691" dirty="0">
                <a:latin typeface="Times New Roman"/>
                <a:cs typeface="Times New Roman"/>
              </a:rPr>
              <a:t> </a:t>
            </a:r>
            <a:r>
              <a:rPr sz="1350" spc="37" baseline="-24691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-</a:t>
            </a:r>
            <a:r>
              <a:rPr sz="1600" spc="-155" dirty="0">
                <a:latin typeface="Times New Roman"/>
                <a:cs typeface="Times New Roman"/>
              </a:rPr>
              <a:t> </a:t>
            </a:r>
            <a:r>
              <a:rPr sz="1600" spc="80" dirty="0">
                <a:latin typeface="Times New Roman"/>
                <a:cs typeface="Times New Roman"/>
              </a:rPr>
              <a:t>A</a:t>
            </a:r>
            <a:r>
              <a:rPr sz="1350" spc="15" baseline="-24691" dirty="0">
                <a:latin typeface="Times New Roman"/>
                <a:cs typeface="Times New Roman"/>
              </a:rPr>
              <a:t>i</a:t>
            </a:r>
            <a:r>
              <a:rPr sz="1350" baseline="-24691" dirty="0">
                <a:latin typeface="Times New Roman"/>
                <a:cs typeface="Times New Roman"/>
              </a:rPr>
              <a:t>  </a:t>
            </a:r>
            <a:r>
              <a:rPr sz="1600" dirty="0">
                <a:latin typeface="Symbol"/>
                <a:cs typeface="Symbol"/>
              </a:rPr>
              <a:t></a:t>
            </a:r>
            <a:r>
              <a:rPr sz="1600" spc="-75" dirty="0">
                <a:latin typeface="Times New Roman"/>
                <a:cs typeface="Times New Roman"/>
              </a:rPr>
              <a:t> </a:t>
            </a:r>
            <a:r>
              <a:rPr sz="1600" i="1" spc="-55" dirty="0">
                <a:latin typeface="Times New Roman"/>
                <a:cs typeface="Times New Roman"/>
              </a:rPr>
              <a:t>B</a:t>
            </a:r>
            <a:r>
              <a:rPr sz="1350" i="1" spc="15" baseline="-24691" dirty="0">
                <a:latin typeface="Times New Roman"/>
                <a:cs typeface="Times New Roman"/>
              </a:rPr>
              <a:t>i</a:t>
            </a:r>
            <a:endParaRPr sz="1350" baseline="-24691">
              <a:latin typeface="Times New Roman"/>
              <a:cs typeface="Times New Roman"/>
            </a:endParaRPr>
          </a:p>
          <a:p>
            <a:pPr marL="1272540">
              <a:lnSpc>
                <a:spcPct val="100000"/>
              </a:lnSpc>
              <a:spcBef>
                <a:spcPts val="160"/>
              </a:spcBef>
            </a:pPr>
            <a:r>
              <a:rPr sz="900" spc="15" dirty="0">
                <a:latin typeface="Times New Roman"/>
                <a:cs typeface="Times New Roman"/>
              </a:rPr>
              <a:t>i</a:t>
            </a:r>
            <a:r>
              <a:rPr sz="900" spc="15" dirty="0">
                <a:latin typeface="Symbol"/>
                <a:cs typeface="Symbol"/>
              </a:rPr>
              <a:t></a:t>
            </a:r>
            <a:r>
              <a:rPr sz="900" spc="15" dirty="0">
                <a:latin typeface="Times New Roman"/>
                <a:cs typeface="Times New Roman"/>
              </a:rPr>
              <a:t>1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61820" y="5836411"/>
            <a:ext cx="36163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Gothic Uralic"/>
                <a:cs typeface="Gothic Uralic"/>
              </a:rPr>
              <a:t>Average </a:t>
            </a:r>
            <a:r>
              <a:rPr sz="1800" b="1" spc="-5" dirty="0">
                <a:latin typeface="Gothic Uralic"/>
                <a:cs typeface="Gothic Uralic"/>
              </a:rPr>
              <a:t>TAT </a:t>
            </a:r>
            <a:r>
              <a:rPr sz="1800" b="1" dirty="0">
                <a:latin typeface="Gothic Uralic"/>
                <a:cs typeface="Gothic Uralic"/>
              </a:rPr>
              <a:t>= </a:t>
            </a:r>
            <a:r>
              <a:rPr sz="1800" b="1" spc="-5" dirty="0">
                <a:latin typeface="Gothic Uralic"/>
                <a:cs typeface="Gothic Uralic"/>
              </a:rPr>
              <a:t>39 </a:t>
            </a:r>
            <a:r>
              <a:rPr sz="1800" b="1" dirty="0">
                <a:latin typeface="Gothic Uralic"/>
                <a:cs typeface="Gothic Uralic"/>
              </a:rPr>
              <a:t>/ 3 = </a:t>
            </a:r>
            <a:r>
              <a:rPr sz="1800" b="1" spc="-5" dirty="0">
                <a:latin typeface="Gothic Uralic"/>
                <a:cs typeface="Gothic Uralic"/>
              </a:rPr>
              <a:t>13</a:t>
            </a:r>
            <a:r>
              <a:rPr sz="1800" b="1" spc="-110" dirty="0">
                <a:latin typeface="Gothic Uralic"/>
                <a:cs typeface="Gothic Uralic"/>
              </a:rPr>
              <a:t> </a:t>
            </a:r>
            <a:r>
              <a:rPr sz="1800" b="1" dirty="0">
                <a:latin typeface="Gothic Uralic"/>
                <a:cs typeface="Gothic Uralic"/>
              </a:rPr>
              <a:t>msec.</a:t>
            </a:r>
            <a:endParaRPr sz="1800">
              <a:latin typeface="Gothic Uralic"/>
              <a:cs typeface="Gothic Uralic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latin typeface="Gothic Uralic"/>
                <a:cs typeface="Gothic Uralic"/>
              </a:rPr>
              <a:t>Average WT </a:t>
            </a:r>
            <a:r>
              <a:rPr sz="1800" b="1" dirty="0">
                <a:latin typeface="Gothic Uralic"/>
                <a:cs typeface="Gothic Uralic"/>
              </a:rPr>
              <a:t>= </a:t>
            </a:r>
            <a:r>
              <a:rPr sz="1800" b="1" spc="-5" dirty="0">
                <a:latin typeface="Gothic Uralic"/>
                <a:cs typeface="Gothic Uralic"/>
              </a:rPr>
              <a:t>9/ </a:t>
            </a:r>
            <a:r>
              <a:rPr sz="1800" b="1" dirty="0">
                <a:latin typeface="Gothic Uralic"/>
                <a:cs typeface="Gothic Uralic"/>
              </a:rPr>
              <a:t>3 = 3</a:t>
            </a:r>
            <a:r>
              <a:rPr sz="1800" b="1" spc="-50" dirty="0">
                <a:latin typeface="Gothic Uralic"/>
                <a:cs typeface="Gothic Uralic"/>
              </a:rPr>
              <a:t> </a:t>
            </a:r>
            <a:r>
              <a:rPr sz="1800" b="1" spc="-5" dirty="0">
                <a:latin typeface="Gothic Uralic"/>
                <a:cs typeface="Gothic Uralic"/>
              </a:rPr>
              <a:t>msec.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39596" y="231647"/>
            <a:ext cx="6318504" cy="84429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156954" y="6113475"/>
            <a:ext cx="2455545" cy="557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095"/>
              </a:lnSpc>
              <a:spcBef>
                <a:spcPts val="100"/>
              </a:spcBef>
            </a:pPr>
            <a:r>
              <a:rPr sz="1800" b="1" dirty="0">
                <a:latin typeface="Gothic Uralic"/>
                <a:cs typeface="Gothic Uralic"/>
              </a:rPr>
              <a:t>Where</a:t>
            </a:r>
            <a:endParaRPr sz="1800">
              <a:latin typeface="Gothic Uralic"/>
              <a:cs typeface="Gothic Uralic"/>
            </a:endParaRPr>
          </a:p>
          <a:p>
            <a:pPr marL="352425">
              <a:lnSpc>
                <a:spcPts val="2095"/>
              </a:lnSpc>
            </a:pPr>
            <a:r>
              <a:rPr sz="1800" b="1" spc="-5" dirty="0">
                <a:latin typeface="Gothic Uralic"/>
                <a:cs typeface="Gothic Uralic"/>
              </a:rPr>
              <a:t>ST </a:t>
            </a:r>
            <a:r>
              <a:rPr sz="1800" b="1" dirty="0">
                <a:latin typeface="Gothic Uralic"/>
                <a:cs typeface="Gothic Uralic"/>
              </a:rPr>
              <a:t>= </a:t>
            </a:r>
            <a:r>
              <a:rPr sz="1800" b="1" spc="-5" dirty="0">
                <a:latin typeface="Gothic Uralic"/>
                <a:cs typeface="Gothic Uralic"/>
              </a:rPr>
              <a:t>Schedule</a:t>
            </a:r>
            <a:r>
              <a:rPr sz="1800" b="1" spc="-105" dirty="0">
                <a:latin typeface="Gothic Uralic"/>
                <a:cs typeface="Gothic Uralic"/>
              </a:rPr>
              <a:t> </a:t>
            </a:r>
            <a:r>
              <a:rPr sz="1800" b="1" dirty="0">
                <a:latin typeface="Gothic Uralic"/>
                <a:cs typeface="Gothic Uralic"/>
              </a:rPr>
              <a:t>Time</a:t>
            </a:r>
            <a:endParaRPr sz="1800">
              <a:latin typeface="Gothic Uralic"/>
              <a:cs typeface="Gothic Uralic"/>
            </a:endParaRPr>
          </a:p>
        </p:txBody>
      </p:sp>
    </p:spTree>
    <p:extLst>
      <p:ext uri="{BB962C8B-B14F-4D97-AF65-F5344CB8AC3E}">
        <p14:creationId xmlns:p14="http://schemas.microsoft.com/office/powerpoint/2010/main" val="845964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73B00F3C-B7E0-4010-AACD-572DB14BD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1" y="773763"/>
            <a:ext cx="8043862" cy="4750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542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ACCA29BF-F239-4B11-9DD3-F731A325C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366712"/>
            <a:ext cx="7996237" cy="612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239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="" xmlns:a16="http://schemas.microsoft.com/office/drawing/2014/main" id="{0BCF5415-F04A-4B4A-A6FB-B9AB1556C3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600200"/>
            <a:ext cx="5391150" cy="96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927350" y="2013711"/>
          <a:ext cx="5676900" cy="4001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192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4192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41922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41922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386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800" b="1" spc="-10" dirty="0">
                          <a:latin typeface="Carlito"/>
                          <a:cs typeface="Carlito"/>
                        </a:rPr>
                        <a:t>Pno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800" b="1" spc="-10" dirty="0">
                          <a:latin typeface="Carlito"/>
                          <a:cs typeface="Carlito"/>
                        </a:rPr>
                        <a:t>Priority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800" b="1" spc="-225" dirty="0">
                          <a:latin typeface="Carlito"/>
                          <a:cs typeface="Carlito"/>
                        </a:rPr>
                        <a:t>AT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800" b="1" spc="-65" dirty="0">
                          <a:latin typeface="Carlito"/>
                          <a:cs typeface="Carlito"/>
                        </a:rPr>
                        <a:t>BT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386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800" b="1" spc="-10" dirty="0">
                          <a:latin typeface="Carlito"/>
                          <a:cs typeface="Carlito"/>
                        </a:rPr>
                        <a:t>P1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800" b="1" dirty="0">
                          <a:latin typeface="Carlito"/>
                          <a:cs typeface="Carlito"/>
                        </a:rPr>
                        <a:t>2(L)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800" b="1" dirty="0">
                          <a:latin typeface="Carlito"/>
                          <a:cs typeface="Carlito"/>
                        </a:rPr>
                        <a:t>0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800" b="1" dirty="0">
                          <a:latin typeface="Carlito"/>
                          <a:cs typeface="Carlito"/>
                        </a:rPr>
                        <a:t>4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386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800" b="1" spc="-10" dirty="0">
                          <a:latin typeface="Carlito"/>
                          <a:cs typeface="Carlito"/>
                        </a:rPr>
                        <a:t>P2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800" b="1" dirty="0">
                          <a:latin typeface="Carlito"/>
                          <a:cs typeface="Carlito"/>
                        </a:rPr>
                        <a:t>4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800" b="1" dirty="0">
                          <a:latin typeface="Carlito"/>
                          <a:cs typeface="Carlito"/>
                        </a:rPr>
                        <a:t>1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800" b="1" dirty="0">
                          <a:latin typeface="Carlito"/>
                          <a:cs typeface="Carlito"/>
                        </a:rPr>
                        <a:t>2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386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800" b="1" spc="-10" dirty="0">
                          <a:latin typeface="Carlito"/>
                          <a:cs typeface="Carlito"/>
                        </a:rPr>
                        <a:t>P3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800" b="1" dirty="0">
                          <a:latin typeface="Carlito"/>
                          <a:cs typeface="Carlito"/>
                        </a:rPr>
                        <a:t>6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800" b="1" dirty="0">
                          <a:latin typeface="Carlito"/>
                          <a:cs typeface="Carlito"/>
                        </a:rPr>
                        <a:t>2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800" b="1" dirty="0">
                          <a:latin typeface="Carlito"/>
                          <a:cs typeface="Carlito"/>
                        </a:rPr>
                        <a:t>3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3860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800" b="1" spc="-10" dirty="0">
                          <a:latin typeface="Carlito"/>
                          <a:cs typeface="Carlito"/>
                        </a:rPr>
                        <a:t>P4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800" b="1" spc="-10" dirty="0">
                          <a:latin typeface="Carlito"/>
                          <a:cs typeface="Carlito"/>
                        </a:rPr>
                        <a:t>10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800" b="1" dirty="0">
                          <a:latin typeface="Carlito"/>
                          <a:cs typeface="Carlito"/>
                        </a:rPr>
                        <a:t>3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800" b="1" dirty="0">
                          <a:latin typeface="Carlito"/>
                          <a:cs typeface="Carlito"/>
                        </a:rPr>
                        <a:t>4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36244">
                <a:tc>
                  <a:txBody>
                    <a:bodyPr/>
                    <a:lstStyle/>
                    <a:p>
                      <a:pPr algn="ctr">
                        <a:lnSpc>
                          <a:spcPts val="3270"/>
                        </a:lnSpc>
                      </a:pPr>
                      <a:r>
                        <a:rPr sz="2800" b="1" spc="-10" dirty="0">
                          <a:latin typeface="Carlito"/>
                          <a:cs typeface="Carlito"/>
                        </a:rPr>
                        <a:t>P5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70"/>
                        </a:lnSpc>
                      </a:pPr>
                      <a:r>
                        <a:rPr sz="2800" b="1" dirty="0">
                          <a:latin typeface="Carlito"/>
                          <a:cs typeface="Carlito"/>
                        </a:rPr>
                        <a:t>8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70"/>
                        </a:lnSpc>
                      </a:pPr>
                      <a:r>
                        <a:rPr sz="2800" b="1" dirty="0">
                          <a:latin typeface="Carlito"/>
                          <a:cs typeface="Carlito"/>
                        </a:rPr>
                        <a:t>4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3270"/>
                        </a:lnSpc>
                      </a:pPr>
                      <a:r>
                        <a:rPr sz="2800" b="1" dirty="0">
                          <a:latin typeface="Carlito"/>
                          <a:cs typeface="Carlito"/>
                        </a:rPr>
                        <a:t>1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36244">
                <a:tc>
                  <a:txBody>
                    <a:bodyPr/>
                    <a:lstStyle/>
                    <a:p>
                      <a:pPr algn="ctr">
                        <a:lnSpc>
                          <a:spcPts val="3270"/>
                        </a:lnSpc>
                      </a:pPr>
                      <a:r>
                        <a:rPr sz="2800" b="1" spc="-10" dirty="0">
                          <a:latin typeface="Carlito"/>
                          <a:cs typeface="Carlito"/>
                        </a:rPr>
                        <a:t>P6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70"/>
                        </a:lnSpc>
                      </a:pPr>
                      <a:r>
                        <a:rPr sz="2800" b="1" spc="-5" dirty="0">
                          <a:latin typeface="Carlito"/>
                          <a:cs typeface="Carlito"/>
                        </a:rPr>
                        <a:t>12 (H)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70"/>
                        </a:lnSpc>
                      </a:pPr>
                      <a:r>
                        <a:rPr sz="2800" b="1" dirty="0">
                          <a:latin typeface="Carlito"/>
                          <a:cs typeface="Carlito"/>
                        </a:rPr>
                        <a:t>5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3270"/>
                        </a:lnSpc>
                      </a:pPr>
                      <a:r>
                        <a:rPr sz="2800" b="1" dirty="0">
                          <a:latin typeface="Carlito"/>
                          <a:cs typeface="Carlito"/>
                        </a:rPr>
                        <a:t>4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36283">
                <a:tc>
                  <a:txBody>
                    <a:bodyPr/>
                    <a:lstStyle/>
                    <a:p>
                      <a:pPr algn="ctr">
                        <a:lnSpc>
                          <a:spcPts val="3275"/>
                        </a:lnSpc>
                      </a:pPr>
                      <a:r>
                        <a:rPr sz="2800" b="1" spc="-10" dirty="0">
                          <a:latin typeface="Carlito"/>
                          <a:cs typeface="Carlito"/>
                        </a:rPr>
                        <a:t>P7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75"/>
                        </a:lnSpc>
                      </a:pPr>
                      <a:r>
                        <a:rPr sz="2800" b="1" dirty="0">
                          <a:latin typeface="Carlito"/>
                          <a:cs typeface="Carlito"/>
                        </a:rPr>
                        <a:t>9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275"/>
                        </a:lnSpc>
                      </a:pPr>
                      <a:r>
                        <a:rPr sz="2800" b="1" dirty="0">
                          <a:latin typeface="Carlito"/>
                          <a:cs typeface="Carlito"/>
                        </a:rPr>
                        <a:t>6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3275"/>
                        </a:lnSpc>
                      </a:pPr>
                      <a:r>
                        <a:rPr sz="2800" b="1" dirty="0">
                          <a:latin typeface="Carlito"/>
                          <a:cs typeface="Carlito"/>
                        </a:rPr>
                        <a:t>6</a:t>
                      </a:r>
                      <a:endParaRPr sz="28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65119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</a:rPr>
              <a:t>Example </a:t>
            </a:r>
            <a:r>
              <a:rPr sz="4400" dirty="0">
                <a:solidFill>
                  <a:srgbClr val="FF0000"/>
                </a:solidFill>
              </a:rPr>
              <a:t>2</a:t>
            </a:r>
            <a:r>
              <a:rPr sz="4400" spc="-75" dirty="0">
                <a:solidFill>
                  <a:srgbClr val="FF0000"/>
                </a:solidFill>
              </a:rPr>
              <a:t> </a:t>
            </a:r>
            <a:r>
              <a:rPr sz="4400" dirty="0">
                <a:solidFill>
                  <a:srgbClr val="FF0000"/>
                </a:solidFill>
              </a:rPr>
              <a:t>(Preemptive)</a:t>
            </a:r>
            <a:endParaRPr sz="4400"/>
          </a:p>
        </p:txBody>
      </p:sp>
    </p:spTree>
    <p:extLst>
      <p:ext uri="{BB962C8B-B14F-4D97-AF65-F5344CB8AC3E}">
        <p14:creationId xmlns:p14="http://schemas.microsoft.com/office/powerpoint/2010/main" val="31969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32660" y="4475988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39" h="525779">
                <a:moveTo>
                  <a:pt x="253745" y="0"/>
                </a:moveTo>
                <a:lnTo>
                  <a:pt x="28193" y="0"/>
                </a:lnTo>
                <a:lnTo>
                  <a:pt x="17198" y="2208"/>
                </a:lnTo>
                <a:lnTo>
                  <a:pt x="8239" y="8239"/>
                </a:lnTo>
                <a:lnTo>
                  <a:pt x="2208" y="17198"/>
                </a:lnTo>
                <a:lnTo>
                  <a:pt x="0" y="28193"/>
                </a:lnTo>
                <a:lnTo>
                  <a:pt x="0" y="497586"/>
                </a:lnTo>
                <a:lnTo>
                  <a:pt x="2208" y="508581"/>
                </a:lnTo>
                <a:lnTo>
                  <a:pt x="8239" y="517540"/>
                </a:lnTo>
                <a:lnTo>
                  <a:pt x="17198" y="523571"/>
                </a:lnTo>
                <a:lnTo>
                  <a:pt x="28193" y="525780"/>
                </a:lnTo>
                <a:lnTo>
                  <a:pt x="253745" y="525780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39" y="497586"/>
                </a:lnTo>
                <a:lnTo>
                  <a:pt x="281939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58948" y="4631893"/>
            <a:ext cx="230504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235" dirty="0">
                <a:latin typeface="Verdana"/>
                <a:cs typeface="Verdana"/>
              </a:rPr>
              <a:t>1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7947" y="4475988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40" h="525779">
                <a:moveTo>
                  <a:pt x="253746" y="0"/>
                </a:moveTo>
                <a:lnTo>
                  <a:pt x="28193" y="0"/>
                </a:lnTo>
                <a:lnTo>
                  <a:pt x="17220" y="2208"/>
                </a:lnTo>
                <a:lnTo>
                  <a:pt x="8258" y="8239"/>
                </a:lnTo>
                <a:lnTo>
                  <a:pt x="2215" y="17198"/>
                </a:lnTo>
                <a:lnTo>
                  <a:pt x="0" y="28193"/>
                </a:lnTo>
                <a:lnTo>
                  <a:pt x="0" y="497586"/>
                </a:lnTo>
                <a:lnTo>
                  <a:pt x="2215" y="508581"/>
                </a:lnTo>
                <a:lnTo>
                  <a:pt x="8258" y="517540"/>
                </a:lnTo>
                <a:lnTo>
                  <a:pt x="17220" y="523571"/>
                </a:lnTo>
                <a:lnTo>
                  <a:pt x="28193" y="525780"/>
                </a:lnTo>
                <a:lnTo>
                  <a:pt x="253746" y="525780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40" y="497586"/>
                </a:lnTo>
                <a:lnTo>
                  <a:pt x="281940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34262" y="4631893"/>
            <a:ext cx="230504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235" dirty="0">
                <a:latin typeface="Verdana"/>
                <a:cs typeface="Verdana"/>
              </a:rPr>
              <a:t>0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40536" y="4215384"/>
            <a:ext cx="1129665" cy="464820"/>
            <a:chOff x="1240536" y="4215384"/>
            <a:chExt cx="1129665" cy="464820"/>
          </a:xfrm>
        </p:grpSpPr>
        <p:sp>
          <p:nvSpPr>
            <p:cNvPr id="7" name="object 7"/>
            <p:cNvSpPr/>
            <p:nvPr/>
          </p:nvSpPr>
          <p:spPr>
            <a:xfrm>
              <a:off x="1250442" y="4225290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80" h="445135">
                  <a:moveTo>
                    <a:pt x="1065022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8" y="417843"/>
                  </a:lnTo>
                  <a:lnTo>
                    <a:pt x="13033" y="431974"/>
                  </a:lnTo>
                  <a:lnTo>
                    <a:pt x="27164" y="441509"/>
                  </a:lnTo>
                  <a:lnTo>
                    <a:pt x="44450" y="445008"/>
                  </a:lnTo>
                  <a:lnTo>
                    <a:pt x="1065022" y="445008"/>
                  </a:lnTo>
                  <a:lnTo>
                    <a:pt x="1082307" y="441509"/>
                  </a:lnTo>
                  <a:lnTo>
                    <a:pt x="1096438" y="431974"/>
                  </a:lnTo>
                  <a:lnTo>
                    <a:pt x="1105973" y="417843"/>
                  </a:lnTo>
                  <a:lnTo>
                    <a:pt x="1109472" y="400558"/>
                  </a:lnTo>
                  <a:lnTo>
                    <a:pt x="1109472" y="44450"/>
                  </a:lnTo>
                  <a:lnTo>
                    <a:pt x="1105973" y="27164"/>
                  </a:lnTo>
                  <a:lnTo>
                    <a:pt x="1096438" y="13033"/>
                  </a:lnTo>
                  <a:lnTo>
                    <a:pt x="1082307" y="3498"/>
                  </a:lnTo>
                  <a:lnTo>
                    <a:pt x="106502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50442" y="4225290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80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80769" y="4182313"/>
            <a:ext cx="44767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76008" y="240411"/>
          <a:ext cx="3977639" cy="2792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44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944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91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Pno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Priority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160" dirty="0">
                          <a:latin typeface="Carlito"/>
                          <a:cs typeface="Carlito"/>
                        </a:rPr>
                        <a:t>AT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45" dirty="0">
                          <a:latin typeface="Carlito"/>
                          <a:cs typeface="Carlito"/>
                        </a:rPr>
                        <a:t>BT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2(L)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8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12</a:t>
                      </a:r>
                      <a:r>
                        <a:rPr sz="2000" b="1" spc="-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b="1" dirty="0">
                          <a:latin typeface="Carlito"/>
                          <a:cs typeface="Carlito"/>
                        </a:rPr>
                        <a:t>(H)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P7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9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5819902" y="1042161"/>
            <a:ext cx="674370" cy="845185"/>
            <a:chOff x="5819902" y="1042161"/>
            <a:chExt cx="674370" cy="845185"/>
          </a:xfrm>
        </p:grpSpPr>
        <p:sp>
          <p:nvSpPr>
            <p:cNvPr id="12" name="object 12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548639" y="0"/>
                  </a:moveTo>
                  <a:lnTo>
                    <a:pt x="105155" y="0"/>
                  </a:lnTo>
                  <a:lnTo>
                    <a:pt x="86263" y="6640"/>
                  </a:lnTo>
                  <a:lnTo>
                    <a:pt x="52098" y="56275"/>
                  </a:lnTo>
                  <a:lnTo>
                    <a:pt x="37420" y="96942"/>
                  </a:lnTo>
                  <a:lnTo>
                    <a:pt x="24743" y="146624"/>
                  </a:lnTo>
                  <a:lnTo>
                    <a:pt x="14365" y="204159"/>
                  </a:lnTo>
                  <a:lnTo>
                    <a:pt x="6583" y="268382"/>
                  </a:lnTo>
                  <a:lnTo>
                    <a:pt x="1695" y="338131"/>
                  </a:lnTo>
                  <a:lnTo>
                    <a:pt x="0" y="412241"/>
                  </a:lnTo>
                  <a:lnTo>
                    <a:pt x="1695" y="486352"/>
                  </a:lnTo>
                  <a:lnTo>
                    <a:pt x="6583" y="556101"/>
                  </a:lnTo>
                  <a:lnTo>
                    <a:pt x="14365" y="620324"/>
                  </a:lnTo>
                  <a:lnTo>
                    <a:pt x="24743" y="677859"/>
                  </a:lnTo>
                  <a:lnTo>
                    <a:pt x="37420" y="727541"/>
                  </a:lnTo>
                  <a:lnTo>
                    <a:pt x="52098" y="768208"/>
                  </a:lnTo>
                  <a:lnTo>
                    <a:pt x="86263" y="817843"/>
                  </a:lnTo>
                  <a:lnTo>
                    <a:pt x="105155" y="824483"/>
                  </a:lnTo>
                  <a:lnTo>
                    <a:pt x="548639" y="824483"/>
                  </a:lnTo>
                  <a:lnTo>
                    <a:pt x="585317" y="798697"/>
                  </a:lnTo>
                  <a:lnTo>
                    <a:pt x="616375" y="727541"/>
                  </a:lnTo>
                  <a:lnTo>
                    <a:pt x="629052" y="677859"/>
                  </a:lnTo>
                  <a:lnTo>
                    <a:pt x="639430" y="620324"/>
                  </a:lnTo>
                  <a:lnTo>
                    <a:pt x="647212" y="556101"/>
                  </a:lnTo>
                  <a:lnTo>
                    <a:pt x="652100" y="486352"/>
                  </a:lnTo>
                  <a:lnTo>
                    <a:pt x="653796" y="412241"/>
                  </a:lnTo>
                  <a:lnTo>
                    <a:pt x="652100" y="338131"/>
                  </a:lnTo>
                  <a:lnTo>
                    <a:pt x="647212" y="268382"/>
                  </a:lnTo>
                  <a:lnTo>
                    <a:pt x="639430" y="204159"/>
                  </a:lnTo>
                  <a:lnTo>
                    <a:pt x="629052" y="146624"/>
                  </a:lnTo>
                  <a:lnTo>
                    <a:pt x="616375" y="96942"/>
                  </a:lnTo>
                  <a:lnTo>
                    <a:pt x="601697" y="56275"/>
                  </a:lnTo>
                  <a:lnTo>
                    <a:pt x="567532" y="6640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105155" y="0"/>
                  </a:moveTo>
                  <a:lnTo>
                    <a:pt x="548639" y="0"/>
                  </a:lnTo>
                  <a:lnTo>
                    <a:pt x="567532" y="6640"/>
                  </a:lnTo>
                  <a:lnTo>
                    <a:pt x="601697" y="56275"/>
                  </a:lnTo>
                  <a:lnTo>
                    <a:pt x="616375" y="96942"/>
                  </a:lnTo>
                  <a:lnTo>
                    <a:pt x="629052" y="146624"/>
                  </a:lnTo>
                  <a:lnTo>
                    <a:pt x="639430" y="204159"/>
                  </a:lnTo>
                  <a:lnTo>
                    <a:pt x="647212" y="268382"/>
                  </a:lnTo>
                  <a:lnTo>
                    <a:pt x="652100" y="338131"/>
                  </a:lnTo>
                  <a:lnTo>
                    <a:pt x="653796" y="412241"/>
                  </a:lnTo>
                  <a:lnTo>
                    <a:pt x="652100" y="486352"/>
                  </a:lnTo>
                  <a:lnTo>
                    <a:pt x="647212" y="556101"/>
                  </a:lnTo>
                  <a:lnTo>
                    <a:pt x="639430" y="620324"/>
                  </a:lnTo>
                  <a:lnTo>
                    <a:pt x="629052" y="677859"/>
                  </a:lnTo>
                  <a:lnTo>
                    <a:pt x="616375" y="727541"/>
                  </a:lnTo>
                  <a:lnTo>
                    <a:pt x="601697" y="768208"/>
                  </a:lnTo>
                  <a:lnTo>
                    <a:pt x="567532" y="817843"/>
                  </a:lnTo>
                  <a:lnTo>
                    <a:pt x="548639" y="824483"/>
                  </a:lnTo>
                  <a:lnTo>
                    <a:pt x="105155" y="824483"/>
                  </a:lnTo>
                  <a:lnTo>
                    <a:pt x="68478" y="798697"/>
                  </a:lnTo>
                  <a:lnTo>
                    <a:pt x="37420" y="727541"/>
                  </a:lnTo>
                  <a:lnTo>
                    <a:pt x="24743" y="677859"/>
                  </a:lnTo>
                  <a:lnTo>
                    <a:pt x="14365" y="620324"/>
                  </a:lnTo>
                  <a:lnTo>
                    <a:pt x="6583" y="556101"/>
                  </a:lnTo>
                  <a:lnTo>
                    <a:pt x="1695" y="486352"/>
                  </a:lnTo>
                  <a:lnTo>
                    <a:pt x="0" y="412241"/>
                  </a:lnTo>
                  <a:lnTo>
                    <a:pt x="1695" y="338131"/>
                  </a:lnTo>
                  <a:lnTo>
                    <a:pt x="6583" y="268382"/>
                  </a:lnTo>
                  <a:lnTo>
                    <a:pt x="14365" y="204159"/>
                  </a:lnTo>
                  <a:lnTo>
                    <a:pt x="24743" y="146624"/>
                  </a:lnTo>
                  <a:lnTo>
                    <a:pt x="37420" y="96942"/>
                  </a:lnTo>
                  <a:lnTo>
                    <a:pt x="52098" y="56275"/>
                  </a:lnTo>
                  <a:lnTo>
                    <a:pt x="86263" y="6640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16244" y="1309496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89521" y="1020825"/>
            <a:ext cx="674370" cy="846455"/>
            <a:chOff x="6589521" y="1020825"/>
            <a:chExt cx="674370" cy="846455"/>
          </a:xfrm>
        </p:grpSpPr>
        <p:sp>
          <p:nvSpPr>
            <p:cNvPr id="16" name="object 16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6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6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6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6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6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786118" y="1151890"/>
            <a:ext cx="281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400543" y="1021080"/>
            <a:ext cx="673735" cy="845819"/>
            <a:chOff x="7400543" y="1021080"/>
            <a:chExt cx="673735" cy="845819"/>
          </a:xfrm>
        </p:grpSpPr>
        <p:sp>
          <p:nvSpPr>
            <p:cNvPr id="20" name="object 20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5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5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5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5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597520" y="1014729"/>
            <a:ext cx="2819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212835" y="833627"/>
            <a:ext cx="715010" cy="1033780"/>
            <a:chOff x="8212835" y="833627"/>
            <a:chExt cx="715010" cy="1033780"/>
          </a:xfrm>
        </p:grpSpPr>
        <p:sp>
          <p:nvSpPr>
            <p:cNvPr id="24" name="object 24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583183" y="0"/>
                  </a:moveTo>
                  <a:lnTo>
                    <a:pt x="111759" y="0"/>
                  </a:lnTo>
                  <a:lnTo>
                    <a:pt x="95245" y="5493"/>
                  </a:lnTo>
                  <a:lnTo>
                    <a:pt x="64645" y="47088"/>
                  </a:lnTo>
                  <a:lnTo>
                    <a:pt x="38437" y="124275"/>
                  </a:lnTo>
                  <a:lnTo>
                    <a:pt x="27413" y="174258"/>
                  </a:lnTo>
                  <a:lnTo>
                    <a:pt x="18005" y="230788"/>
                  </a:lnTo>
                  <a:lnTo>
                    <a:pt x="10387" y="293084"/>
                  </a:lnTo>
                  <a:lnTo>
                    <a:pt x="4731" y="360361"/>
                  </a:lnTo>
                  <a:lnTo>
                    <a:pt x="1211" y="431838"/>
                  </a:lnTo>
                  <a:lnTo>
                    <a:pt x="0" y="506729"/>
                  </a:lnTo>
                  <a:lnTo>
                    <a:pt x="1211" y="581621"/>
                  </a:lnTo>
                  <a:lnTo>
                    <a:pt x="4731" y="653098"/>
                  </a:lnTo>
                  <a:lnTo>
                    <a:pt x="10387" y="720375"/>
                  </a:lnTo>
                  <a:lnTo>
                    <a:pt x="18005" y="782671"/>
                  </a:lnTo>
                  <a:lnTo>
                    <a:pt x="27413" y="839201"/>
                  </a:lnTo>
                  <a:lnTo>
                    <a:pt x="38437" y="889184"/>
                  </a:lnTo>
                  <a:lnTo>
                    <a:pt x="50906" y="931834"/>
                  </a:lnTo>
                  <a:lnTo>
                    <a:pt x="79482" y="992009"/>
                  </a:lnTo>
                  <a:lnTo>
                    <a:pt x="111759" y="1013460"/>
                  </a:lnTo>
                  <a:lnTo>
                    <a:pt x="583183" y="1013460"/>
                  </a:lnTo>
                  <a:lnTo>
                    <a:pt x="615461" y="992009"/>
                  </a:lnTo>
                  <a:lnTo>
                    <a:pt x="644037" y="931834"/>
                  </a:lnTo>
                  <a:lnTo>
                    <a:pt x="656506" y="889184"/>
                  </a:lnTo>
                  <a:lnTo>
                    <a:pt x="667530" y="839201"/>
                  </a:lnTo>
                  <a:lnTo>
                    <a:pt x="676938" y="782671"/>
                  </a:lnTo>
                  <a:lnTo>
                    <a:pt x="684556" y="720375"/>
                  </a:lnTo>
                  <a:lnTo>
                    <a:pt x="690212" y="653098"/>
                  </a:lnTo>
                  <a:lnTo>
                    <a:pt x="693732" y="581621"/>
                  </a:lnTo>
                  <a:lnTo>
                    <a:pt x="694943" y="506729"/>
                  </a:lnTo>
                  <a:lnTo>
                    <a:pt x="693732" y="431838"/>
                  </a:lnTo>
                  <a:lnTo>
                    <a:pt x="690212" y="360361"/>
                  </a:lnTo>
                  <a:lnTo>
                    <a:pt x="684556" y="293084"/>
                  </a:lnTo>
                  <a:lnTo>
                    <a:pt x="676938" y="230788"/>
                  </a:lnTo>
                  <a:lnTo>
                    <a:pt x="667530" y="174258"/>
                  </a:lnTo>
                  <a:lnTo>
                    <a:pt x="656506" y="124275"/>
                  </a:lnTo>
                  <a:lnTo>
                    <a:pt x="644037" y="81625"/>
                  </a:lnTo>
                  <a:lnTo>
                    <a:pt x="615461" y="2145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111759" y="0"/>
                  </a:moveTo>
                  <a:lnTo>
                    <a:pt x="583183" y="0"/>
                  </a:lnTo>
                  <a:lnTo>
                    <a:pt x="599698" y="5493"/>
                  </a:lnTo>
                  <a:lnTo>
                    <a:pt x="630298" y="47088"/>
                  </a:lnTo>
                  <a:lnTo>
                    <a:pt x="656506" y="124275"/>
                  </a:lnTo>
                  <a:lnTo>
                    <a:pt x="667530" y="174258"/>
                  </a:lnTo>
                  <a:lnTo>
                    <a:pt x="676938" y="230788"/>
                  </a:lnTo>
                  <a:lnTo>
                    <a:pt x="684556" y="293084"/>
                  </a:lnTo>
                  <a:lnTo>
                    <a:pt x="690212" y="360361"/>
                  </a:lnTo>
                  <a:lnTo>
                    <a:pt x="693732" y="431838"/>
                  </a:lnTo>
                  <a:lnTo>
                    <a:pt x="694943" y="506729"/>
                  </a:lnTo>
                  <a:lnTo>
                    <a:pt x="693732" y="581621"/>
                  </a:lnTo>
                  <a:lnTo>
                    <a:pt x="690212" y="653098"/>
                  </a:lnTo>
                  <a:lnTo>
                    <a:pt x="684556" y="720375"/>
                  </a:lnTo>
                  <a:lnTo>
                    <a:pt x="676938" y="782671"/>
                  </a:lnTo>
                  <a:lnTo>
                    <a:pt x="667530" y="839201"/>
                  </a:lnTo>
                  <a:lnTo>
                    <a:pt x="656506" y="889184"/>
                  </a:lnTo>
                  <a:lnTo>
                    <a:pt x="644037" y="931834"/>
                  </a:lnTo>
                  <a:lnTo>
                    <a:pt x="615461" y="992009"/>
                  </a:lnTo>
                  <a:lnTo>
                    <a:pt x="583183" y="1013460"/>
                  </a:lnTo>
                  <a:lnTo>
                    <a:pt x="111759" y="1013460"/>
                  </a:lnTo>
                  <a:lnTo>
                    <a:pt x="79482" y="992009"/>
                  </a:lnTo>
                  <a:lnTo>
                    <a:pt x="50906" y="931834"/>
                  </a:lnTo>
                  <a:lnTo>
                    <a:pt x="38437" y="889184"/>
                  </a:lnTo>
                  <a:lnTo>
                    <a:pt x="27413" y="839201"/>
                  </a:lnTo>
                  <a:lnTo>
                    <a:pt x="18005" y="782671"/>
                  </a:lnTo>
                  <a:lnTo>
                    <a:pt x="10387" y="720375"/>
                  </a:lnTo>
                  <a:lnTo>
                    <a:pt x="4731" y="653098"/>
                  </a:lnTo>
                  <a:lnTo>
                    <a:pt x="1211" y="581621"/>
                  </a:lnTo>
                  <a:lnTo>
                    <a:pt x="0" y="506729"/>
                  </a:lnTo>
                  <a:lnTo>
                    <a:pt x="1211" y="431838"/>
                  </a:lnTo>
                  <a:lnTo>
                    <a:pt x="4731" y="360361"/>
                  </a:lnTo>
                  <a:lnTo>
                    <a:pt x="10387" y="293084"/>
                  </a:lnTo>
                  <a:lnTo>
                    <a:pt x="18005" y="230788"/>
                  </a:lnTo>
                  <a:lnTo>
                    <a:pt x="27413" y="174258"/>
                  </a:lnTo>
                  <a:lnTo>
                    <a:pt x="38437" y="124275"/>
                  </a:lnTo>
                  <a:lnTo>
                    <a:pt x="50906" y="81625"/>
                  </a:lnTo>
                  <a:lnTo>
                    <a:pt x="79482" y="21450"/>
                  </a:lnTo>
                  <a:lnTo>
                    <a:pt x="111759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428735" y="783463"/>
            <a:ext cx="2819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P4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023604" y="475487"/>
            <a:ext cx="715010" cy="1391920"/>
            <a:chOff x="9023604" y="475487"/>
            <a:chExt cx="715010" cy="1391920"/>
          </a:xfrm>
        </p:grpSpPr>
        <p:sp>
          <p:nvSpPr>
            <p:cNvPr id="28" name="object 28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583184" y="0"/>
                  </a:moveTo>
                  <a:lnTo>
                    <a:pt x="111760" y="0"/>
                  </a:lnTo>
                  <a:lnTo>
                    <a:pt x="99582" y="4024"/>
                  </a:lnTo>
                  <a:lnTo>
                    <a:pt x="76435" y="34966"/>
                  </a:lnTo>
                  <a:lnTo>
                    <a:pt x="55353" y="93641"/>
                  </a:lnTo>
                  <a:lnTo>
                    <a:pt x="45756" y="132331"/>
                  </a:lnTo>
                  <a:lnTo>
                    <a:pt x="36880" y="176700"/>
                  </a:lnTo>
                  <a:lnTo>
                    <a:pt x="28793" y="226326"/>
                  </a:lnTo>
                  <a:lnTo>
                    <a:pt x="21563" y="280793"/>
                  </a:lnTo>
                  <a:lnTo>
                    <a:pt x="15258" y="339682"/>
                  </a:lnTo>
                  <a:lnTo>
                    <a:pt x="9947" y="402574"/>
                  </a:lnTo>
                  <a:lnTo>
                    <a:pt x="5697" y="469050"/>
                  </a:lnTo>
                  <a:lnTo>
                    <a:pt x="2577" y="538692"/>
                  </a:lnTo>
                  <a:lnTo>
                    <a:pt x="655" y="611082"/>
                  </a:lnTo>
                  <a:lnTo>
                    <a:pt x="0" y="685800"/>
                  </a:lnTo>
                  <a:lnTo>
                    <a:pt x="655" y="760517"/>
                  </a:lnTo>
                  <a:lnTo>
                    <a:pt x="2577" y="832907"/>
                  </a:lnTo>
                  <a:lnTo>
                    <a:pt x="5697" y="902549"/>
                  </a:lnTo>
                  <a:lnTo>
                    <a:pt x="9947" y="969025"/>
                  </a:lnTo>
                  <a:lnTo>
                    <a:pt x="15258" y="1031917"/>
                  </a:lnTo>
                  <a:lnTo>
                    <a:pt x="21563" y="1090806"/>
                  </a:lnTo>
                  <a:lnTo>
                    <a:pt x="28793" y="1145273"/>
                  </a:lnTo>
                  <a:lnTo>
                    <a:pt x="36880" y="1194899"/>
                  </a:lnTo>
                  <a:lnTo>
                    <a:pt x="45756" y="1239268"/>
                  </a:lnTo>
                  <a:lnTo>
                    <a:pt x="55353" y="1277958"/>
                  </a:lnTo>
                  <a:lnTo>
                    <a:pt x="76435" y="1336633"/>
                  </a:lnTo>
                  <a:lnTo>
                    <a:pt x="99582" y="1367575"/>
                  </a:lnTo>
                  <a:lnTo>
                    <a:pt x="111760" y="1371600"/>
                  </a:lnTo>
                  <a:lnTo>
                    <a:pt x="583184" y="1371600"/>
                  </a:lnTo>
                  <a:lnTo>
                    <a:pt x="618508" y="1336633"/>
                  </a:lnTo>
                  <a:lnTo>
                    <a:pt x="639590" y="1277958"/>
                  </a:lnTo>
                  <a:lnTo>
                    <a:pt x="649187" y="1239268"/>
                  </a:lnTo>
                  <a:lnTo>
                    <a:pt x="658063" y="1194899"/>
                  </a:lnTo>
                  <a:lnTo>
                    <a:pt x="666150" y="1145273"/>
                  </a:lnTo>
                  <a:lnTo>
                    <a:pt x="673380" y="1090806"/>
                  </a:lnTo>
                  <a:lnTo>
                    <a:pt x="679685" y="1031917"/>
                  </a:lnTo>
                  <a:lnTo>
                    <a:pt x="684996" y="969025"/>
                  </a:lnTo>
                  <a:lnTo>
                    <a:pt x="689246" y="902549"/>
                  </a:lnTo>
                  <a:lnTo>
                    <a:pt x="692366" y="832907"/>
                  </a:lnTo>
                  <a:lnTo>
                    <a:pt x="694288" y="760517"/>
                  </a:lnTo>
                  <a:lnTo>
                    <a:pt x="694944" y="685800"/>
                  </a:lnTo>
                  <a:lnTo>
                    <a:pt x="694288" y="611082"/>
                  </a:lnTo>
                  <a:lnTo>
                    <a:pt x="692366" y="538692"/>
                  </a:lnTo>
                  <a:lnTo>
                    <a:pt x="689246" y="469050"/>
                  </a:lnTo>
                  <a:lnTo>
                    <a:pt x="684996" y="402574"/>
                  </a:lnTo>
                  <a:lnTo>
                    <a:pt x="679685" y="339682"/>
                  </a:lnTo>
                  <a:lnTo>
                    <a:pt x="673380" y="280793"/>
                  </a:lnTo>
                  <a:lnTo>
                    <a:pt x="666150" y="226326"/>
                  </a:lnTo>
                  <a:lnTo>
                    <a:pt x="658063" y="176700"/>
                  </a:lnTo>
                  <a:lnTo>
                    <a:pt x="649187" y="132331"/>
                  </a:lnTo>
                  <a:lnTo>
                    <a:pt x="639590" y="93641"/>
                  </a:lnTo>
                  <a:lnTo>
                    <a:pt x="618508" y="34966"/>
                  </a:lnTo>
                  <a:lnTo>
                    <a:pt x="595361" y="402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111760" y="0"/>
                  </a:moveTo>
                  <a:lnTo>
                    <a:pt x="583184" y="0"/>
                  </a:lnTo>
                  <a:lnTo>
                    <a:pt x="595361" y="4024"/>
                  </a:lnTo>
                  <a:lnTo>
                    <a:pt x="618508" y="34966"/>
                  </a:lnTo>
                  <a:lnTo>
                    <a:pt x="639590" y="93641"/>
                  </a:lnTo>
                  <a:lnTo>
                    <a:pt x="649187" y="132331"/>
                  </a:lnTo>
                  <a:lnTo>
                    <a:pt x="658063" y="176700"/>
                  </a:lnTo>
                  <a:lnTo>
                    <a:pt x="666150" y="226326"/>
                  </a:lnTo>
                  <a:lnTo>
                    <a:pt x="673380" y="280793"/>
                  </a:lnTo>
                  <a:lnTo>
                    <a:pt x="679685" y="339682"/>
                  </a:lnTo>
                  <a:lnTo>
                    <a:pt x="684996" y="402574"/>
                  </a:lnTo>
                  <a:lnTo>
                    <a:pt x="689246" y="469050"/>
                  </a:lnTo>
                  <a:lnTo>
                    <a:pt x="692366" y="538692"/>
                  </a:lnTo>
                  <a:lnTo>
                    <a:pt x="694288" y="611082"/>
                  </a:lnTo>
                  <a:lnTo>
                    <a:pt x="694944" y="685800"/>
                  </a:lnTo>
                  <a:lnTo>
                    <a:pt x="694288" y="760517"/>
                  </a:lnTo>
                  <a:lnTo>
                    <a:pt x="692366" y="832907"/>
                  </a:lnTo>
                  <a:lnTo>
                    <a:pt x="689246" y="902549"/>
                  </a:lnTo>
                  <a:lnTo>
                    <a:pt x="684996" y="969025"/>
                  </a:lnTo>
                  <a:lnTo>
                    <a:pt x="679685" y="1031917"/>
                  </a:lnTo>
                  <a:lnTo>
                    <a:pt x="673380" y="1090806"/>
                  </a:lnTo>
                  <a:lnTo>
                    <a:pt x="666150" y="1145273"/>
                  </a:lnTo>
                  <a:lnTo>
                    <a:pt x="658063" y="1194899"/>
                  </a:lnTo>
                  <a:lnTo>
                    <a:pt x="649187" y="1239268"/>
                  </a:lnTo>
                  <a:lnTo>
                    <a:pt x="639590" y="1277958"/>
                  </a:lnTo>
                  <a:lnTo>
                    <a:pt x="618508" y="1336633"/>
                  </a:lnTo>
                  <a:lnTo>
                    <a:pt x="595361" y="1367575"/>
                  </a:lnTo>
                  <a:lnTo>
                    <a:pt x="583184" y="1371600"/>
                  </a:lnTo>
                  <a:lnTo>
                    <a:pt x="111760" y="1371600"/>
                  </a:lnTo>
                  <a:lnTo>
                    <a:pt x="76435" y="1336633"/>
                  </a:lnTo>
                  <a:lnTo>
                    <a:pt x="55353" y="1277958"/>
                  </a:lnTo>
                  <a:lnTo>
                    <a:pt x="45756" y="1239268"/>
                  </a:lnTo>
                  <a:lnTo>
                    <a:pt x="36880" y="1194899"/>
                  </a:lnTo>
                  <a:lnTo>
                    <a:pt x="28793" y="1145273"/>
                  </a:lnTo>
                  <a:lnTo>
                    <a:pt x="21563" y="1090806"/>
                  </a:lnTo>
                  <a:lnTo>
                    <a:pt x="15258" y="1031917"/>
                  </a:lnTo>
                  <a:lnTo>
                    <a:pt x="9947" y="969025"/>
                  </a:lnTo>
                  <a:lnTo>
                    <a:pt x="5697" y="902549"/>
                  </a:lnTo>
                  <a:lnTo>
                    <a:pt x="2577" y="832907"/>
                  </a:lnTo>
                  <a:lnTo>
                    <a:pt x="655" y="760517"/>
                  </a:lnTo>
                  <a:lnTo>
                    <a:pt x="0" y="685800"/>
                  </a:lnTo>
                  <a:lnTo>
                    <a:pt x="655" y="611082"/>
                  </a:lnTo>
                  <a:lnTo>
                    <a:pt x="2577" y="538692"/>
                  </a:lnTo>
                  <a:lnTo>
                    <a:pt x="5697" y="469050"/>
                  </a:lnTo>
                  <a:lnTo>
                    <a:pt x="9947" y="402574"/>
                  </a:lnTo>
                  <a:lnTo>
                    <a:pt x="15258" y="339682"/>
                  </a:lnTo>
                  <a:lnTo>
                    <a:pt x="21563" y="280793"/>
                  </a:lnTo>
                  <a:lnTo>
                    <a:pt x="28793" y="226326"/>
                  </a:lnTo>
                  <a:lnTo>
                    <a:pt x="36880" y="176700"/>
                  </a:lnTo>
                  <a:lnTo>
                    <a:pt x="45756" y="132331"/>
                  </a:lnTo>
                  <a:lnTo>
                    <a:pt x="55353" y="93641"/>
                  </a:lnTo>
                  <a:lnTo>
                    <a:pt x="76435" y="34966"/>
                  </a:lnTo>
                  <a:lnTo>
                    <a:pt x="99582" y="402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240139" y="467105"/>
            <a:ext cx="28257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Gothic Uralic"/>
                <a:cs typeface="Gothic Uralic"/>
              </a:rPr>
              <a:t>P1  P2  P3  P4  P5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852659" y="237743"/>
            <a:ext cx="715010" cy="1629410"/>
            <a:chOff x="9852659" y="237743"/>
            <a:chExt cx="715010" cy="1629410"/>
          </a:xfrm>
        </p:grpSpPr>
        <p:sp>
          <p:nvSpPr>
            <p:cNvPr id="32" name="object 32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583183" y="0"/>
                  </a:moveTo>
                  <a:lnTo>
                    <a:pt x="111759" y="0"/>
                  </a:lnTo>
                  <a:lnTo>
                    <a:pt x="100996" y="3683"/>
                  </a:lnTo>
                  <a:lnTo>
                    <a:pt x="70631" y="56243"/>
                  </a:lnTo>
                  <a:lnTo>
                    <a:pt x="52459" y="122500"/>
                  </a:lnTo>
                  <a:lnTo>
                    <a:pt x="44135" y="163981"/>
                  </a:lnTo>
                  <a:lnTo>
                    <a:pt x="36382" y="210581"/>
                  </a:lnTo>
                  <a:lnTo>
                    <a:pt x="29246" y="261963"/>
                  </a:lnTo>
                  <a:lnTo>
                    <a:pt x="22774" y="317789"/>
                  </a:lnTo>
                  <a:lnTo>
                    <a:pt x="17013" y="377722"/>
                  </a:lnTo>
                  <a:lnTo>
                    <a:pt x="12009" y="441424"/>
                  </a:lnTo>
                  <a:lnTo>
                    <a:pt x="7811" y="508559"/>
                  </a:lnTo>
                  <a:lnTo>
                    <a:pt x="4464" y="578788"/>
                  </a:lnTo>
                  <a:lnTo>
                    <a:pt x="2015" y="651775"/>
                  </a:lnTo>
                  <a:lnTo>
                    <a:pt x="511" y="727182"/>
                  </a:lnTo>
                  <a:lnTo>
                    <a:pt x="0" y="804672"/>
                  </a:lnTo>
                  <a:lnTo>
                    <a:pt x="511" y="882161"/>
                  </a:lnTo>
                  <a:lnTo>
                    <a:pt x="2015" y="957568"/>
                  </a:lnTo>
                  <a:lnTo>
                    <a:pt x="4464" y="1030555"/>
                  </a:lnTo>
                  <a:lnTo>
                    <a:pt x="7811" y="1100784"/>
                  </a:lnTo>
                  <a:lnTo>
                    <a:pt x="12009" y="1167919"/>
                  </a:lnTo>
                  <a:lnTo>
                    <a:pt x="17013" y="1231621"/>
                  </a:lnTo>
                  <a:lnTo>
                    <a:pt x="22774" y="1291554"/>
                  </a:lnTo>
                  <a:lnTo>
                    <a:pt x="29246" y="1347380"/>
                  </a:lnTo>
                  <a:lnTo>
                    <a:pt x="36382" y="1398762"/>
                  </a:lnTo>
                  <a:lnTo>
                    <a:pt x="44135" y="1445362"/>
                  </a:lnTo>
                  <a:lnTo>
                    <a:pt x="52459" y="1486843"/>
                  </a:lnTo>
                  <a:lnTo>
                    <a:pt x="70631" y="1553100"/>
                  </a:lnTo>
                  <a:lnTo>
                    <a:pt x="90523" y="1594833"/>
                  </a:lnTo>
                  <a:lnTo>
                    <a:pt x="111759" y="1609344"/>
                  </a:lnTo>
                  <a:lnTo>
                    <a:pt x="583183" y="1609344"/>
                  </a:lnTo>
                  <a:lnTo>
                    <a:pt x="614557" y="1577200"/>
                  </a:lnTo>
                  <a:lnTo>
                    <a:pt x="633636" y="1522868"/>
                  </a:lnTo>
                  <a:lnTo>
                    <a:pt x="650808" y="1445362"/>
                  </a:lnTo>
                  <a:lnTo>
                    <a:pt x="658561" y="1398762"/>
                  </a:lnTo>
                  <a:lnTo>
                    <a:pt x="665697" y="1347380"/>
                  </a:lnTo>
                  <a:lnTo>
                    <a:pt x="672169" y="1291554"/>
                  </a:lnTo>
                  <a:lnTo>
                    <a:pt x="677930" y="1231621"/>
                  </a:lnTo>
                  <a:lnTo>
                    <a:pt x="682934" y="1167919"/>
                  </a:lnTo>
                  <a:lnTo>
                    <a:pt x="687132" y="1100784"/>
                  </a:lnTo>
                  <a:lnTo>
                    <a:pt x="690479" y="1030555"/>
                  </a:lnTo>
                  <a:lnTo>
                    <a:pt x="692928" y="957568"/>
                  </a:lnTo>
                  <a:lnTo>
                    <a:pt x="694432" y="882161"/>
                  </a:lnTo>
                  <a:lnTo>
                    <a:pt x="694943" y="804672"/>
                  </a:lnTo>
                  <a:lnTo>
                    <a:pt x="694432" y="727182"/>
                  </a:lnTo>
                  <a:lnTo>
                    <a:pt x="692928" y="651775"/>
                  </a:lnTo>
                  <a:lnTo>
                    <a:pt x="690479" y="578788"/>
                  </a:lnTo>
                  <a:lnTo>
                    <a:pt x="687132" y="508559"/>
                  </a:lnTo>
                  <a:lnTo>
                    <a:pt x="682934" y="441424"/>
                  </a:lnTo>
                  <a:lnTo>
                    <a:pt x="677930" y="377722"/>
                  </a:lnTo>
                  <a:lnTo>
                    <a:pt x="672169" y="317789"/>
                  </a:lnTo>
                  <a:lnTo>
                    <a:pt x="665697" y="261963"/>
                  </a:lnTo>
                  <a:lnTo>
                    <a:pt x="658561" y="210581"/>
                  </a:lnTo>
                  <a:lnTo>
                    <a:pt x="650808" y="163981"/>
                  </a:lnTo>
                  <a:lnTo>
                    <a:pt x="642484" y="122500"/>
                  </a:lnTo>
                  <a:lnTo>
                    <a:pt x="624312" y="56243"/>
                  </a:lnTo>
                  <a:lnTo>
                    <a:pt x="604420" y="1451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111759" y="0"/>
                  </a:moveTo>
                  <a:lnTo>
                    <a:pt x="583183" y="0"/>
                  </a:lnTo>
                  <a:lnTo>
                    <a:pt x="593947" y="3683"/>
                  </a:lnTo>
                  <a:lnTo>
                    <a:pt x="624312" y="56243"/>
                  </a:lnTo>
                  <a:lnTo>
                    <a:pt x="642484" y="122500"/>
                  </a:lnTo>
                  <a:lnTo>
                    <a:pt x="650808" y="163981"/>
                  </a:lnTo>
                  <a:lnTo>
                    <a:pt x="658561" y="210581"/>
                  </a:lnTo>
                  <a:lnTo>
                    <a:pt x="665697" y="261963"/>
                  </a:lnTo>
                  <a:lnTo>
                    <a:pt x="672169" y="317789"/>
                  </a:lnTo>
                  <a:lnTo>
                    <a:pt x="677930" y="377722"/>
                  </a:lnTo>
                  <a:lnTo>
                    <a:pt x="682934" y="441424"/>
                  </a:lnTo>
                  <a:lnTo>
                    <a:pt x="687132" y="508559"/>
                  </a:lnTo>
                  <a:lnTo>
                    <a:pt x="690479" y="578788"/>
                  </a:lnTo>
                  <a:lnTo>
                    <a:pt x="692928" y="651775"/>
                  </a:lnTo>
                  <a:lnTo>
                    <a:pt x="694432" y="727182"/>
                  </a:lnTo>
                  <a:lnTo>
                    <a:pt x="694943" y="804672"/>
                  </a:lnTo>
                  <a:lnTo>
                    <a:pt x="694432" y="882161"/>
                  </a:lnTo>
                  <a:lnTo>
                    <a:pt x="692928" y="957568"/>
                  </a:lnTo>
                  <a:lnTo>
                    <a:pt x="690479" y="1030555"/>
                  </a:lnTo>
                  <a:lnTo>
                    <a:pt x="687132" y="1100784"/>
                  </a:lnTo>
                  <a:lnTo>
                    <a:pt x="682934" y="1167919"/>
                  </a:lnTo>
                  <a:lnTo>
                    <a:pt x="677930" y="1231621"/>
                  </a:lnTo>
                  <a:lnTo>
                    <a:pt x="672169" y="1291554"/>
                  </a:lnTo>
                  <a:lnTo>
                    <a:pt x="665697" y="1347380"/>
                  </a:lnTo>
                  <a:lnTo>
                    <a:pt x="658561" y="1398762"/>
                  </a:lnTo>
                  <a:lnTo>
                    <a:pt x="650808" y="1445362"/>
                  </a:lnTo>
                  <a:lnTo>
                    <a:pt x="642484" y="1486843"/>
                  </a:lnTo>
                  <a:lnTo>
                    <a:pt x="624312" y="1553100"/>
                  </a:lnTo>
                  <a:lnTo>
                    <a:pt x="604420" y="1594833"/>
                  </a:lnTo>
                  <a:lnTo>
                    <a:pt x="583183" y="1609344"/>
                  </a:lnTo>
                  <a:lnTo>
                    <a:pt x="111759" y="1609344"/>
                  </a:lnTo>
                  <a:lnTo>
                    <a:pt x="80386" y="1577200"/>
                  </a:lnTo>
                  <a:lnTo>
                    <a:pt x="61307" y="1522868"/>
                  </a:lnTo>
                  <a:lnTo>
                    <a:pt x="44135" y="1445362"/>
                  </a:lnTo>
                  <a:lnTo>
                    <a:pt x="36382" y="1398762"/>
                  </a:lnTo>
                  <a:lnTo>
                    <a:pt x="29246" y="1347380"/>
                  </a:lnTo>
                  <a:lnTo>
                    <a:pt x="22774" y="1291554"/>
                  </a:lnTo>
                  <a:lnTo>
                    <a:pt x="17013" y="1231621"/>
                  </a:lnTo>
                  <a:lnTo>
                    <a:pt x="12009" y="1167919"/>
                  </a:lnTo>
                  <a:lnTo>
                    <a:pt x="7811" y="1100784"/>
                  </a:lnTo>
                  <a:lnTo>
                    <a:pt x="4464" y="1030555"/>
                  </a:lnTo>
                  <a:lnTo>
                    <a:pt x="2015" y="957568"/>
                  </a:lnTo>
                  <a:lnTo>
                    <a:pt x="511" y="882161"/>
                  </a:lnTo>
                  <a:lnTo>
                    <a:pt x="0" y="804672"/>
                  </a:lnTo>
                  <a:lnTo>
                    <a:pt x="511" y="727182"/>
                  </a:lnTo>
                  <a:lnTo>
                    <a:pt x="2015" y="651775"/>
                  </a:lnTo>
                  <a:lnTo>
                    <a:pt x="4464" y="578788"/>
                  </a:lnTo>
                  <a:lnTo>
                    <a:pt x="7811" y="508559"/>
                  </a:lnTo>
                  <a:lnTo>
                    <a:pt x="12009" y="441424"/>
                  </a:lnTo>
                  <a:lnTo>
                    <a:pt x="17013" y="377722"/>
                  </a:lnTo>
                  <a:lnTo>
                    <a:pt x="22774" y="317789"/>
                  </a:lnTo>
                  <a:lnTo>
                    <a:pt x="29246" y="261963"/>
                  </a:lnTo>
                  <a:lnTo>
                    <a:pt x="36382" y="210581"/>
                  </a:lnTo>
                  <a:lnTo>
                    <a:pt x="44135" y="163981"/>
                  </a:lnTo>
                  <a:lnTo>
                    <a:pt x="52459" y="122500"/>
                  </a:lnTo>
                  <a:lnTo>
                    <a:pt x="70631" y="56243"/>
                  </a:lnTo>
                  <a:lnTo>
                    <a:pt x="90523" y="14510"/>
                  </a:lnTo>
                  <a:lnTo>
                    <a:pt x="111759" y="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069448" y="211073"/>
            <a:ext cx="28194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P4  P5  P6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0663428" y="0"/>
            <a:ext cx="715010" cy="1876425"/>
            <a:chOff x="10663428" y="0"/>
            <a:chExt cx="715010" cy="1876425"/>
          </a:xfrm>
        </p:grpSpPr>
        <p:sp>
          <p:nvSpPr>
            <p:cNvPr id="36" name="object 36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583184" y="0"/>
                  </a:moveTo>
                  <a:lnTo>
                    <a:pt x="111760" y="0"/>
                  </a:lnTo>
                  <a:lnTo>
                    <a:pt x="102594" y="3076"/>
                  </a:lnTo>
                  <a:lnTo>
                    <a:pt x="76435" y="47317"/>
                  </a:lnTo>
                  <a:lnTo>
                    <a:pt x="60400" y="103596"/>
                  </a:lnTo>
                  <a:lnTo>
                    <a:pt x="45756" y="179076"/>
                  </a:lnTo>
                  <a:lnTo>
                    <a:pt x="39028" y="223418"/>
                  </a:lnTo>
                  <a:lnTo>
                    <a:pt x="32734" y="271843"/>
                  </a:lnTo>
                  <a:lnTo>
                    <a:pt x="26903" y="324113"/>
                  </a:lnTo>
                  <a:lnTo>
                    <a:pt x="21563" y="379988"/>
                  </a:lnTo>
                  <a:lnTo>
                    <a:pt x="16744" y="439229"/>
                  </a:lnTo>
                  <a:lnTo>
                    <a:pt x="12474" y="501598"/>
                  </a:lnTo>
                  <a:lnTo>
                    <a:pt x="8782" y="566856"/>
                  </a:lnTo>
                  <a:lnTo>
                    <a:pt x="5697" y="634764"/>
                  </a:lnTo>
                  <a:lnTo>
                    <a:pt x="3248" y="705082"/>
                  </a:lnTo>
                  <a:lnTo>
                    <a:pt x="1462" y="777573"/>
                  </a:lnTo>
                  <a:lnTo>
                    <a:pt x="370" y="851997"/>
                  </a:lnTo>
                  <a:lnTo>
                    <a:pt x="0" y="928116"/>
                  </a:lnTo>
                  <a:lnTo>
                    <a:pt x="370" y="1004234"/>
                  </a:lnTo>
                  <a:lnTo>
                    <a:pt x="1462" y="1078658"/>
                  </a:lnTo>
                  <a:lnTo>
                    <a:pt x="3248" y="1151149"/>
                  </a:lnTo>
                  <a:lnTo>
                    <a:pt x="5697" y="1221467"/>
                  </a:lnTo>
                  <a:lnTo>
                    <a:pt x="8782" y="1289375"/>
                  </a:lnTo>
                  <a:lnTo>
                    <a:pt x="12474" y="1354633"/>
                  </a:lnTo>
                  <a:lnTo>
                    <a:pt x="16744" y="1417002"/>
                  </a:lnTo>
                  <a:lnTo>
                    <a:pt x="21563" y="1476243"/>
                  </a:lnTo>
                  <a:lnTo>
                    <a:pt x="26903" y="1532118"/>
                  </a:lnTo>
                  <a:lnTo>
                    <a:pt x="32734" y="1584388"/>
                  </a:lnTo>
                  <a:lnTo>
                    <a:pt x="39028" y="1632813"/>
                  </a:lnTo>
                  <a:lnTo>
                    <a:pt x="45756" y="1677155"/>
                  </a:lnTo>
                  <a:lnTo>
                    <a:pt x="52890" y="1717175"/>
                  </a:lnTo>
                  <a:lnTo>
                    <a:pt x="68258" y="1783294"/>
                  </a:lnTo>
                  <a:lnTo>
                    <a:pt x="84903" y="1829257"/>
                  </a:lnTo>
                  <a:lnTo>
                    <a:pt x="111760" y="1856232"/>
                  </a:lnTo>
                  <a:lnTo>
                    <a:pt x="583184" y="1856232"/>
                  </a:lnTo>
                  <a:lnTo>
                    <a:pt x="618508" y="1808914"/>
                  </a:lnTo>
                  <a:lnTo>
                    <a:pt x="634543" y="1752635"/>
                  </a:lnTo>
                  <a:lnTo>
                    <a:pt x="649187" y="1677155"/>
                  </a:lnTo>
                  <a:lnTo>
                    <a:pt x="655915" y="1632813"/>
                  </a:lnTo>
                  <a:lnTo>
                    <a:pt x="662209" y="1584388"/>
                  </a:lnTo>
                  <a:lnTo>
                    <a:pt x="668040" y="1532118"/>
                  </a:lnTo>
                  <a:lnTo>
                    <a:pt x="673380" y="1476243"/>
                  </a:lnTo>
                  <a:lnTo>
                    <a:pt x="678199" y="1417002"/>
                  </a:lnTo>
                  <a:lnTo>
                    <a:pt x="682469" y="1354633"/>
                  </a:lnTo>
                  <a:lnTo>
                    <a:pt x="686161" y="1289375"/>
                  </a:lnTo>
                  <a:lnTo>
                    <a:pt x="689246" y="1221467"/>
                  </a:lnTo>
                  <a:lnTo>
                    <a:pt x="691695" y="1151149"/>
                  </a:lnTo>
                  <a:lnTo>
                    <a:pt x="693481" y="1078658"/>
                  </a:lnTo>
                  <a:lnTo>
                    <a:pt x="694573" y="1004234"/>
                  </a:lnTo>
                  <a:lnTo>
                    <a:pt x="694944" y="928116"/>
                  </a:lnTo>
                  <a:lnTo>
                    <a:pt x="694573" y="851997"/>
                  </a:lnTo>
                  <a:lnTo>
                    <a:pt x="693481" y="777573"/>
                  </a:lnTo>
                  <a:lnTo>
                    <a:pt x="691695" y="705082"/>
                  </a:lnTo>
                  <a:lnTo>
                    <a:pt x="689246" y="634764"/>
                  </a:lnTo>
                  <a:lnTo>
                    <a:pt x="686161" y="566856"/>
                  </a:lnTo>
                  <a:lnTo>
                    <a:pt x="682469" y="501598"/>
                  </a:lnTo>
                  <a:lnTo>
                    <a:pt x="678199" y="439229"/>
                  </a:lnTo>
                  <a:lnTo>
                    <a:pt x="673380" y="379988"/>
                  </a:lnTo>
                  <a:lnTo>
                    <a:pt x="668040" y="324113"/>
                  </a:lnTo>
                  <a:lnTo>
                    <a:pt x="662209" y="271843"/>
                  </a:lnTo>
                  <a:lnTo>
                    <a:pt x="655915" y="223418"/>
                  </a:lnTo>
                  <a:lnTo>
                    <a:pt x="649187" y="179076"/>
                  </a:lnTo>
                  <a:lnTo>
                    <a:pt x="642053" y="139056"/>
                  </a:lnTo>
                  <a:lnTo>
                    <a:pt x="626685" y="72937"/>
                  </a:lnTo>
                  <a:lnTo>
                    <a:pt x="610040" y="2697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111760" y="0"/>
                  </a:moveTo>
                  <a:lnTo>
                    <a:pt x="583184" y="0"/>
                  </a:lnTo>
                  <a:lnTo>
                    <a:pt x="592349" y="3076"/>
                  </a:lnTo>
                  <a:lnTo>
                    <a:pt x="618508" y="47317"/>
                  </a:lnTo>
                  <a:lnTo>
                    <a:pt x="634543" y="103596"/>
                  </a:lnTo>
                  <a:lnTo>
                    <a:pt x="649187" y="179076"/>
                  </a:lnTo>
                  <a:lnTo>
                    <a:pt x="655915" y="223418"/>
                  </a:lnTo>
                  <a:lnTo>
                    <a:pt x="662209" y="271843"/>
                  </a:lnTo>
                  <a:lnTo>
                    <a:pt x="668040" y="324113"/>
                  </a:lnTo>
                  <a:lnTo>
                    <a:pt x="673380" y="379988"/>
                  </a:lnTo>
                  <a:lnTo>
                    <a:pt x="678199" y="439229"/>
                  </a:lnTo>
                  <a:lnTo>
                    <a:pt x="682469" y="501598"/>
                  </a:lnTo>
                  <a:lnTo>
                    <a:pt x="686161" y="566856"/>
                  </a:lnTo>
                  <a:lnTo>
                    <a:pt x="689246" y="634764"/>
                  </a:lnTo>
                  <a:lnTo>
                    <a:pt x="691695" y="705082"/>
                  </a:lnTo>
                  <a:lnTo>
                    <a:pt x="693481" y="777573"/>
                  </a:lnTo>
                  <a:lnTo>
                    <a:pt x="694573" y="851997"/>
                  </a:lnTo>
                  <a:lnTo>
                    <a:pt x="694944" y="928116"/>
                  </a:lnTo>
                  <a:lnTo>
                    <a:pt x="694573" y="1004234"/>
                  </a:lnTo>
                  <a:lnTo>
                    <a:pt x="693481" y="1078658"/>
                  </a:lnTo>
                  <a:lnTo>
                    <a:pt x="691695" y="1151149"/>
                  </a:lnTo>
                  <a:lnTo>
                    <a:pt x="689246" y="1221467"/>
                  </a:lnTo>
                  <a:lnTo>
                    <a:pt x="686161" y="1289375"/>
                  </a:lnTo>
                  <a:lnTo>
                    <a:pt x="682469" y="1354633"/>
                  </a:lnTo>
                  <a:lnTo>
                    <a:pt x="678199" y="1417002"/>
                  </a:lnTo>
                  <a:lnTo>
                    <a:pt x="673380" y="1476243"/>
                  </a:lnTo>
                  <a:lnTo>
                    <a:pt x="668040" y="1532118"/>
                  </a:lnTo>
                  <a:lnTo>
                    <a:pt x="662209" y="1584388"/>
                  </a:lnTo>
                  <a:lnTo>
                    <a:pt x="655915" y="1632813"/>
                  </a:lnTo>
                  <a:lnTo>
                    <a:pt x="649187" y="1677155"/>
                  </a:lnTo>
                  <a:lnTo>
                    <a:pt x="642053" y="1717175"/>
                  </a:lnTo>
                  <a:lnTo>
                    <a:pt x="626685" y="1783294"/>
                  </a:lnTo>
                  <a:lnTo>
                    <a:pt x="610040" y="1829257"/>
                  </a:lnTo>
                  <a:lnTo>
                    <a:pt x="583184" y="1856232"/>
                  </a:lnTo>
                  <a:lnTo>
                    <a:pt x="111760" y="1856232"/>
                  </a:lnTo>
                  <a:lnTo>
                    <a:pt x="76435" y="1808914"/>
                  </a:lnTo>
                  <a:lnTo>
                    <a:pt x="60400" y="1752635"/>
                  </a:lnTo>
                  <a:lnTo>
                    <a:pt x="45756" y="1677155"/>
                  </a:lnTo>
                  <a:lnTo>
                    <a:pt x="39028" y="1632813"/>
                  </a:lnTo>
                  <a:lnTo>
                    <a:pt x="32734" y="1584388"/>
                  </a:lnTo>
                  <a:lnTo>
                    <a:pt x="26903" y="1532118"/>
                  </a:lnTo>
                  <a:lnTo>
                    <a:pt x="21563" y="1476243"/>
                  </a:lnTo>
                  <a:lnTo>
                    <a:pt x="16744" y="1417002"/>
                  </a:lnTo>
                  <a:lnTo>
                    <a:pt x="12474" y="1354633"/>
                  </a:lnTo>
                  <a:lnTo>
                    <a:pt x="8782" y="1289375"/>
                  </a:lnTo>
                  <a:lnTo>
                    <a:pt x="5697" y="1221467"/>
                  </a:lnTo>
                  <a:lnTo>
                    <a:pt x="3248" y="1151149"/>
                  </a:lnTo>
                  <a:lnTo>
                    <a:pt x="1462" y="1078658"/>
                  </a:lnTo>
                  <a:lnTo>
                    <a:pt x="370" y="1004234"/>
                  </a:lnTo>
                  <a:lnTo>
                    <a:pt x="0" y="928116"/>
                  </a:lnTo>
                  <a:lnTo>
                    <a:pt x="370" y="851997"/>
                  </a:lnTo>
                  <a:lnTo>
                    <a:pt x="1462" y="777573"/>
                  </a:lnTo>
                  <a:lnTo>
                    <a:pt x="3248" y="705082"/>
                  </a:lnTo>
                  <a:lnTo>
                    <a:pt x="5697" y="634764"/>
                  </a:lnTo>
                  <a:lnTo>
                    <a:pt x="8782" y="566856"/>
                  </a:lnTo>
                  <a:lnTo>
                    <a:pt x="12474" y="501598"/>
                  </a:lnTo>
                  <a:lnTo>
                    <a:pt x="16744" y="439229"/>
                  </a:lnTo>
                  <a:lnTo>
                    <a:pt x="21563" y="379988"/>
                  </a:lnTo>
                  <a:lnTo>
                    <a:pt x="26903" y="324113"/>
                  </a:lnTo>
                  <a:lnTo>
                    <a:pt x="32734" y="271843"/>
                  </a:lnTo>
                  <a:lnTo>
                    <a:pt x="39028" y="223418"/>
                  </a:lnTo>
                  <a:lnTo>
                    <a:pt x="45756" y="179076"/>
                  </a:lnTo>
                  <a:lnTo>
                    <a:pt x="52890" y="139056"/>
                  </a:lnTo>
                  <a:lnTo>
                    <a:pt x="68258" y="72937"/>
                  </a:lnTo>
                  <a:lnTo>
                    <a:pt x="84903" y="2697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0879963" y="0"/>
            <a:ext cx="28194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P4  P5  P6  P7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853684" y="1861947"/>
            <a:ext cx="834390" cy="17145"/>
          </a:xfrm>
          <a:custGeom>
            <a:avLst/>
            <a:gdLst/>
            <a:ahLst/>
            <a:cxnLst/>
            <a:rect l="l" t="t" r="r" b="b"/>
            <a:pathLst>
              <a:path w="834390" h="17144">
                <a:moveTo>
                  <a:pt x="0" y="16636"/>
                </a:moveTo>
                <a:lnTo>
                  <a:pt x="834389" y="16636"/>
                </a:lnTo>
              </a:path>
              <a:path w="834390" h="17144">
                <a:moveTo>
                  <a:pt x="0" y="0"/>
                </a:moveTo>
                <a:lnTo>
                  <a:pt x="834389" y="0"/>
                </a:lnTo>
              </a:path>
            </a:pathLst>
          </a:custGeom>
          <a:ln w="3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927597" y="187680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68807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775442" y="185394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11123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5917691" y="1850453"/>
          <a:ext cx="5438769" cy="255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47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16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84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683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65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5783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5783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86714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481329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33401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142239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</a:tblGrid>
              <a:tr h="248094">
                <a:tc>
                  <a:txBody>
                    <a:bodyPr/>
                    <a:lstStyle/>
                    <a:p>
                      <a:pPr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5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6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" name="object 45"/>
          <p:cNvSpPr txBox="1"/>
          <p:nvPr/>
        </p:nvSpPr>
        <p:spPr>
          <a:xfrm>
            <a:off x="5759322" y="125983"/>
            <a:ext cx="144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0000"/>
                </a:solidFill>
                <a:latin typeface="Gothic Uralic"/>
                <a:cs typeface="Gothic Uralic"/>
              </a:rPr>
              <a:t>Arrival</a:t>
            </a:r>
            <a:r>
              <a:rPr sz="2000" b="1" spc="-75" dirty="0">
                <a:solidFill>
                  <a:srgbClr val="FF0000"/>
                </a:solidFill>
                <a:latin typeface="Gothic Uralic"/>
                <a:cs typeface="Gothic Ural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Gothic Uralic"/>
                <a:cs typeface="Gothic Uralic"/>
              </a:rPr>
              <a:t>Time</a:t>
            </a:r>
            <a:endParaRPr sz="2000">
              <a:latin typeface="Gothic Uralic"/>
              <a:cs typeface="Gothic Uralic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042153" y="819988"/>
            <a:ext cx="154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rlito"/>
                <a:cs typeface="Carlito"/>
              </a:rPr>
              <a:t>3</a:t>
            </a:r>
            <a:endParaRPr sz="20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53869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32660" y="4475988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39" h="525779">
                <a:moveTo>
                  <a:pt x="253745" y="0"/>
                </a:moveTo>
                <a:lnTo>
                  <a:pt x="28193" y="0"/>
                </a:lnTo>
                <a:lnTo>
                  <a:pt x="17198" y="2208"/>
                </a:lnTo>
                <a:lnTo>
                  <a:pt x="8239" y="8239"/>
                </a:lnTo>
                <a:lnTo>
                  <a:pt x="2208" y="17198"/>
                </a:lnTo>
                <a:lnTo>
                  <a:pt x="0" y="28193"/>
                </a:lnTo>
                <a:lnTo>
                  <a:pt x="0" y="497586"/>
                </a:lnTo>
                <a:lnTo>
                  <a:pt x="2208" y="508581"/>
                </a:lnTo>
                <a:lnTo>
                  <a:pt x="8239" y="517540"/>
                </a:lnTo>
                <a:lnTo>
                  <a:pt x="17198" y="523571"/>
                </a:lnTo>
                <a:lnTo>
                  <a:pt x="28193" y="525780"/>
                </a:lnTo>
                <a:lnTo>
                  <a:pt x="253745" y="525780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39" y="497586"/>
                </a:lnTo>
                <a:lnTo>
                  <a:pt x="281939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58948" y="4631893"/>
            <a:ext cx="230504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235" dirty="0">
                <a:latin typeface="Verdana"/>
                <a:cs typeface="Verdana"/>
              </a:rPr>
              <a:t>1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7947" y="4475988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40" h="525779">
                <a:moveTo>
                  <a:pt x="253746" y="0"/>
                </a:moveTo>
                <a:lnTo>
                  <a:pt x="28193" y="0"/>
                </a:lnTo>
                <a:lnTo>
                  <a:pt x="17220" y="2208"/>
                </a:lnTo>
                <a:lnTo>
                  <a:pt x="8258" y="8239"/>
                </a:lnTo>
                <a:lnTo>
                  <a:pt x="2215" y="17198"/>
                </a:lnTo>
                <a:lnTo>
                  <a:pt x="0" y="28193"/>
                </a:lnTo>
                <a:lnTo>
                  <a:pt x="0" y="497586"/>
                </a:lnTo>
                <a:lnTo>
                  <a:pt x="2215" y="508581"/>
                </a:lnTo>
                <a:lnTo>
                  <a:pt x="8258" y="517540"/>
                </a:lnTo>
                <a:lnTo>
                  <a:pt x="17220" y="523571"/>
                </a:lnTo>
                <a:lnTo>
                  <a:pt x="28193" y="525780"/>
                </a:lnTo>
                <a:lnTo>
                  <a:pt x="253746" y="525780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40" y="497586"/>
                </a:lnTo>
                <a:lnTo>
                  <a:pt x="281940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34262" y="4631893"/>
            <a:ext cx="230504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235" dirty="0">
                <a:latin typeface="Verdana"/>
                <a:cs typeface="Verdana"/>
              </a:rPr>
              <a:t>0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40282" y="4215129"/>
            <a:ext cx="1130300" cy="465455"/>
            <a:chOff x="1240282" y="4215129"/>
            <a:chExt cx="1130300" cy="465455"/>
          </a:xfrm>
        </p:grpSpPr>
        <p:sp>
          <p:nvSpPr>
            <p:cNvPr id="7" name="object 7"/>
            <p:cNvSpPr/>
            <p:nvPr/>
          </p:nvSpPr>
          <p:spPr>
            <a:xfrm>
              <a:off x="1250442" y="4225289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80" h="445135">
                  <a:moveTo>
                    <a:pt x="1065022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8" y="417843"/>
                  </a:lnTo>
                  <a:lnTo>
                    <a:pt x="13033" y="431974"/>
                  </a:lnTo>
                  <a:lnTo>
                    <a:pt x="27164" y="441509"/>
                  </a:lnTo>
                  <a:lnTo>
                    <a:pt x="44450" y="445008"/>
                  </a:lnTo>
                  <a:lnTo>
                    <a:pt x="1065022" y="445008"/>
                  </a:lnTo>
                  <a:lnTo>
                    <a:pt x="1082307" y="441509"/>
                  </a:lnTo>
                  <a:lnTo>
                    <a:pt x="1096438" y="431974"/>
                  </a:lnTo>
                  <a:lnTo>
                    <a:pt x="1105973" y="417843"/>
                  </a:lnTo>
                  <a:lnTo>
                    <a:pt x="1109472" y="400558"/>
                  </a:lnTo>
                  <a:lnTo>
                    <a:pt x="1109472" y="44450"/>
                  </a:lnTo>
                  <a:lnTo>
                    <a:pt x="1105973" y="27164"/>
                  </a:lnTo>
                  <a:lnTo>
                    <a:pt x="1096438" y="13033"/>
                  </a:lnTo>
                  <a:lnTo>
                    <a:pt x="1082307" y="3498"/>
                  </a:lnTo>
                  <a:lnTo>
                    <a:pt x="106502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50442" y="4225289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80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80769" y="4182313"/>
            <a:ext cx="44767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76008" y="240411"/>
          <a:ext cx="3977639" cy="2792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44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944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91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Pno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Priority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160" dirty="0">
                          <a:latin typeface="Carlito"/>
                          <a:cs typeface="Carlito"/>
                        </a:rPr>
                        <a:t>AT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45" dirty="0">
                          <a:latin typeface="Carlito"/>
                          <a:cs typeface="Carlito"/>
                        </a:rPr>
                        <a:t>BT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2(L)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8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12</a:t>
                      </a:r>
                      <a:r>
                        <a:rPr sz="2000" b="1" spc="-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b="1" dirty="0">
                          <a:latin typeface="Carlito"/>
                          <a:cs typeface="Carlito"/>
                        </a:rPr>
                        <a:t>(H)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P7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9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5819902" y="1042161"/>
            <a:ext cx="674370" cy="845185"/>
            <a:chOff x="5819902" y="1042161"/>
            <a:chExt cx="674370" cy="845185"/>
          </a:xfrm>
        </p:grpSpPr>
        <p:sp>
          <p:nvSpPr>
            <p:cNvPr id="12" name="object 12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548639" y="0"/>
                  </a:moveTo>
                  <a:lnTo>
                    <a:pt x="105155" y="0"/>
                  </a:lnTo>
                  <a:lnTo>
                    <a:pt x="86263" y="6640"/>
                  </a:lnTo>
                  <a:lnTo>
                    <a:pt x="52098" y="56275"/>
                  </a:lnTo>
                  <a:lnTo>
                    <a:pt x="37420" y="96942"/>
                  </a:lnTo>
                  <a:lnTo>
                    <a:pt x="24743" y="146624"/>
                  </a:lnTo>
                  <a:lnTo>
                    <a:pt x="14365" y="204159"/>
                  </a:lnTo>
                  <a:lnTo>
                    <a:pt x="6583" y="268382"/>
                  </a:lnTo>
                  <a:lnTo>
                    <a:pt x="1695" y="338131"/>
                  </a:lnTo>
                  <a:lnTo>
                    <a:pt x="0" y="412241"/>
                  </a:lnTo>
                  <a:lnTo>
                    <a:pt x="1695" y="486352"/>
                  </a:lnTo>
                  <a:lnTo>
                    <a:pt x="6583" y="556101"/>
                  </a:lnTo>
                  <a:lnTo>
                    <a:pt x="14365" y="620324"/>
                  </a:lnTo>
                  <a:lnTo>
                    <a:pt x="24743" y="677859"/>
                  </a:lnTo>
                  <a:lnTo>
                    <a:pt x="37420" y="727541"/>
                  </a:lnTo>
                  <a:lnTo>
                    <a:pt x="52098" y="768208"/>
                  </a:lnTo>
                  <a:lnTo>
                    <a:pt x="86263" y="817843"/>
                  </a:lnTo>
                  <a:lnTo>
                    <a:pt x="105155" y="824483"/>
                  </a:lnTo>
                  <a:lnTo>
                    <a:pt x="548639" y="824483"/>
                  </a:lnTo>
                  <a:lnTo>
                    <a:pt x="585317" y="798697"/>
                  </a:lnTo>
                  <a:lnTo>
                    <a:pt x="616375" y="727541"/>
                  </a:lnTo>
                  <a:lnTo>
                    <a:pt x="629052" y="677859"/>
                  </a:lnTo>
                  <a:lnTo>
                    <a:pt x="639430" y="620324"/>
                  </a:lnTo>
                  <a:lnTo>
                    <a:pt x="647212" y="556101"/>
                  </a:lnTo>
                  <a:lnTo>
                    <a:pt x="652100" y="486352"/>
                  </a:lnTo>
                  <a:lnTo>
                    <a:pt x="653796" y="412241"/>
                  </a:lnTo>
                  <a:lnTo>
                    <a:pt x="652100" y="338131"/>
                  </a:lnTo>
                  <a:lnTo>
                    <a:pt x="647212" y="268382"/>
                  </a:lnTo>
                  <a:lnTo>
                    <a:pt x="639430" y="204159"/>
                  </a:lnTo>
                  <a:lnTo>
                    <a:pt x="629052" y="146624"/>
                  </a:lnTo>
                  <a:lnTo>
                    <a:pt x="616375" y="96942"/>
                  </a:lnTo>
                  <a:lnTo>
                    <a:pt x="601697" y="56275"/>
                  </a:lnTo>
                  <a:lnTo>
                    <a:pt x="567532" y="6640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105155" y="0"/>
                  </a:moveTo>
                  <a:lnTo>
                    <a:pt x="548639" y="0"/>
                  </a:lnTo>
                  <a:lnTo>
                    <a:pt x="567532" y="6640"/>
                  </a:lnTo>
                  <a:lnTo>
                    <a:pt x="601697" y="56275"/>
                  </a:lnTo>
                  <a:lnTo>
                    <a:pt x="616375" y="96942"/>
                  </a:lnTo>
                  <a:lnTo>
                    <a:pt x="629052" y="146624"/>
                  </a:lnTo>
                  <a:lnTo>
                    <a:pt x="639430" y="204159"/>
                  </a:lnTo>
                  <a:lnTo>
                    <a:pt x="647212" y="268382"/>
                  </a:lnTo>
                  <a:lnTo>
                    <a:pt x="652100" y="338131"/>
                  </a:lnTo>
                  <a:lnTo>
                    <a:pt x="653796" y="412241"/>
                  </a:lnTo>
                  <a:lnTo>
                    <a:pt x="652100" y="486352"/>
                  </a:lnTo>
                  <a:lnTo>
                    <a:pt x="647212" y="556101"/>
                  </a:lnTo>
                  <a:lnTo>
                    <a:pt x="639430" y="620324"/>
                  </a:lnTo>
                  <a:lnTo>
                    <a:pt x="629052" y="677859"/>
                  </a:lnTo>
                  <a:lnTo>
                    <a:pt x="616375" y="727541"/>
                  </a:lnTo>
                  <a:lnTo>
                    <a:pt x="601697" y="768208"/>
                  </a:lnTo>
                  <a:lnTo>
                    <a:pt x="567532" y="817843"/>
                  </a:lnTo>
                  <a:lnTo>
                    <a:pt x="548639" y="824483"/>
                  </a:lnTo>
                  <a:lnTo>
                    <a:pt x="105155" y="824483"/>
                  </a:lnTo>
                  <a:lnTo>
                    <a:pt x="68478" y="798697"/>
                  </a:lnTo>
                  <a:lnTo>
                    <a:pt x="37420" y="727541"/>
                  </a:lnTo>
                  <a:lnTo>
                    <a:pt x="24743" y="677859"/>
                  </a:lnTo>
                  <a:lnTo>
                    <a:pt x="14365" y="620324"/>
                  </a:lnTo>
                  <a:lnTo>
                    <a:pt x="6583" y="556101"/>
                  </a:lnTo>
                  <a:lnTo>
                    <a:pt x="1695" y="486352"/>
                  </a:lnTo>
                  <a:lnTo>
                    <a:pt x="0" y="412241"/>
                  </a:lnTo>
                  <a:lnTo>
                    <a:pt x="1695" y="338131"/>
                  </a:lnTo>
                  <a:lnTo>
                    <a:pt x="6583" y="268382"/>
                  </a:lnTo>
                  <a:lnTo>
                    <a:pt x="14365" y="204159"/>
                  </a:lnTo>
                  <a:lnTo>
                    <a:pt x="24743" y="146624"/>
                  </a:lnTo>
                  <a:lnTo>
                    <a:pt x="37420" y="96942"/>
                  </a:lnTo>
                  <a:lnTo>
                    <a:pt x="52098" y="56275"/>
                  </a:lnTo>
                  <a:lnTo>
                    <a:pt x="86263" y="6640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16244" y="1309496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89521" y="1020825"/>
            <a:ext cx="674370" cy="846455"/>
            <a:chOff x="6589521" y="1020825"/>
            <a:chExt cx="674370" cy="846455"/>
          </a:xfrm>
        </p:grpSpPr>
        <p:sp>
          <p:nvSpPr>
            <p:cNvPr id="16" name="object 16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6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6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6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6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6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786118" y="1151890"/>
            <a:ext cx="281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P2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400543" y="1021080"/>
            <a:ext cx="673735" cy="845819"/>
            <a:chOff x="7400543" y="1021080"/>
            <a:chExt cx="673735" cy="845819"/>
          </a:xfrm>
        </p:grpSpPr>
        <p:sp>
          <p:nvSpPr>
            <p:cNvPr id="20" name="object 20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5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5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5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5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597520" y="1014729"/>
            <a:ext cx="2819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212835" y="833627"/>
            <a:ext cx="715010" cy="1033780"/>
            <a:chOff x="8212835" y="833627"/>
            <a:chExt cx="715010" cy="1033780"/>
          </a:xfrm>
        </p:grpSpPr>
        <p:sp>
          <p:nvSpPr>
            <p:cNvPr id="24" name="object 24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583183" y="0"/>
                  </a:moveTo>
                  <a:lnTo>
                    <a:pt x="111759" y="0"/>
                  </a:lnTo>
                  <a:lnTo>
                    <a:pt x="95245" y="5493"/>
                  </a:lnTo>
                  <a:lnTo>
                    <a:pt x="64645" y="47088"/>
                  </a:lnTo>
                  <a:lnTo>
                    <a:pt x="38437" y="124275"/>
                  </a:lnTo>
                  <a:lnTo>
                    <a:pt x="27413" y="174258"/>
                  </a:lnTo>
                  <a:lnTo>
                    <a:pt x="18005" y="230788"/>
                  </a:lnTo>
                  <a:lnTo>
                    <a:pt x="10387" y="293084"/>
                  </a:lnTo>
                  <a:lnTo>
                    <a:pt x="4731" y="360361"/>
                  </a:lnTo>
                  <a:lnTo>
                    <a:pt x="1211" y="431838"/>
                  </a:lnTo>
                  <a:lnTo>
                    <a:pt x="0" y="506729"/>
                  </a:lnTo>
                  <a:lnTo>
                    <a:pt x="1211" y="581621"/>
                  </a:lnTo>
                  <a:lnTo>
                    <a:pt x="4731" y="653098"/>
                  </a:lnTo>
                  <a:lnTo>
                    <a:pt x="10387" y="720375"/>
                  </a:lnTo>
                  <a:lnTo>
                    <a:pt x="18005" y="782671"/>
                  </a:lnTo>
                  <a:lnTo>
                    <a:pt x="27413" y="839201"/>
                  </a:lnTo>
                  <a:lnTo>
                    <a:pt x="38437" y="889184"/>
                  </a:lnTo>
                  <a:lnTo>
                    <a:pt x="50906" y="931834"/>
                  </a:lnTo>
                  <a:lnTo>
                    <a:pt x="79482" y="992009"/>
                  </a:lnTo>
                  <a:lnTo>
                    <a:pt x="111759" y="1013460"/>
                  </a:lnTo>
                  <a:lnTo>
                    <a:pt x="583183" y="1013460"/>
                  </a:lnTo>
                  <a:lnTo>
                    <a:pt x="615461" y="992009"/>
                  </a:lnTo>
                  <a:lnTo>
                    <a:pt x="644037" y="931834"/>
                  </a:lnTo>
                  <a:lnTo>
                    <a:pt x="656506" y="889184"/>
                  </a:lnTo>
                  <a:lnTo>
                    <a:pt x="667530" y="839201"/>
                  </a:lnTo>
                  <a:lnTo>
                    <a:pt x="676938" y="782671"/>
                  </a:lnTo>
                  <a:lnTo>
                    <a:pt x="684556" y="720375"/>
                  </a:lnTo>
                  <a:lnTo>
                    <a:pt x="690212" y="653098"/>
                  </a:lnTo>
                  <a:lnTo>
                    <a:pt x="693732" y="581621"/>
                  </a:lnTo>
                  <a:lnTo>
                    <a:pt x="694943" y="506729"/>
                  </a:lnTo>
                  <a:lnTo>
                    <a:pt x="693732" y="431838"/>
                  </a:lnTo>
                  <a:lnTo>
                    <a:pt x="690212" y="360361"/>
                  </a:lnTo>
                  <a:lnTo>
                    <a:pt x="684556" y="293084"/>
                  </a:lnTo>
                  <a:lnTo>
                    <a:pt x="676938" y="230788"/>
                  </a:lnTo>
                  <a:lnTo>
                    <a:pt x="667530" y="174258"/>
                  </a:lnTo>
                  <a:lnTo>
                    <a:pt x="656506" y="124275"/>
                  </a:lnTo>
                  <a:lnTo>
                    <a:pt x="644037" y="81625"/>
                  </a:lnTo>
                  <a:lnTo>
                    <a:pt x="615461" y="2145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111759" y="0"/>
                  </a:moveTo>
                  <a:lnTo>
                    <a:pt x="583183" y="0"/>
                  </a:lnTo>
                  <a:lnTo>
                    <a:pt x="599698" y="5493"/>
                  </a:lnTo>
                  <a:lnTo>
                    <a:pt x="630298" y="47088"/>
                  </a:lnTo>
                  <a:lnTo>
                    <a:pt x="656506" y="124275"/>
                  </a:lnTo>
                  <a:lnTo>
                    <a:pt x="667530" y="174258"/>
                  </a:lnTo>
                  <a:lnTo>
                    <a:pt x="676938" y="230788"/>
                  </a:lnTo>
                  <a:lnTo>
                    <a:pt x="684556" y="293084"/>
                  </a:lnTo>
                  <a:lnTo>
                    <a:pt x="690212" y="360361"/>
                  </a:lnTo>
                  <a:lnTo>
                    <a:pt x="693732" y="431838"/>
                  </a:lnTo>
                  <a:lnTo>
                    <a:pt x="694943" y="506729"/>
                  </a:lnTo>
                  <a:lnTo>
                    <a:pt x="693732" y="581621"/>
                  </a:lnTo>
                  <a:lnTo>
                    <a:pt x="690212" y="653098"/>
                  </a:lnTo>
                  <a:lnTo>
                    <a:pt x="684556" y="720375"/>
                  </a:lnTo>
                  <a:lnTo>
                    <a:pt x="676938" y="782671"/>
                  </a:lnTo>
                  <a:lnTo>
                    <a:pt x="667530" y="839201"/>
                  </a:lnTo>
                  <a:lnTo>
                    <a:pt x="656506" y="889184"/>
                  </a:lnTo>
                  <a:lnTo>
                    <a:pt x="644037" y="931834"/>
                  </a:lnTo>
                  <a:lnTo>
                    <a:pt x="615461" y="992009"/>
                  </a:lnTo>
                  <a:lnTo>
                    <a:pt x="583183" y="1013460"/>
                  </a:lnTo>
                  <a:lnTo>
                    <a:pt x="111759" y="1013460"/>
                  </a:lnTo>
                  <a:lnTo>
                    <a:pt x="79482" y="992009"/>
                  </a:lnTo>
                  <a:lnTo>
                    <a:pt x="50906" y="931834"/>
                  </a:lnTo>
                  <a:lnTo>
                    <a:pt x="38437" y="889184"/>
                  </a:lnTo>
                  <a:lnTo>
                    <a:pt x="27413" y="839201"/>
                  </a:lnTo>
                  <a:lnTo>
                    <a:pt x="18005" y="782671"/>
                  </a:lnTo>
                  <a:lnTo>
                    <a:pt x="10387" y="720375"/>
                  </a:lnTo>
                  <a:lnTo>
                    <a:pt x="4731" y="653098"/>
                  </a:lnTo>
                  <a:lnTo>
                    <a:pt x="1211" y="581621"/>
                  </a:lnTo>
                  <a:lnTo>
                    <a:pt x="0" y="506729"/>
                  </a:lnTo>
                  <a:lnTo>
                    <a:pt x="1211" y="431838"/>
                  </a:lnTo>
                  <a:lnTo>
                    <a:pt x="4731" y="360361"/>
                  </a:lnTo>
                  <a:lnTo>
                    <a:pt x="10387" y="293084"/>
                  </a:lnTo>
                  <a:lnTo>
                    <a:pt x="18005" y="230788"/>
                  </a:lnTo>
                  <a:lnTo>
                    <a:pt x="27413" y="174258"/>
                  </a:lnTo>
                  <a:lnTo>
                    <a:pt x="38437" y="124275"/>
                  </a:lnTo>
                  <a:lnTo>
                    <a:pt x="50906" y="81625"/>
                  </a:lnTo>
                  <a:lnTo>
                    <a:pt x="79482" y="21450"/>
                  </a:lnTo>
                  <a:lnTo>
                    <a:pt x="111759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428735" y="783463"/>
            <a:ext cx="2819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P4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023604" y="475487"/>
            <a:ext cx="715010" cy="1391920"/>
            <a:chOff x="9023604" y="475487"/>
            <a:chExt cx="715010" cy="1391920"/>
          </a:xfrm>
        </p:grpSpPr>
        <p:sp>
          <p:nvSpPr>
            <p:cNvPr id="28" name="object 28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583184" y="0"/>
                  </a:moveTo>
                  <a:lnTo>
                    <a:pt x="111760" y="0"/>
                  </a:lnTo>
                  <a:lnTo>
                    <a:pt x="99582" y="4024"/>
                  </a:lnTo>
                  <a:lnTo>
                    <a:pt x="76435" y="34966"/>
                  </a:lnTo>
                  <a:lnTo>
                    <a:pt x="55353" y="93641"/>
                  </a:lnTo>
                  <a:lnTo>
                    <a:pt x="45756" y="132331"/>
                  </a:lnTo>
                  <a:lnTo>
                    <a:pt x="36880" y="176700"/>
                  </a:lnTo>
                  <a:lnTo>
                    <a:pt x="28793" y="226326"/>
                  </a:lnTo>
                  <a:lnTo>
                    <a:pt x="21563" y="280793"/>
                  </a:lnTo>
                  <a:lnTo>
                    <a:pt x="15258" y="339682"/>
                  </a:lnTo>
                  <a:lnTo>
                    <a:pt x="9947" y="402574"/>
                  </a:lnTo>
                  <a:lnTo>
                    <a:pt x="5697" y="469050"/>
                  </a:lnTo>
                  <a:lnTo>
                    <a:pt x="2577" y="538692"/>
                  </a:lnTo>
                  <a:lnTo>
                    <a:pt x="655" y="611082"/>
                  </a:lnTo>
                  <a:lnTo>
                    <a:pt x="0" y="685800"/>
                  </a:lnTo>
                  <a:lnTo>
                    <a:pt x="655" y="760517"/>
                  </a:lnTo>
                  <a:lnTo>
                    <a:pt x="2577" y="832907"/>
                  </a:lnTo>
                  <a:lnTo>
                    <a:pt x="5697" y="902549"/>
                  </a:lnTo>
                  <a:lnTo>
                    <a:pt x="9947" y="969025"/>
                  </a:lnTo>
                  <a:lnTo>
                    <a:pt x="15258" y="1031917"/>
                  </a:lnTo>
                  <a:lnTo>
                    <a:pt x="21563" y="1090806"/>
                  </a:lnTo>
                  <a:lnTo>
                    <a:pt x="28793" y="1145273"/>
                  </a:lnTo>
                  <a:lnTo>
                    <a:pt x="36880" y="1194899"/>
                  </a:lnTo>
                  <a:lnTo>
                    <a:pt x="45756" y="1239268"/>
                  </a:lnTo>
                  <a:lnTo>
                    <a:pt x="55353" y="1277958"/>
                  </a:lnTo>
                  <a:lnTo>
                    <a:pt x="76435" y="1336633"/>
                  </a:lnTo>
                  <a:lnTo>
                    <a:pt x="99582" y="1367575"/>
                  </a:lnTo>
                  <a:lnTo>
                    <a:pt x="111760" y="1371600"/>
                  </a:lnTo>
                  <a:lnTo>
                    <a:pt x="583184" y="1371600"/>
                  </a:lnTo>
                  <a:lnTo>
                    <a:pt x="618508" y="1336633"/>
                  </a:lnTo>
                  <a:lnTo>
                    <a:pt x="639590" y="1277958"/>
                  </a:lnTo>
                  <a:lnTo>
                    <a:pt x="649187" y="1239268"/>
                  </a:lnTo>
                  <a:lnTo>
                    <a:pt x="658063" y="1194899"/>
                  </a:lnTo>
                  <a:lnTo>
                    <a:pt x="666150" y="1145273"/>
                  </a:lnTo>
                  <a:lnTo>
                    <a:pt x="673380" y="1090806"/>
                  </a:lnTo>
                  <a:lnTo>
                    <a:pt x="679685" y="1031917"/>
                  </a:lnTo>
                  <a:lnTo>
                    <a:pt x="684996" y="969025"/>
                  </a:lnTo>
                  <a:lnTo>
                    <a:pt x="689246" y="902549"/>
                  </a:lnTo>
                  <a:lnTo>
                    <a:pt x="692366" y="832907"/>
                  </a:lnTo>
                  <a:lnTo>
                    <a:pt x="694288" y="760517"/>
                  </a:lnTo>
                  <a:lnTo>
                    <a:pt x="694944" y="685800"/>
                  </a:lnTo>
                  <a:lnTo>
                    <a:pt x="694288" y="611082"/>
                  </a:lnTo>
                  <a:lnTo>
                    <a:pt x="692366" y="538692"/>
                  </a:lnTo>
                  <a:lnTo>
                    <a:pt x="689246" y="469050"/>
                  </a:lnTo>
                  <a:lnTo>
                    <a:pt x="684996" y="402574"/>
                  </a:lnTo>
                  <a:lnTo>
                    <a:pt x="679685" y="339682"/>
                  </a:lnTo>
                  <a:lnTo>
                    <a:pt x="673380" y="280793"/>
                  </a:lnTo>
                  <a:lnTo>
                    <a:pt x="666150" y="226326"/>
                  </a:lnTo>
                  <a:lnTo>
                    <a:pt x="658063" y="176700"/>
                  </a:lnTo>
                  <a:lnTo>
                    <a:pt x="649187" y="132331"/>
                  </a:lnTo>
                  <a:lnTo>
                    <a:pt x="639590" y="93641"/>
                  </a:lnTo>
                  <a:lnTo>
                    <a:pt x="618508" y="34966"/>
                  </a:lnTo>
                  <a:lnTo>
                    <a:pt x="595361" y="402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111760" y="0"/>
                  </a:moveTo>
                  <a:lnTo>
                    <a:pt x="583184" y="0"/>
                  </a:lnTo>
                  <a:lnTo>
                    <a:pt x="595361" y="4024"/>
                  </a:lnTo>
                  <a:lnTo>
                    <a:pt x="618508" y="34966"/>
                  </a:lnTo>
                  <a:lnTo>
                    <a:pt x="639590" y="93641"/>
                  </a:lnTo>
                  <a:lnTo>
                    <a:pt x="649187" y="132331"/>
                  </a:lnTo>
                  <a:lnTo>
                    <a:pt x="658063" y="176700"/>
                  </a:lnTo>
                  <a:lnTo>
                    <a:pt x="666150" y="226326"/>
                  </a:lnTo>
                  <a:lnTo>
                    <a:pt x="673380" y="280793"/>
                  </a:lnTo>
                  <a:lnTo>
                    <a:pt x="679685" y="339682"/>
                  </a:lnTo>
                  <a:lnTo>
                    <a:pt x="684996" y="402574"/>
                  </a:lnTo>
                  <a:lnTo>
                    <a:pt x="689246" y="469050"/>
                  </a:lnTo>
                  <a:lnTo>
                    <a:pt x="692366" y="538692"/>
                  </a:lnTo>
                  <a:lnTo>
                    <a:pt x="694288" y="611082"/>
                  </a:lnTo>
                  <a:lnTo>
                    <a:pt x="694944" y="685800"/>
                  </a:lnTo>
                  <a:lnTo>
                    <a:pt x="694288" y="760517"/>
                  </a:lnTo>
                  <a:lnTo>
                    <a:pt x="692366" y="832907"/>
                  </a:lnTo>
                  <a:lnTo>
                    <a:pt x="689246" y="902549"/>
                  </a:lnTo>
                  <a:lnTo>
                    <a:pt x="684996" y="969025"/>
                  </a:lnTo>
                  <a:lnTo>
                    <a:pt x="679685" y="1031917"/>
                  </a:lnTo>
                  <a:lnTo>
                    <a:pt x="673380" y="1090806"/>
                  </a:lnTo>
                  <a:lnTo>
                    <a:pt x="666150" y="1145273"/>
                  </a:lnTo>
                  <a:lnTo>
                    <a:pt x="658063" y="1194899"/>
                  </a:lnTo>
                  <a:lnTo>
                    <a:pt x="649187" y="1239268"/>
                  </a:lnTo>
                  <a:lnTo>
                    <a:pt x="639590" y="1277958"/>
                  </a:lnTo>
                  <a:lnTo>
                    <a:pt x="618508" y="1336633"/>
                  </a:lnTo>
                  <a:lnTo>
                    <a:pt x="595361" y="1367575"/>
                  </a:lnTo>
                  <a:lnTo>
                    <a:pt x="583184" y="1371600"/>
                  </a:lnTo>
                  <a:lnTo>
                    <a:pt x="111760" y="1371600"/>
                  </a:lnTo>
                  <a:lnTo>
                    <a:pt x="76435" y="1336633"/>
                  </a:lnTo>
                  <a:lnTo>
                    <a:pt x="55353" y="1277958"/>
                  </a:lnTo>
                  <a:lnTo>
                    <a:pt x="45756" y="1239268"/>
                  </a:lnTo>
                  <a:lnTo>
                    <a:pt x="36880" y="1194899"/>
                  </a:lnTo>
                  <a:lnTo>
                    <a:pt x="28793" y="1145273"/>
                  </a:lnTo>
                  <a:lnTo>
                    <a:pt x="21563" y="1090806"/>
                  </a:lnTo>
                  <a:lnTo>
                    <a:pt x="15258" y="1031917"/>
                  </a:lnTo>
                  <a:lnTo>
                    <a:pt x="9947" y="969025"/>
                  </a:lnTo>
                  <a:lnTo>
                    <a:pt x="5697" y="902549"/>
                  </a:lnTo>
                  <a:lnTo>
                    <a:pt x="2577" y="832907"/>
                  </a:lnTo>
                  <a:lnTo>
                    <a:pt x="655" y="760517"/>
                  </a:lnTo>
                  <a:lnTo>
                    <a:pt x="0" y="685800"/>
                  </a:lnTo>
                  <a:lnTo>
                    <a:pt x="655" y="611082"/>
                  </a:lnTo>
                  <a:lnTo>
                    <a:pt x="2577" y="538692"/>
                  </a:lnTo>
                  <a:lnTo>
                    <a:pt x="5697" y="469050"/>
                  </a:lnTo>
                  <a:lnTo>
                    <a:pt x="9947" y="402574"/>
                  </a:lnTo>
                  <a:lnTo>
                    <a:pt x="15258" y="339682"/>
                  </a:lnTo>
                  <a:lnTo>
                    <a:pt x="21563" y="280793"/>
                  </a:lnTo>
                  <a:lnTo>
                    <a:pt x="28793" y="226326"/>
                  </a:lnTo>
                  <a:lnTo>
                    <a:pt x="36880" y="176700"/>
                  </a:lnTo>
                  <a:lnTo>
                    <a:pt x="45756" y="132331"/>
                  </a:lnTo>
                  <a:lnTo>
                    <a:pt x="55353" y="93641"/>
                  </a:lnTo>
                  <a:lnTo>
                    <a:pt x="76435" y="34966"/>
                  </a:lnTo>
                  <a:lnTo>
                    <a:pt x="99582" y="402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240139" y="467105"/>
            <a:ext cx="28257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Gothic Uralic"/>
                <a:cs typeface="Gothic Uralic"/>
              </a:rPr>
              <a:t>P1  P2  P3  P4  P5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852659" y="237743"/>
            <a:ext cx="715010" cy="1629410"/>
            <a:chOff x="9852659" y="237743"/>
            <a:chExt cx="715010" cy="1629410"/>
          </a:xfrm>
        </p:grpSpPr>
        <p:sp>
          <p:nvSpPr>
            <p:cNvPr id="32" name="object 32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583183" y="0"/>
                  </a:moveTo>
                  <a:lnTo>
                    <a:pt x="111759" y="0"/>
                  </a:lnTo>
                  <a:lnTo>
                    <a:pt x="100996" y="3683"/>
                  </a:lnTo>
                  <a:lnTo>
                    <a:pt x="70631" y="56243"/>
                  </a:lnTo>
                  <a:lnTo>
                    <a:pt x="52459" y="122500"/>
                  </a:lnTo>
                  <a:lnTo>
                    <a:pt x="44135" y="163981"/>
                  </a:lnTo>
                  <a:lnTo>
                    <a:pt x="36382" y="210581"/>
                  </a:lnTo>
                  <a:lnTo>
                    <a:pt x="29246" y="261963"/>
                  </a:lnTo>
                  <a:lnTo>
                    <a:pt x="22774" y="317789"/>
                  </a:lnTo>
                  <a:lnTo>
                    <a:pt x="17013" y="377722"/>
                  </a:lnTo>
                  <a:lnTo>
                    <a:pt x="12009" y="441424"/>
                  </a:lnTo>
                  <a:lnTo>
                    <a:pt x="7811" y="508559"/>
                  </a:lnTo>
                  <a:lnTo>
                    <a:pt x="4464" y="578788"/>
                  </a:lnTo>
                  <a:lnTo>
                    <a:pt x="2015" y="651775"/>
                  </a:lnTo>
                  <a:lnTo>
                    <a:pt x="511" y="727182"/>
                  </a:lnTo>
                  <a:lnTo>
                    <a:pt x="0" y="804672"/>
                  </a:lnTo>
                  <a:lnTo>
                    <a:pt x="511" y="882161"/>
                  </a:lnTo>
                  <a:lnTo>
                    <a:pt x="2015" y="957568"/>
                  </a:lnTo>
                  <a:lnTo>
                    <a:pt x="4464" y="1030555"/>
                  </a:lnTo>
                  <a:lnTo>
                    <a:pt x="7811" y="1100784"/>
                  </a:lnTo>
                  <a:lnTo>
                    <a:pt x="12009" y="1167919"/>
                  </a:lnTo>
                  <a:lnTo>
                    <a:pt x="17013" y="1231621"/>
                  </a:lnTo>
                  <a:lnTo>
                    <a:pt x="22774" y="1291554"/>
                  </a:lnTo>
                  <a:lnTo>
                    <a:pt x="29246" y="1347380"/>
                  </a:lnTo>
                  <a:lnTo>
                    <a:pt x="36382" y="1398762"/>
                  </a:lnTo>
                  <a:lnTo>
                    <a:pt x="44135" y="1445362"/>
                  </a:lnTo>
                  <a:lnTo>
                    <a:pt x="52459" y="1486843"/>
                  </a:lnTo>
                  <a:lnTo>
                    <a:pt x="70631" y="1553100"/>
                  </a:lnTo>
                  <a:lnTo>
                    <a:pt x="90523" y="1594833"/>
                  </a:lnTo>
                  <a:lnTo>
                    <a:pt x="111759" y="1609344"/>
                  </a:lnTo>
                  <a:lnTo>
                    <a:pt x="583183" y="1609344"/>
                  </a:lnTo>
                  <a:lnTo>
                    <a:pt x="614557" y="1577200"/>
                  </a:lnTo>
                  <a:lnTo>
                    <a:pt x="633636" y="1522868"/>
                  </a:lnTo>
                  <a:lnTo>
                    <a:pt x="650808" y="1445362"/>
                  </a:lnTo>
                  <a:lnTo>
                    <a:pt x="658561" y="1398762"/>
                  </a:lnTo>
                  <a:lnTo>
                    <a:pt x="665697" y="1347380"/>
                  </a:lnTo>
                  <a:lnTo>
                    <a:pt x="672169" y="1291554"/>
                  </a:lnTo>
                  <a:lnTo>
                    <a:pt x="677930" y="1231621"/>
                  </a:lnTo>
                  <a:lnTo>
                    <a:pt x="682934" y="1167919"/>
                  </a:lnTo>
                  <a:lnTo>
                    <a:pt x="687132" y="1100784"/>
                  </a:lnTo>
                  <a:lnTo>
                    <a:pt x="690479" y="1030555"/>
                  </a:lnTo>
                  <a:lnTo>
                    <a:pt x="692928" y="957568"/>
                  </a:lnTo>
                  <a:lnTo>
                    <a:pt x="694432" y="882161"/>
                  </a:lnTo>
                  <a:lnTo>
                    <a:pt x="694943" y="804672"/>
                  </a:lnTo>
                  <a:lnTo>
                    <a:pt x="694432" y="727182"/>
                  </a:lnTo>
                  <a:lnTo>
                    <a:pt x="692928" y="651775"/>
                  </a:lnTo>
                  <a:lnTo>
                    <a:pt x="690479" y="578788"/>
                  </a:lnTo>
                  <a:lnTo>
                    <a:pt x="687132" y="508559"/>
                  </a:lnTo>
                  <a:lnTo>
                    <a:pt x="682934" y="441424"/>
                  </a:lnTo>
                  <a:lnTo>
                    <a:pt x="677930" y="377722"/>
                  </a:lnTo>
                  <a:lnTo>
                    <a:pt x="672169" y="317789"/>
                  </a:lnTo>
                  <a:lnTo>
                    <a:pt x="665697" y="261963"/>
                  </a:lnTo>
                  <a:lnTo>
                    <a:pt x="658561" y="210581"/>
                  </a:lnTo>
                  <a:lnTo>
                    <a:pt x="650808" y="163981"/>
                  </a:lnTo>
                  <a:lnTo>
                    <a:pt x="642484" y="122500"/>
                  </a:lnTo>
                  <a:lnTo>
                    <a:pt x="624312" y="56243"/>
                  </a:lnTo>
                  <a:lnTo>
                    <a:pt x="604420" y="1451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111759" y="0"/>
                  </a:moveTo>
                  <a:lnTo>
                    <a:pt x="583183" y="0"/>
                  </a:lnTo>
                  <a:lnTo>
                    <a:pt x="593947" y="3683"/>
                  </a:lnTo>
                  <a:lnTo>
                    <a:pt x="624312" y="56243"/>
                  </a:lnTo>
                  <a:lnTo>
                    <a:pt x="642484" y="122500"/>
                  </a:lnTo>
                  <a:lnTo>
                    <a:pt x="650808" y="163981"/>
                  </a:lnTo>
                  <a:lnTo>
                    <a:pt x="658561" y="210581"/>
                  </a:lnTo>
                  <a:lnTo>
                    <a:pt x="665697" y="261963"/>
                  </a:lnTo>
                  <a:lnTo>
                    <a:pt x="672169" y="317789"/>
                  </a:lnTo>
                  <a:lnTo>
                    <a:pt x="677930" y="377722"/>
                  </a:lnTo>
                  <a:lnTo>
                    <a:pt x="682934" y="441424"/>
                  </a:lnTo>
                  <a:lnTo>
                    <a:pt x="687132" y="508559"/>
                  </a:lnTo>
                  <a:lnTo>
                    <a:pt x="690479" y="578788"/>
                  </a:lnTo>
                  <a:lnTo>
                    <a:pt x="692928" y="651775"/>
                  </a:lnTo>
                  <a:lnTo>
                    <a:pt x="694432" y="727182"/>
                  </a:lnTo>
                  <a:lnTo>
                    <a:pt x="694943" y="804672"/>
                  </a:lnTo>
                  <a:lnTo>
                    <a:pt x="694432" y="882161"/>
                  </a:lnTo>
                  <a:lnTo>
                    <a:pt x="692928" y="957568"/>
                  </a:lnTo>
                  <a:lnTo>
                    <a:pt x="690479" y="1030555"/>
                  </a:lnTo>
                  <a:lnTo>
                    <a:pt x="687132" y="1100784"/>
                  </a:lnTo>
                  <a:lnTo>
                    <a:pt x="682934" y="1167919"/>
                  </a:lnTo>
                  <a:lnTo>
                    <a:pt x="677930" y="1231621"/>
                  </a:lnTo>
                  <a:lnTo>
                    <a:pt x="672169" y="1291554"/>
                  </a:lnTo>
                  <a:lnTo>
                    <a:pt x="665697" y="1347380"/>
                  </a:lnTo>
                  <a:lnTo>
                    <a:pt x="658561" y="1398762"/>
                  </a:lnTo>
                  <a:lnTo>
                    <a:pt x="650808" y="1445362"/>
                  </a:lnTo>
                  <a:lnTo>
                    <a:pt x="642484" y="1486843"/>
                  </a:lnTo>
                  <a:lnTo>
                    <a:pt x="624312" y="1553100"/>
                  </a:lnTo>
                  <a:lnTo>
                    <a:pt x="604420" y="1594833"/>
                  </a:lnTo>
                  <a:lnTo>
                    <a:pt x="583183" y="1609344"/>
                  </a:lnTo>
                  <a:lnTo>
                    <a:pt x="111759" y="1609344"/>
                  </a:lnTo>
                  <a:lnTo>
                    <a:pt x="80386" y="1577200"/>
                  </a:lnTo>
                  <a:lnTo>
                    <a:pt x="61307" y="1522868"/>
                  </a:lnTo>
                  <a:lnTo>
                    <a:pt x="44135" y="1445362"/>
                  </a:lnTo>
                  <a:lnTo>
                    <a:pt x="36382" y="1398762"/>
                  </a:lnTo>
                  <a:lnTo>
                    <a:pt x="29246" y="1347380"/>
                  </a:lnTo>
                  <a:lnTo>
                    <a:pt x="22774" y="1291554"/>
                  </a:lnTo>
                  <a:lnTo>
                    <a:pt x="17013" y="1231621"/>
                  </a:lnTo>
                  <a:lnTo>
                    <a:pt x="12009" y="1167919"/>
                  </a:lnTo>
                  <a:lnTo>
                    <a:pt x="7811" y="1100784"/>
                  </a:lnTo>
                  <a:lnTo>
                    <a:pt x="4464" y="1030555"/>
                  </a:lnTo>
                  <a:lnTo>
                    <a:pt x="2015" y="957568"/>
                  </a:lnTo>
                  <a:lnTo>
                    <a:pt x="511" y="882161"/>
                  </a:lnTo>
                  <a:lnTo>
                    <a:pt x="0" y="804672"/>
                  </a:lnTo>
                  <a:lnTo>
                    <a:pt x="511" y="727182"/>
                  </a:lnTo>
                  <a:lnTo>
                    <a:pt x="2015" y="651775"/>
                  </a:lnTo>
                  <a:lnTo>
                    <a:pt x="4464" y="578788"/>
                  </a:lnTo>
                  <a:lnTo>
                    <a:pt x="7811" y="508559"/>
                  </a:lnTo>
                  <a:lnTo>
                    <a:pt x="12009" y="441424"/>
                  </a:lnTo>
                  <a:lnTo>
                    <a:pt x="17013" y="377722"/>
                  </a:lnTo>
                  <a:lnTo>
                    <a:pt x="22774" y="317789"/>
                  </a:lnTo>
                  <a:lnTo>
                    <a:pt x="29246" y="261963"/>
                  </a:lnTo>
                  <a:lnTo>
                    <a:pt x="36382" y="210581"/>
                  </a:lnTo>
                  <a:lnTo>
                    <a:pt x="44135" y="163981"/>
                  </a:lnTo>
                  <a:lnTo>
                    <a:pt x="52459" y="122500"/>
                  </a:lnTo>
                  <a:lnTo>
                    <a:pt x="70631" y="56243"/>
                  </a:lnTo>
                  <a:lnTo>
                    <a:pt x="90523" y="14510"/>
                  </a:lnTo>
                  <a:lnTo>
                    <a:pt x="111759" y="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069448" y="211073"/>
            <a:ext cx="28194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P4  P5  P6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0663428" y="0"/>
            <a:ext cx="715010" cy="1876425"/>
            <a:chOff x="10663428" y="0"/>
            <a:chExt cx="715010" cy="1876425"/>
          </a:xfrm>
        </p:grpSpPr>
        <p:sp>
          <p:nvSpPr>
            <p:cNvPr id="36" name="object 36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583184" y="0"/>
                  </a:moveTo>
                  <a:lnTo>
                    <a:pt x="111760" y="0"/>
                  </a:lnTo>
                  <a:lnTo>
                    <a:pt x="102594" y="3076"/>
                  </a:lnTo>
                  <a:lnTo>
                    <a:pt x="76435" y="47317"/>
                  </a:lnTo>
                  <a:lnTo>
                    <a:pt x="60400" y="103596"/>
                  </a:lnTo>
                  <a:lnTo>
                    <a:pt x="45756" y="179076"/>
                  </a:lnTo>
                  <a:lnTo>
                    <a:pt x="39028" y="223418"/>
                  </a:lnTo>
                  <a:lnTo>
                    <a:pt x="32734" y="271843"/>
                  </a:lnTo>
                  <a:lnTo>
                    <a:pt x="26903" y="324113"/>
                  </a:lnTo>
                  <a:lnTo>
                    <a:pt x="21563" y="379988"/>
                  </a:lnTo>
                  <a:lnTo>
                    <a:pt x="16744" y="439229"/>
                  </a:lnTo>
                  <a:lnTo>
                    <a:pt x="12474" y="501598"/>
                  </a:lnTo>
                  <a:lnTo>
                    <a:pt x="8782" y="566856"/>
                  </a:lnTo>
                  <a:lnTo>
                    <a:pt x="5697" y="634764"/>
                  </a:lnTo>
                  <a:lnTo>
                    <a:pt x="3248" y="705082"/>
                  </a:lnTo>
                  <a:lnTo>
                    <a:pt x="1462" y="777573"/>
                  </a:lnTo>
                  <a:lnTo>
                    <a:pt x="370" y="851997"/>
                  </a:lnTo>
                  <a:lnTo>
                    <a:pt x="0" y="928116"/>
                  </a:lnTo>
                  <a:lnTo>
                    <a:pt x="370" y="1004234"/>
                  </a:lnTo>
                  <a:lnTo>
                    <a:pt x="1462" y="1078658"/>
                  </a:lnTo>
                  <a:lnTo>
                    <a:pt x="3248" y="1151149"/>
                  </a:lnTo>
                  <a:lnTo>
                    <a:pt x="5697" y="1221467"/>
                  </a:lnTo>
                  <a:lnTo>
                    <a:pt x="8782" y="1289375"/>
                  </a:lnTo>
                  <a:lnTo>
                    <a:pt x="12474" y="1354633"/>
                  </a:lnTo>
                  <a:lnTo>
                    <a:pt x="16744" y="1417002"/>
                  </a:lnTo>
                  <a:lnTo>
                    <a:pt x="21563" y="1476243"/>
                  </a:lnTo>
                  <a:lnTo>
                    <a:pt x="26903" y="1532118"/>
                  </a:lnTo>
                  <a:lnTo>
                    <a:pt x="32734" y="1584388"/>
                  </a:lnTo>
                  <a:lnTo>
                    <a:pt x="39028" y="1632813"/>
                  </a:lnTo>
                  <a:lnTo>
                    <a:pt x="45756" y="1677155"/>
                  </a:lnTo>
                  <a:lnTo>
                    <a:pt x="52890" y="1717175"/>
                  </a:lnTo>
                  <a:lnTo>
                    <a:pt x="68258" y="1783294"/>
                  </a:lnTo>
                  <a:lnTo>
                    <a:pt x="84903" y="1829257"/>
                  </a:lnTo>
                  <a:lnTo>
                    <a:pt x="111760" y="1856232"/>
                  </a:lnTo>
                  <a:lnTo>
                    <a:pt x="583184" y="1856232"/>
                  </a:lnTo>
                  <a:lnTo>
                    <a:pt x="618508" y="1808914"/>
                  </a:lnTo>
                  <a:lnTo>
                    <a:pt x="634543" y="1752635"/>
                  </a:lnTo>
                  <a:lnTo>
                    <a:pt x="649187" y="1677155"/>
                  </a:lnTo>
                  <a:lnTo>
                    <a:pt x="655915" y="1632813"/>
                  </a:lnTo>
                  <a:lnTo>
                    <a:pt x="662209" y="1584388"/>
                  </a:lnTo>
                  <a:lnTo>
                    <a:pt x="668040" y="1532118"/>
                  </a:lnTo>
                  <a:lnTo>
                    <a:pt x="673380" y="1476243"/>
                  </a:lnTo>
                  <a:lnTo>
                    <a:pt x="678199" y="1417002"/>
                  </a:lnTo>
                  <a:lnTo>
                    <a:pt x="682469" y="1354633"/>
                  </a:lnTo>
                  <a:lnTo>
                    <a:pt x="686161" y="1289375"/>
                  </a:lnTo>
                  <a:lnTo>
                    <a:pt x="689246" y="1221467"/>
                  </a:lnTo>
                  <a:lnTo>
                    <a:pt x="691695" y="1151149"/>
                  </a:lnTo>
                  <a:lnTo>
                    <a:pt x="693481" y="1078658"/>
                  </a:lnTo>
                  <a:lnTo>
                    <a:pt x="694573" y="1004234"/>
                  </a:lnTo>
                  <a:lnTo>
                    <a:pt x="694944" y="928116"/>
                  </a:lnTo>
                  <a:lnTo>
                    <a:pt x="694573" y="851997"/>
                  </a:lnTo>
                  <a:lnTo>
                    <a:pt x="693481" y="777573"/>
                  </a:lnTo>
                  <a:lnTo>
                    <a:pt x="691695" y="705082"/>
                  </a:lnTo>
                  <a:lnTo>
                    <a:pt x="689246" y="634764"/>
                  </a:lnTo>
                  <a:lnTo>
                    <a:pt x="686161" y="566856"/>
                  </a:lnTo>
                  <a:lnTo>
                    <a:pt x="682469" y="501598"/>
                  </a:lnTo>
                  <a:lnTo>
                    <a:pt x="678199" y="439229"/>
                  </a:lnTo>
                  <a:lnTo>
                    <a:pt x="673380" y="379988"/>
                  </a:lnTo>
                  <a:lnTo>
                    <a:pt x="668040" y="324113"/>
                  </a:lnTo>
                  <a:lnTo>
                    <a:pt x="662209" y="271843"/>
                  </a:lnTo>
                  <a:lnTo>
                    <a:pt x="655915" y="223418"/>
                  </a:lnTo>
                  <a:lnTo>
                    <a:pt x="649187" y="179076"/>
                  </a:lnTo>
                  <a:lnTo>
                    <a:pt x="642053" y="139056"/>
                  </a:lnTo>
                  <a:lnTo>
                    <a:pt x="626685" y="72937"/>
                  </a:lnTo>
                  <a:lnTo>
                    <a:pt x="610040" y="2697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111760" y="0"/>
                  </a:moveTo>
                  <a:lnTo>
                    <a:pt x="583184" y="0"/>
                  </a:lnTo>
                  <a:lnTo>
                    <a:pt x="592349" y="3076"/>
                  </a:lnTo>
                  <a:lnTo>
                    <a:pt x="618508" y="47317"/>
                  </a:lnTo>
                  <a:lnTo>
                    <a:pt x="634543" y="103596"/>
                  </a:lnTo>
                  <a:lnTo>
                    <a:pt x="649187" y="179076"/>
                  </a:lnTo>
                  <a:lnTo>
                    <a:pt x="655915" y="223418"/>
                  </a:lnTo>
                  <a:lnTo>
                    <a:pt x="662209" y="271843"/>
                  </a:lnTo>
                  <a:lnTo>
                    <a:pt x="668040" y="324113"/>
                  </a:lnTo>
                  <a:lnTo>
                    <a:pt x="673380" y="379988"/>
                  </a:lnTo>
                  <a:lnTo>
                    <a:pt x="678199" y="439229"/>
                  </a:lnTo>
                  <a:lnTo>
                    <a:pt x="682469" y="501598"/>
                  </a:lnTo>
                  <a:lnTo>
                    <a:pt x="686161" y="566856"/>
                  </a:lnTo>
                  <a:lnTo>
                    <a:pt x="689246" y="634764"/>
                  </a:lnTo>
                  <a:lnTo>
                    <a:pt x="691695" y="705082"/>
                  </a:lnTo>
                  <a:lnTo>
                    <a:pt x="693481" y="777573"/>
                  </a:lnTo>
                  <a:lnTo>
                    <a:pt x="694573" y="851997"/>
                  </a:lnTo>
                  <a:lnTo>
                    <a:pt x="694944" y="928116"/>
                  </a:lnTo>
                  <a:lnTo>
                    <a:pt x="694573" y="1004234"/>
                  </a:lnTo>
                  <a:lnTo>
                    <a:pt x="693481" y="1078658"/>
                  </a:lnTo>
                  <a:lnTo>
                    <a:pt x="691695" y="1151149"/>
                  </a:lnTo>
                  <a:lnTo>
                    <a:pt x="689246" y="1221467"/>
                  </a:lnTo>
                  <a:lnTo>
                    <a:pt x="686161" y="1289375"/>
                  </a:lnTo>
                  <a:lnTo>
                    <a:pt x="682469" y="1354633"/>
                  </a:lnTo>
                  <a:lnTo>
                    <a:pt x="678199" y="1417002"/>
                  </a:lnTo>
                  <a:lnTo>
                    <a:pt x="673380" y="1476243"/>
                  </a:lnTo>
                  <a:lnTo>
                    <a:pt x="668040" y="1532118"/>
                  </a:lnTo>
                  <a:lnTo>
                    <a:pt x="662209" y="1584388"/>
                  </a:lnTo>
                  <a:lnTo>
                    <a:pt x="655915" y="1632813"/>
                  </a:lnTo>
                  <a:lnTo>
                    <a:pt x="649187" y="1677155"/>
                  </a:lnTo>
                  <a:lnTo>
                    <a:pt x="642053" y="1717175"/>
                  </a:lnTo>
                  <a:lnTo>
                    <a:pt x="626685" y="1783294"/>
                  </a:lnTo>
                  <a:lnTo>
                    <a:pt x="610040" y="1829257"/>
                  </a:lnTo>
                  <a:lnTo>
                    <a:pt x="583184" y="1856232"/>
                  </a:lnTo>
                  <a:lnTo>
                    <a:pt x="111760" y="1856232"/>
                  </a:lnTo>
                  <a:lnTo>
                    <a:pt x="76435" y="1808914"/>
                  </a:lnTo>
                  <a:lnTo>
                    <a:pt x="60400" y="1752635"/>
                  </a:lnTo>
                  <a:lnTo>
                    <a:pt x="45756" y="1677155"/>
                  </a:lnTo>
                  <a:lnTo>
                    <a:pt x="39028" y="1632813"/>
                  </a:lnTo>
                  <a:lnTo>
                    <a:pt x="32734" y="1584388"/>
                  </a:lnTo>
                  <a:lnTo>
                    <a:pt x="26903" y="1532118"/>
                  </a:lnTo>
                  <a:lnTo>
                    <a:pt x="21563" y="1476243"/>
                  </a:lnTo>
                  <a:lnTo>
                    <a:pt x="16744" y="1417002"/>
                  </a:lnTo>
                  <a:lnTo>
                    <a:pt x="12474" y="1354633"/>
                  </a:lnTo>
                  <a:lnTo>
                    <a:pt x="8782" y="1289375"/>
                  </a:lnTo>
                  <a:lnTo>
                    <a:pt x="5697" y="1221467"/>
                  </a:lnTo>
                  <a:lnTo>
                    <a:pt x="3248" y="1151149"/>
                  </a:lnTo>
                  <a:lnTo>
                    <a:pt x="1462" y="1078658"/>
                  </a:lnTo>
                  <a:lnTo>
                    <a:pt x="370" y="1004234"/>
                  </a:lnTo>
                  <a:lnTo>
                    <a:pt x="0" y="928116"/>
                  </a:lnTo>
                  <a:lnTo>
                    <a:pt x="370" y="851997"/>
                  </a:lnTo>
                  <a:lnTo>
                    <a:pt x="1462" y="777573"/>
                  </a:lnTo>
                  <a:lnTo>
                    <a:pt x="3248" y="705082"/>
                  </a:lnTo>
                  <a:lnTo>
                    <a:pt x="5697" y="634764"/>
                  </a:lnTo>
                  <a:lnTo>
                    <a:pt x="8782" y="566856"/>
                  </a:lnTo>
                  <a:lnTo>
                    <a:pt x="12474" y="501598"/>
                  </a:lnTo>
                  <a:lnTo>
                    <a:pt x="16744" y="439229"/>
                  </a:lnTo>
                  <a:lnTo>
                    <a:pt x="21563" y="379988"/>
                  </a:lnTo>
                  <a:lnTo>
                    <a:pt x="26903" y="324113"/>
                  </a:lnTo>
                  <a:lnTo>
                    <a:pt x="32734" y="271843"/>
                  </a:lnTo>
                  <a:lnTo>
                    <a:pt x="39028" y="223418"/>
                  </a:lnTo>
                  <a:lnTo>
                    <a:pt x="45756" y="179076"/>
                  </a:lnTo>
                  <a:lnTo>
                    <a:pt x="52890" y="139056"/>
                  </a:lnTo>
                  <a:lnTo>
                    <a:pt x="68258" y="72937"/>
                  </a:lnTo>
                  <a:lnTo>
                    <a:pt x="84903" y="2697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0879963" y="0"/>
            <a:ext cx="28194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P4  P5  P6  P7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853684" y="1861947"/>
            <a:ext cx="834390" cy="17145"/>
          </a:xfrm>
          <a:custGeom>
            <a:avLst/>
            <a:gdLst/>
            <a:ahLst/>
            <a:cxnLst/>
            <a:rect l="l" t="t" r="r" b="b"/>
            <a:pathLst>
              <a:path w="834390" h="17144">
                <a:moveTo>
                  <a:pt x="0" y="16636"/>
                </a:moveTo>
                <a:lnTo>
                  <a:pt x="834389" y="16636"/>
                </a:lnTo>
              </a:path>
              <a:path w="834390" h="17144">
                <a:moveTo>
                  <a:pt x="0" y="0"/>
                </a:moveTo>
                <a:lnTo>
                  <a:pt x="834389" y="0"/>
                </a:lnTo>
              </a:path>
            </a:pathLst>
          </a:custGeom>
          <a:ln w="3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927597" y="187680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68807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775442" y="185394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11123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5917691" y="1850453"/>
          <a:ext cx="5438769" cy="255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47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16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84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683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65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5783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5783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86714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481329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33401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142239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</a:tblGrid>
              <a:tr h="248094">
                <a:tc>
                  <a:txBody>
                    <a:bodyPr/>
                    <a:lstStyle/>
                    <a:p>
                      <a:pPr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5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6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" name="object 45"/>
          <p:cNvSpPr txBox="1"/>
          <p:nvPr/>
        </p:nvSpPr>
        <p:spPr>
          <a:xfrm>
            <a:off x="5759322" y="125983"/>
            <a:ext cx="144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0000"/>
                </a:solidFill>
                <a:latin typeface="Gothic Uralic"/>
                <a:cs typeface="Gothic Uralic"/>
              </a:rPr>
              <a:t>Arrival</a:t>
            </a:r>
            <a:r>
              <a:rPr sz="2000" b="1" spc="-75" dirty="0">
                <a:solidFill>
                  <a:srgbClr val="FF0000"/>
                </a:solidFill>
                <a:latin typeface="Gothic Uralic"/>
                <a:cs typeface="Gothic Ural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Gothic Uralic"/>
                <a:cs typeface="Gothic Uralic"/>
              </a:rPr>
              <a:t>Time</a:t>
            </a:r>
            <a:endParaRPr sz="2000">
              <a:latin typeface="Gothic Uralic"/>
              <a:cs typeface="Gothic Uralic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441191" y="4488179"/>
            <a:ext cx="281940" cy="527685"/>
          </a:xfrm>
          <a:custGeom>
            <a:avLst/>
            <a:gdLst/>
            <a:ahLst/>
            <a:cxnLst/>
            <a:rect l="l" t="t" r="r" b="b"/>
            <a:pathLst>
              <a:path w="281939" h="527685">
                <a:moveTo>
                  <a:pt x="253746" y="0"/>
                </a:moveTo>
                <a:lnTo>
                  <a:pt x="28194" y="0"/>
                </a:lnTo>
                <a:lnTo>
                  <a:pt x="17198" y="2208"/>
                </a:lnTo>
                <a:lnTo>
                  <a:pt x="8239" y="8239"/>
                </a:lnTo>
                <a:lnTo>
                  <a:pt x="2208" y="17198"/>
                </a:lnTo>
                <a:lnTo>
                  <a:pt x="0" y="28194"/>
                </a:lnTo>
                <a:lnTo>
                  <a:pt x="0" y="499110"/>
                </a:lnTo>
                <a:lnTo>
                  <a:pt x="2208" y="510105"/>
                </a:lnTo>
                <a:lnTo>
                  <a:pt x="8239" y="519064"/>
                </a:lnTo>
                <a:lnTo>
                  <a:pt x="17198" y="525095"/>
                </a:lnTo>
                <a:lnTo>
                  <a:pt x="28194" y="527304"/>
                </a:lnTo>
                <a:lnTo>
                  <a:pt x="253746" y="527304"/>
                </a:lnTo>
                <a:lnTo>
                  <a:pt x="264741" y="525095"/>
                </a:lnTo>
                <a:lnTo>
                  <a:pt x="273700" y="519064"/>
                </a:lnTo>
                <a:lnTo>
                  <a:pt x="279731" y="510105"/>
                </a:lnTo>
                <a:lnTo>
                  <a:pt x="281940" y="499110"/>
                </a:lnTo>
                <a:lnTo>
                  <a:pt x="281940" y="28194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468115" y="4645278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2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449067" y="4227576"/>
            <a:ext cx="1129665" cy="464820"/>
            <a:chOff x="2449067" y="4227576"/>
            <a:chExt cx="1129665" cy="464820"/>
          </a:xfrm>
        </p:grpSpPr>
        <p:sp>
          <p:nvSpPr>
            <p:cNvPr id="49" name="object 49"/>
            <p:cNvSpPr/>
            <p:nvPr/>
          </p:nvSpPr>
          <p:spPr>
            <a:xfrm>
              <a:off x="2458973" y="4237482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1065022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8" y="417843"/>
                  </a:lnTo>
                  <a:lnTo>
                    <a:pt x="13033" y="431974"/>
                  </a:lnTo>
                  <a:lnTo>
                    <a:pt x="27164" y="441509"/>
                  </a:lnTo>
                  <a:lnTo>
                    <a:pt x="44450" y="445008"/>
                  </a:lnTo>
                  <a:lnTo>
                    <a:pt x="1065022" y="445008"/>
                  </a:lnTo>
                  <a:lnTo>
                    <a:pt x="1082307" y="441509"/>
                  </a:lnTo>
                  <a:lnTo>
                    <a:pt x="1096438" y="431974"/>
                  </a:lnTo>
                  <a:lnTo>
                    <a:pt x="1105973" y="417843"/>
                  </a:lnTo>
                  <a:lnTo>
                    <a:pt x="1109472" y="400558"/>
                  </a:lnTo>
                  <a:lnTo>
                    <a:pt x="1109472" y="44450"/>
                  </a:lnTo>
                  <a:lnTo>
                    <a:pt x="1105973" y="27164"/>
                  </a:lnTo>
                  <a:lnTo>
                    <a:pt x="1096438" y="13033"/>
                  </a:lnTo>
                  <a:lnTo>
                    <a:pt x="1082307" y="3498"/>
                  </a:lnTo>
                  <a:lnTo>
                    <a:pt x="106502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458973" y="4237482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2789682" y="4195698"/>
            <a:ext cx="4476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042153" y="1134871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rlito"/>
                <a:cs typeface="Carlito"/>
              </a:rPr>
              <a:t>1</a:t>
            </a:r>
            <a:endParaRPr sz="20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348021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32660" y="4475988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39" h="525779">
                <a:moveTo>
                  <a:pt x="253745" y="0"/>
                </a:moveTo>
                <a:lnTo>
                  <a:pt x="28193" y="0"/>
                </a:lnTo>
                <a:lnTo>
                  <a:pt x="17198" y="2208"/>
                </a:lnTo>
                <a:lnTo>
                  <a:pt x="8239" y="8239"/>
                </a:lnTo>
                <a:lnTo>
                  <a:pt x="2208" y="17198"/>
                </a:lnTo>
                <a:lnTo>
                  <a:pt x="0" y="28193"/>
                </a:lnTo>
                <a:lnTo>
                  <a:pt x="0" y="497586"/>
                </a:lnTo>
                <a:lnTo>
                  <a:pt x="2208" y="508581"/>
                </a:lnTo>
                <a:lnTo>
                  <a:pt x="8239" y="517540"/>
                </a:lnTo>
                <a:lnTo>
                  <a:pt x="17198" y="523571"/>
                </a:lnTo>
                <a:lnTo>
                  <a:pt x="28193" y="525780"/>
                </a:lnTo>
                <a:lnTo>
                  <a:pt x="253745" y="525780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39" y="497586"/>
                </a:lnTo>
                <a:lnTo>
                  <a:pt x="281939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58948" y="4631893"/>
            <a:ext cx="230504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235" dirty="0">
                <a:latin typeface="Verdana"/>
                <a:cs typeface="Verdana"/>
              </a:rPr>
              <a:t>1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7947" y="4475988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40" h="525779">
                <a:moveTo>
                  <a:pt x="253746" y="0"/>
                </a:moveTo>
                <a:lnTo>
                  <a:pt x="28193" y="0"/>
                </a:lnTo>
                <a:lnTo>
                  <a:pt x="17220" y="2208"/>
                </a:lnTo>
                <a:lnTo>
                  <a:pt x="8258" y="8239"/>
                </a:lnTo>
                <a:lnTo>
                  <a:pt x="2215" y="17198"/>
                </a:lnTo>
                <a:lnTo>
                  <a:pt x="0" y="28193"/>
                </a:lnTo>
                <a:lnTo>
                  <a:pt x="0" y="497586"/>
                </a:lnTo>
                <a:lnTo>
                  <a:pt x="2215" y="508581"/>
                </a:lnTo>
                <a:lnTo>
                  <a:pt x="8258" y="517540"/>
                </a:lnTo>
                <a:lnTo>
                  <a:pt x="17220" y="523571"/>
                </a:lnTo>
                <a:lnTo>
                  <a:pt x="28193" y="525780"/>
                </a:lnTo>
                <a:lnTo>
                  <a:pt x="253746" y="525780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40" y="497586"/>
                </a:lnTo>
                <a:lnTo>
                  <a:pt x="281940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34262" y="4631893"/>
            <a:ext cx="230504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235" dirty="0">
                <a:latin typeface="Verdana"/>
                <a:cs typeface="Verdana"/>
              </a:rPr>
              <a:t>0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40282" y="4215129"/>
            <a:ext cx="1130300" cy="465455"/>
            <a:chOff x="1240282" y="4215129"/>
            <a:chExt cx="1130300" cy="465455"/>
          </a:xfrm>
        </p:grpSpPr>
        <p:sp>
          <p:nvSpPr>
            <p:cNvPr id="7" name="object 7"/>
            <p:cNvSpPr/>
            <p:nvPr/>
          </p:nvSpPr>
          <p:spPr>
            <a:xfrm>
              <a:off x="1250442" y="4225289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80" h="445135">
                  <a:moveTo>
                    <a:pt x="1065022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8" y="417843"/>
                  </a:lnTo>
                  <a:lnTo>
                    <a:pt x="13033" y="431974"/>
                  </a:lnTo>
                  <a:lnTo>
                    <a:pt x="27164" y="441509"/>
                  </a:lnTo>
                  <a:lnTo>
                    <a:pt x="44450" y="445008"/>
                  </a:lnTo>
                  <a:lnTo>
                    <a:pt x="1065022" y="445008"/>
                  </a:lnTo>
                  <a:lnTo>
                    <a:pt x="1082307" y="441509"/>
                  </a:lnTo>
                  <a:lnTo>
                    <a:pt x="1096438" y="431974"/>
                  </a:lnTo>
                  <a:lnTo>
                    <a:pt x="1105973" y="417843"/>
                  </a:lnTo>
                  <a:lnTo>
                    <a:pt x="1109472" y="400558"/>
                  </a:lnTo>
                  <a:lnTo>
                    <a:pt x="1109472" y="44450"/>
                  </a:lnTo>
                  <a:lnTo>
                    <a:pt x="1105973" y="27164"/>
                  </a:lnTo>
                  <a:lnTo>
                    <a:pt x="1096438" y="13033"/>
                  </a:lnTo>
                  <a:lnTo>
                    <a:pt x="1082307" y="3498"/>
                  </a:lnTo>
                  <a:lnTo>
                    <a:pt x="106502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50442" y="4225289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80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80769" y="4182313"/>
            <a:ext cx="44767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76008" y="240411"/>
          <a:ext cx="3977639" cy="2792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44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944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91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Pno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Priority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160" dirty="0">
                          <a:latin typeface="Carlito"/>
                          <a:cs typeface="Carlito"/>
                        </a:rPr>
                        <a:t>AT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45" dirty="0">
                          <a:latin typeface="Carlito"/>
                          <a:cs typeface="Carlito"/>
                        </a:rPr>
                        <a:t>BT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2(L)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8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12</a:t>
                      </a:r>
                      <a:r>
                        <a:rPr sz="2000" b="1" spc="-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b="1" dirty="0">
                          <a:latin typeface="Carlito"/>
                          <a:cs typeface="Carlito"/>
                        </a:rPr>
                        <a:t>(H)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P7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9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5819902" y="1042161"/>
            <a:ext cx="674370" cy="845185"/>
            <a:chOff x="5819902" y="1042161"/>
            <a:chExt cx="674370" cy="845185"/>
          </a:xfrm>
        </p:grpSpPr>
        <p:sp>
          <p:nvSpPr>
            <p:cNvPr id="12" name="object 12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548639" y="0"/>
                  </a:moveTo>
                  <a:lnTo>
                    <a:pt x="105155" y="0"/>
                  </a:lnTo>
                  <a:lnTo>
                    <a:pt x="86263" y="6640"/>
                  </a:lnTo>
                  <a:lnTo>
                    <a:pt x="52098" y="56275"/>
                  </a:lnTo>
                  <a:lnTo>
                    <a:pt x="37420" y="96942"/>
                  </a:lnTo>
                  <a:lnTo>
                    <a:pt x="24743" y="146624"/>
                  </a:lnTo>
                  <a:lnTo>
                    <a:pt x="14365" y="204159"/>
                  </a:lnTo>
                  <a:lnTo>
                    <a:pt x="6583" y="268382"/>
                  </a:lnTo>
                  <a:lnTo>
                    <a:pt x="1695" y="338131"/>
                  </a:lnTo>
                  <a:lnTo>
                    <a:pt x="0" y="412241"/>
                  </a:lnTo>
                  <a:lnTo>
                    <a:pt x="1695" y="486352"/>
                  </a:lnTo>
                  <a:lnTo>
                    <a:pt x="6583" y="556101"/>
                  </a:lnTo>
                  <a:lnTo>
                    <a:pt x="14365" y="620324"/>
                  </a:lnTo>
                  <a:lnTo>
                    <a:pt x="24743" y="677859"/>
                  </a:lnTo>
                  <a:lnTo>
                    <a:pt x="37420" y="727541"/>
                  </a:lnTo>
                  <a:lnTo>
                    <a:pt x="52098" y="768208"/>
                  </a:lnTo>
                  <a:lnTo>
                    <a:pt x="86263" y="817843"/>
                  </a:lnTo>
                  <a:lnTo>
                    <a:pt x="105155" y="824483"/>
                  </a:lnTo>
                  <a:lnTo>
                    <a:pt x="548639" y="824483"/>
                  </a:lnTo>
                  <a:lnTo>
                    <a:pt x="585317" y="798697"/>
                  </a:lnTo>
                  <a:lnTo>
                    <a:pt x="616375" y="727541"/>
                  </a:lnTo>
                  <a:lnTo>
                    <a:pt x="629052" y="677859"/>
                  </a:lnTo>
                  <a:lnTo>
                    <a:pt x="639430" y="620324"/>
                  </a:lnTo>
                  <a:lnTo>
                    <a:pt x="647212" y="556101"/>
                  </a:lnTo>
                  <a:lnTo>
                    <a:pt x="652100" y="486352"/>
                  </a:lnTo>
                  <a:lnTo>
                    <a:pt x="653796" y="412241"/>
                  </a:lnTo>
                  <a:lnTo>
                    <a:pt x="652100" y="338131"/>
                  </a:lnTo>
                  <a:lnTo>
                    <a:pt x="647212" y="268382"/>
                  </a:lnTo>
                  <a:lnTo>
                    <a:pt x="639430" y="204159"/>
                  </a:lnTo>
                  <a:lnTo>
                    <a:pt x="629052" y="146624"/>
                  </a:lnTo>
                  <a:lnTo>
                    <a:pt x="616375" y="96942"/>
                  </a:lnTo>
                  <a:lnTo>
                    <a:pt x="601697" y="56275"/>
                  </a:lnTo>
                  <a:lnTo>
                    <a:pt x="567532" y="6640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105155" y="0"/>
                  </a:moveTo>
                  <a:lnTo>
                    <a:pt x="548639" y="0"/>
                  </a:lnTo>
                  <a:lnTo>
                    <a:pt x="567532" y="6640"/>
                  </a:lnTo>
                  <a:lnTo>
                    <a:pt x="601697" y="56275"/>
                  </a:lnTo>
                  <a:lnTo>
                    <a:pt x="616375" y="96942"/>
                  </a:lnTo>
                  <a:lnTo>
                    <a:pt x="629052" y="146624"/>
                  </a:lnTo>
                  <a:lnTo>
                    <a:pt x="639430" y="204159"/>
                  </a:lnTo>
                  <a:lnTo>
                    <a:pt x="647212" y="268382"/>
                  </a:lnTo>
                  <a:lnTo>
                    <a:pt x="652100" y="338131"/>
                  </a:lnTo>
                  <a:lnTo>
                    <a:pt x="653796" y="412241"/>
                  </a:lnTo>
                  <a:lnTo>
                    <a:pt x="652100" y="486352"/>
                  </a:lnTo>
                  <a:lnTo>
                    <a:pt x="647212" y="556101"/>
                  </a:lnTo>
                  <a:lnTo>
                    <a:pt x="639430" y="620324"/>
                  </a:lnTo>
                  <a:lnTo>
                    <a:pt x="629052" y="677859"/>
                  </a:lnTo>
                  <a:lnTo>
                    <a:pt x="616375" y="727541"/>
                  </a:lnTo>
                  <a:lnTo>
                    <a:pt x="601697" y="768208"/>
                  </a:lnTo>
                  <a:lnTo>
                    <a:pt x="567532" y="817843"/>
                  </a:lnTo>
                  <a:lnTo>
                    <a:pt x="548639" y="824483"/>
                  </a:lnTo>
                  <a:lnTo>
                    <a:pt x="105155" y="824483"/>
                  </a:lnTo>
                  <a:lnTo>
                    <a:pt x="68478" y="798697"/>
                  </a:lnTo>
                  <a:lnTo>
                    <a:pt x="37420" y="727541"/>
                  </a:lnTo>
                  <a:lnTo>
                    <a:pt x="24743" y="677859"/>
                  </a:lnTo>
                  <a:lnTo>
                    <a:pt x="14365" y="620324"/>
                  </a:lnTo>
                  <a:lnTo>
                    <a:pt x="6583" y="556101"/>
                  </a:lnTo>
                  <a:lnTo>
                    <a:pt x="1695" y="486352"/>
                  </a:lnTo>
                  <a:lnTo>
                    <a:pt x="0" y="412241"/>
                  </a:lnTo>
                  <a:lnTo>
                    <a:pt x="1695" y="338131"/>
                  </a:lnTo>
                  <a:lnTo>
                    <a:pt x="6583" y="268382"/>
                  </a:lnTo>
                  <a:lnTo>
                    <a:pt x="14365" y="204159"/>
                  </a:lnTo>
                  <a:lnTo>
                    <a:pt x="24743" y="146624"/>
                  </a:lnTo>
                  <a:lnTo>
                    <a:pt x="37420" y="96942"/>
                  </a:lnTo>
                  <a:lnTo>
                    <a:pt x="52098" y="56275"/>
                  </a:lnTo>
                  <a:lnTo>
                    <a:pt x="86263" y="6640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16244" y="1309496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89521" y="1020825"/>
            <a:ext cx="674370" cy="846455"/>
            <a:chOff x="6589521" y="1020825"/>
            <a:chExt cx="674370" cy="846455"/>
          </a:xfrm>
        </p:grpSpPr>
        <p:sp>
          <p:nvSpPr>
            <p:cNvPr id="16" name="object 16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6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6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6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6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6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786118" y="1151890"/>
            <a:ext cx="281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P2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400543" y="1021080"/>
            <a:ext cx="673735" cy="845819"/>
            <a:chOff x="7400543" y="1021080"/>
            <a:chExt cx="673735" cy="845819"/>
          </a:xfrm>
        </p:grpSpPr>
        <p:sp>
          <p:nvSpPr>
            <p:cNvPr id="20" name="object 20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5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5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5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5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597520" y="1014729"/>
            <a:ext cx="2819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P3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212835" y="833627"/>
            <a:ext cx="715010" cy="1033780"/>
            <a:chOff x="8212835" y="833627"/>
            <a:chExt cx="715010" cy="1033780"/>
          </a:xfrm>
        </p:grpSpPr>
        <p:sp>
          <p:nvSpPr>
            <p:cNvPr id="24" name="object 24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583183" y="0"/>
                  </a:moveTo>
                  <a:lnTo>
                    <a:pt x="111759" y="0"/>
                  </a:lnTo>
                  <a:lnTo>
                    <a:pt x="95245" y="5493"/>
                  </a:lnTo>
                  <a:lnTo>
                    <a:pt x="64645" y="47088"/>
                  </a:lnTo>
                  <a:lnTo>
                    <a:pt x="38437" y="124275"/>
                  </a:lnTo>
                  <a:lnTo>
                    <a:pt x="27413" y="174258"/>
                  </a:lnTo>
                  <a:lnTo>
                    <a:pt x="18005" y="230788"/>
                  </a:lnTo>
                  <a:lnTo>
                    <a:pt x="10387" y="293084"/>
                  </a:lnTo>
                  <a:lnTo>
                    <a:pt x="4731" y="360361"/>
                  </a:lnTo>
                  <a:lnTo>
                    <a:pt x="1211" y="431838"/>
                  </a:lnTo>
                  <a:lnTo>
                    <a:pt x="0" y="506729"/>
                  </a:lnTo>
                  <a:lnTo>
                    <a:pt x="1211" y="581621"/>
                  </a:lnTo>
                  <a:lnTo>
                    <a:pt x="4731" y="653098"/>
                  </a:lnTo>
                  <a:lnTo>
                    <a:pt x="10387" y="720375"/>
                  </a:lnTo>
                  <a:lnTo>
                    <a:pt x="18005" y="782671"/>
                  </a:lnTo>
                  <a:lnTo>
                    <a:pt x="27413" y="839201"/>
                  </a:lnTo>
                  <a:lnTo>
                    <a:pt x="38437" y="889184"/>
                  </a:lnTo>
                  <a:lnTo>
                    <a:pt x="50906" y="931834"/>
                  </a:lnTo>
                  <a:lnTo>
                    <a:pt x="79482" y="992009"/>
                  </a:lnTo>
                  <a:lnTo>
                    <a:pt x="111759" y="1013460"/>
                  </a:lnTo>
                  <a:lnTo>
                    <a:pt x="583183" y="1013460"/>
                  </a:lnTo>
                  <a:lnTo>
                    <a:pt x="615461" y="992009"/>
                  </a:lnTo>
                  <a:lnTo>
                    <a:pt x="644037" y="931834"/>
                  </a:lnTo>
                  <a:lnTo>
                    <a:pt x="656506" y="889184"/>
                  </a:lnTo>
                  <a:lnTo>
                    <a:pt x="667530" y="839201"/>
                  </a:lnTo>
                  <a:lnTo>
                    <a:pt x="676938" y="782671"/>
                  </a:lnTo>
                  <a:lnTo>
                    <a:pt x="684556" y="720375"/>
                  </a:lnTo>
                  <a:lnTo>
                    <a:pt x="690212" y="653098"/>
                  </a:lnTo>
                  <a:lnTo>
                    <a:pt x="693732" y="581621"/>
                  </a:lnTo>
                  <a:lnTo>
                    <a:pt x="694943" y="506729"/>
                  </a:lnTo>
                  <a:lnTo>
                    <a:pt x="693732" y="431838"/>
                  </a:lnTo>
                  <a:lnTo>
                    <a:pt x="690212" y="360361"/>
                  </a:lnTo>
                  <a:lnTo>
                    <a:pt x="684556" y="293084"/>
                  </a:lnTo>
                  <a:lnTo>
                    <a:pt x="676938" y="230788"/>
                  </a:lnTo>
                  <a:lnTo>
                    <a:pt x="667530" y="174258"/>
                  </a:lnTo>
                  <a:lnTo>
                    <a:pt x="656506" y="124275"/>
                  </a:lnTo>
                  <a:lnTo>
                    <a:pt x="644037" y="81625"/>
                  </a:lnTo>
                  <a:lnTo>
                    <a:pt x="615461" y="2145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111759" y="0"/>
                  </a:moveTo>
                  <a:lnTo>
                    <a:pt x="583183" y="0"/>
                  </a:lnTo>
                  <a:lnTo>
                    <a:pt x="599698" y="5493"/>
                  </a:lnTo>
                  <a:lnTo>
                    <a:pt x="630298" y="47088"/>
                  </a:lnTo>
                  <a:lnTo>
                    <a:pt x="656506" y="124275"/>
                  </a:lnTo>
                  <a:lnTo>
                    <a:pt x="667530" y="174258"/>
                  </a:lnTo>
                  <a:lnTo>
                    <a:pt x="676938" y="230788"/>
                  </a:lnTo>
                  <a:lnTo>
                    <a:pt x="684556" y="293084"/>
                  </a:lnTo>
                  <a:lnTo>
                    <a:pt x="690212" y="360361"/>
                  </a:lnTo>
                  <a:lnTo>
                    <a:pt x="693732" y="431838"/>
                  </a:lnTo>
                  <a:lnTo>
                    <a:pt x="694943" y="506729"/>
                  </a:lnTo>
                  <a:lnTo>
                    <a:pt x="693732" y="581621"/>
                  </a:lnTo>
                  <a:lnTo>
                    <a:pt x="690212" y="653098"/>
                  </a:lnTo>
                  <a:lnTo>
                    <a:pt x="684556" y="720375"/>
                  </a:lnTo>
                  <a:lnTo>
                    <a:pt x="676938" y="782671"/>
                  </a:lnTo>
                  <a:lnTo>
                    <a:pt x="667530" y="839201"/>
                  </a:lnTo>
                  <a:lnTo>
                    <a:pt x="656506" y="889184"/>
                  </a:lnTo>
                  <a:lnTo>
                    <a:pt x="644037" y="931834"/>
                  </a:lnTo>
                  <a:lnTo>
                    <a:pt x="615461" y="992009"/>
                  </a:lnTo>
                  <a:lnTo>
                    <a:pt x="583183" y="1013460"/>
                  </a:lnTo>
                  <a:lnTo>
                    <a:pt x="111759" y="1013460"/>
                  </a:lnTo>
                  <a:lnTo>
                    <a:pt x="79482" y="992009"/>
                  </a:lnTo>
                  <a:lnTo>
                    <a:pt x="50906" y="931834"/>
                  </a:lnTo>
                  <a:lnTo>
                    <a:pt x="38437" y="889184"/>
                  </a:lnTo>
                  <a:lnTo>
                    <a:pt x="27413" y="839201"/>
                  </a:lnTo>
                  <a:lnTo>
                    <a:pt x="18005" y="782671"/>
                  </a:lnTo>
                  <a:lnTo>
                    <a:pt x="10387" y="720375"/>
                  </a:lnTo>
                  <a:lnTo>
                    <a:pt x="4731" y="653098"/>
                  </a:lnTo>
                  <a:lnTo>
                    <a:pt x="1211" y="581621"/>
                  </a:lnTo>
                  <a:lnTo>
                    <a:pt x="0" y="506729"/>
                  </a:lnTo>
                  <a:lnTo>
                    <a:pt x="1211" y="431838"/>
                  </a:lnTo>
                  <a:lnTo>
                    <a:pt x="4731" y="360361"/>
                  </a:lnTo>
                  <a:lnTo>
                    <a:pt x="10387" y="293084"/>
                  </a:lnTo>
                  <a:lnTo>
                    <a:pt x="18005" y="230788"/>
                  </a:lnTo>
                  <a:lnTo>
                    <a:pt x="27413" y="174258"/>
                  </a:lnTo>
                  <a:lnTo>
                    <a:pt x="38437" y="124275"/>
                  </a:lnTo>
                  <a:lnTo>
                    <a:pt x="50906" y="81625"/>
                  </a:lnTo>
                  <a:lnTo>
                    <a:pt x="79482" y="21450"/>
                  </a:lnTo>
                  <a:lnTo>
                    <a:pt x="111759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428735" y="783463"/>
            <a:ext cx="2819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P4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023604" y="475487"/>
            <a:ext cx="715010" cy="1391920"/>
            <a:chOff x="9023604" y="475487"/>
            <a:chExt cx="715010" cy="1391920"/>
          </a:xfrm>
        </p:grpSpPr>
        <p:sp>
          <p:nvSpPr>
            <p:cNvPr id="28" name="object 28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583184" y="0"/>
                  </a:moveTo>
                  <a:lnTo>
                    <a:pt x="111760" y="0"/>
                  </a:lnTo>
                  <a:lnTo>
                    <a:pt x="99582" y="4024"/>
                  </a:lnTo>
                  <a:lnTo>
                    <a:pt x="76435" y="34966"/>
                  </a:lnTo>
                  <a:lnTo>
                    <a:pt x="55353" y="93641"/>
                  </a:lnTo>
                  <a:lnTo>
                    <a:pt x="45756" y="132331"/>
                  </a:lnTo>
                  <a:lnTo>
                    <a:pt x="36880" y="176700"/>
                  </a:lnTo>
                  <a:lnTo>
                    <a:pt x="28793" y="226326"/>
                  </a:lnTo>
                  <a:lnTo>
                    <a:pt x="21563" y="280793"/>
                  </a:lnTo>
                  <a:lnTo>
                    <a:pt x="15258" y="339682"/>
                  </a:lnTo>
                  <a:lnTo>
                    <a:pt x="9947" y="402574"/>
                  </a:lnTo>
                  <a:lnTo>
                    <a:pt x="5697" y="469050"/>
                  </a:lnTo>
                  <a:lnTo>
                    <a:pt x="2577" y="538692"/>
                  </a:lnTo>
                  <a:lnTo>
                    <a:pt x="655" y="611082"/>
                  </a:lnTo>
                  <a:lnTo>
                    <a:pt x="0" y="685800"/>
                  </a:lnTo>
                  <a:lnTo>
                    <a:pt x="655" y="760517"/>
                  </a:lnTo>
                  <a:lnTo>
                    <a:pt x="2577" y="832907"/>
                  </a:lnTo>
                  <a:lnTo>
                    <a:pt x="5697" y="902549"/>
                  </a:lnTo>
                  <a:lnTo>
                    <a:pt x="9947" y="969025"/>
                  </a:lnTo>
                  <a:lnTo>
                    <a:pt x="15258" y="1031917"/>
                  </a:lnTo>
                  <a:lnTo>
                    <a:pt x="21563" y="1090806"/>
                  </a:lnTo>
                  <a:lnTo>
                    <a:pt x="28793" y="1145273"/>
                  </a:lnTo>
                  <a:lnTo>
                    <a:pt x="36880" y="1194899"/>
                  </a:lnTo>
                  <a:lnTo>
                    <a:pt x="45756" y="1239268"/>
                  </a:lnTo>
                  <a:lnTo>
                    <a:pt x="55353" y="1277958"/>
                  </a:lnTo>
                  <a:lnTo>
                    <a:pt x="76435" y="1336633"/>
                  </a:lnTo>
                  <a:lnTo>
                    <a:pt x="99582" y="1367575"/>
                  </a:lnTo>
                  <a:lnTo>
                    <a:pt x="111760" y="1371600"/>
                  </a:lnTo>
                  <a:lnTo>
                    <a:pt x="583184" y="1371600"/>
                  </a:lnTo>
                  <a:lnTo>
                    <a:pt x="618508" y="1336633"/>
                  </a:lnTo>
                  <a:lnTo>
                    <a:pt x="639590" y="1277958"/>
                  </a:lnTo>
                  <a:lnTo>
                    <a:pt x="649187" y="1239268"/>
                  </a:lnTo>
                  <a:lnTo>
                    <a:pt x="658063" y="1194899"/>
                  </a:lnTo>
                  <a:lnTo>
                    <a:pt x="666150" y="1145273"/>
                  </a:lnTo>
                  <a:lnTo>
                    <a:pt x="673380" y="1090806"/>
                  </a:lnTo>
                  <a:lnTo>
                    <a:pt x="679685" y="1031917"/>
                  </a:lnTo>
                  <a:lnTo>
                    <a:pt x="684996" y="969025"/>
                  </a:lnTo>
                  <a:lnTo>
                    <a:pt x="689246" y="902549"/>
                  </a:lnTo>
                  <a:lnTo>
                    <a:pt x="692366" y="832907"/>
                  </a:lnTo>
                  <a:lnTo>
                    <a:pt x="694288" y="760517"/>
                  </a:lnTo>
                  <a:lnTo>
                    <a:pt x="694944" y="685800"/>
                  </a:lnTo>
                  <a:lnTo>
                    <a:pt x="694288" y="611082"/>
                  </a:lnTo>
                  <a:lnTo>
                    <a:pt x="692366" y="538692"/>
                  </a:lnTo>
                  <a:lnTo>
                    <a:pt x="689246" y="469050"/>
                  </a:lnTo>
                  <a:lnTo>
                    <a:pt x="684996" y="402574"/>
                  </a:lnTo>
                  <a:lnTo>
                    <a:pt x="679685" y="339682"/>
                  </a:lnTo>
                  <a:lnTo>
                    <a:pt x="673380" y="280793"/>
                  </a:lnTo>
                  <a:lnTo>
                    <a:pt x="666150" y="226326"/>
                  </a:lnTo>
                  <a:lnTo>
                    <a:pt x="658063" y="176700"/>
                  </a:lnTo>
                  <a:lnTo>
                    <a:pt x="649187" y="132331"/>
                  </a:lnTo>
                  <a:lnTo>
                    <a:pt x="639590" y="93641"/>
                  </a:lnTo>
                  <a:lnTo>
                    <a:pt x="618508" y="34966"/>
                  </a:lnTo>
                  <a:lnTo>
                    <a:pt x="595361" y="402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111760" y="0"/>
                  </a:moveTo>
                  <a:lnTo>
                    <a:pt x="583184" y="0"/>
                  </a:lnTo>
                  <a:lnTo>
                    <a:pt x="595361" y="4024"/>
                  </a:lnTo>
                  <a:lnTo>
                    <a:pt x="618508" y="34966"/>
                  </a:lnTo>
                  <a:lnTo>
                    <a:pt x="639590" y="93641"/>
                  </a:lnTo>
                  <a:lnTo>
                    <a:pt x="649187" y="132331"/>
                  </a:lnTo>
                  <a:lnTo>
                    <a:pt x="658063" y="176700"/>
                  </a:lnTo>
                  <a:lnTo>
                    <a:pt x="666150" y="226326"/>
                  </a:lnTo>
                  <a:lnTo>
                    <a:pt x="673380" y="280793"/>
                  </a:lnTo>
                  <a:lnTo>
                    <a:pt x="679685" y="339682"/>
                  </a:lnTo>
                  <a:lnTo>
                    <a:pt x="684996" y="402574"/>
                  </a:lnTo>
                  <a:lnTo>
                    <a:pt x="689246" y="469050"/>
                  </a:lnTo>
                  <a:lnTo>
                    <a:pt x="692366" y="538692"/>
                  </a:lnTo>
                  <a:lnTo>
                    <a:pt x="694288" y="611082"/>
                  </a:lnTo>
                  <a:lnTo>
                    <a:pt x="694944" y="685800"/>
                  </a:lnTo>
                  <a:lnTo>
                    <a:pt x="694288" y="760517"/>
                  </a:lnTo>
                  <a:lnTo>
                    <a:pt x="692366" y="832907"/>
                  </a:lnTo>
                  <a:lnTo>
                    <a:pt x="689246" y="902549"/>
                  </a:lnTo>
                  <a:lnTo>
                    <a:pt x="684996" y="969025"/>
                  </a:lnTo>
                  <a:lnTo>
                    <a:pt x="679685" y="1031917"/>
                  </a:lnTo>
                  <a:lnTo>
                    <a:pt x="673380" y="1090806"/>
                  </a:lnTo>
                  <a:lnTo>
                    <a:pt x="666150" y="1145273"/>
                  </a:lnTo>
                  <a:lnTo>
                    <a:pt x="658063" y="1194899"/>
                  </a:lnTo>
                  <a:lnTo>
                    <a:pt x="649187" y="1239268"/>
                  </a:lnTo>
                  <a:lnTo>
                    <a:pt x="639590" y="1277958"/>
                  </a:lnTo>
                  <a:lnTo>
                    <a:pt x="618508" y="1336633"/>
                  </a:lnTo>
                  <a:lnTo>
                    <a:pt x="595361" y="1367575"/>
                  </a:lnTo>
                  <a:lnTo>
                    <a:pt x="583184" y="1371600"/>
                  </a:lnTo>
                  <a:lnTo>
                    <a:pt x="111760" y="1371600"/>
                  </a:lnTo>
                  <a:lnTo>
                    <a:pt x="76435" y="1336633"/>
                  </a:lnTo>
                  <a:lnTo>
                    <a:pt x="55353" y="1277958"/>
                  </a:lnTo>
                  <a:lnTo>
                    <a:pt x="45756" y="1239268"/>
                  </a:lnTo>
                  <a:lnTo>
                    <a:pt x="36880" y="1194899"/>
                  </a:lnTo>
                  <a:lnTo>
                    <a:pt x="28793" y="1145273"/>
                  </a:lnTo>
                  <a:lnTo>
                    <a:pt x="21563" y="1090806"/>
                  </a:lnTo>
                  <a:lnTo>
                    <a:pt x="15258" y="1031917"/>
                  </a:lnTo>
                  <a:lnTo>
                    <a:pt x="9947" y="969025"/>
                  </a:lnTo>
                  <a:lnTo>
                    <a:pt x="5697" y="902549"/>
                  </a:lnTo>
                  <a:lnTo>
                    <a:pt x="2577" y="832907"/>
                  </a:lnTo>
                  <a:lnTo>
                    <a:pt x="655" y="760517"/>
                  </a:lnTo>
                  <a:lnTo>
                    <a:pt x="0" y="685800"/>
                  </a:lnTo>
                  <a:lnTo>
                    <a:pt x="655" y="611082"/>
                  </a:lnTo>
                  <a:lnTo>
                    <a:pt x="2577" y="538692"/>
                  </a:lnTo>
                  <a:lnTo>
                    <a:pt x="5697" y="469050"/>
                  </a:lnTo>
                  <a:lnTo>
                    <a:pt x="9947" y="402574"/>
                  </a:lnTo>
                  <a:lnTo>
                    <a:pt x="15258" y="339682"/>
                  </a:lnTo>
                  <a:lnTo>
                    <a:pt x="21563" y="280793"/>
                  </a:lnTo>
                  <a:lnTo>
                    <a:pt x="28793" y="226326"/>
                  </a:lnTo>
                  <a:lnTo>
                    <a:pt x="36880" y="176700"/>
                  </a:lnTo>
                  <a:lnTo>
                    <a:pt x="45756" y="132331"/>
                  </a:lnTo>
                  <a:lnTo>
                    <a:pt x="55353" y="93641"/>
                  </a:lnTo>
                  <a:lnTo>
                    <a:pt x="76435" y="34966"/>
                  </a:lnTo>
                  <a:lnTo>
                    <a:pt x="99582" y="402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240139" y="467105"/>
            <a:ext cx="28257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Gothic Uralic"/>
                <a:cs typeface="Gothic Uralic"/>
              </a:rPr>
              <a:t>P1  P2  P3  P4  P5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852659" y="237743"/>
            <a:ext cx="715010" cy="1629410"/>
            <a:chOff x="9852659" y="237743"/>
            <a:chExt cx="715010" cy="1629410"/>
          </a:xfrm>
        </p:grpSpPr>
        <p:sp>
          <p:nvSpPr>
            <p:cNvPr id="32" name="object 32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583183" y="0"/>
                  </a:moveTo>
                  <a:lnTo>
                    <a:pt x="111759" y="0"/>
                  </a:lnTo>
                  <a:lnTo>
                    <a:pt x="100996" y="3683"/>
                  </a:lnTo>
                  <a:lnTo>
                    <a:pt x="70631" y="56243"/>
                  </a:lnTo>
                  <a:lnTo>
                    <a:pt x="52459" y="122500"/>
                  </a:lnTo>
                  <a:lnTo>
                    <a:pt x="44135" y="163981"/>
                  </a:lnTo>
                  <a:lnTo>
                    <a:pt x="36382" y="210581"/>
                  </a:lnTo>
                  <a:lnTo>
                    <a:pt x="29246" y="261963"/>
                  </a:lnTo>
                  <a:lnTo>
                    <a:pt x="22774" y="317789"/>
                  </a:lnTo>
                  <a:lnTo>
                    <a:pt x="17013" y="377722"/>
                  </a:lnTo>
                  <a:lnTo>
                    <a:pt x="12009" y="441424"/>
                  </a:lnTo>
                  <a:lnTo>
                    <a:pt x="7811" y="508559"/>
                  </a:lnTo>
                  <a:lnTo>
                    <a:pt x="4464" y="578788"/>
                  </a:lnTo>
                  <a:lnTo>
                    <a:pt x="2015" y="651775"/>
                  </a:lnTo>
                  <a:lnTo>
                    <a:pt x="511" y="727182"/>
                  </a:lnTo>
                  <a:lnTo>
                    <a:pt x="0" y="804672"/>
                  </a:lnTo>
                  <a:lnTo>
                    <a:pt x="511" y="882161"/>
                  </a:lnTo>
                  <a:lnTo>
                    <a:pt x="2015" y="957568"/>
                  </a:lnTo>
                  <a:lnTo>
                    <a:pt x="4464" y="1030555"/>
                  </a:lnTo>
                  <a:lnTo>
                    <a:pt x="7811" y="1100784"/>
                  </a:lnTo>
                  <a:lnTo>
                    <a:pt x="12009" y="1167919"/>
                  </a:lnTo>
                  <a:lnTo>
                    <a:pt x="17013" y="1231621"/>
                  </a:lnTo>
                  <a:lnTo>
                    <a:pt x="22774" y="1291554"/>
                  </a:lnTo>
                  <a:lnTo>
                    <a:pt x="29246" y="1347380"/>
                  </a:lnTo>
                  <a:lnTo>
                    <a:pt x="36382" y="1398762"/>
                  </a:lnTo>
                  <a:lnTo>
                    <a:pt x="44135" y="1445362"/>
                  </a:lnTo>
                  <a:lnTo>
                    <a:pt x="52459" y="1486843"/>
                  </a:lnTo>
                  <a:lnTo>
                    <a:pt x="70631" y="1553100"/>
                  </a:lnTo>
                  <a:lnTo>
                    <a:pt x="90523" y="1594833"/>
                  </a:lnTo>
                  <a:lnTo>
                    <a:pt x="111759" y="1609344"/>
                  </a:lnTo>
                  <a:lnTo>
                    <a:pt x="583183" y="1609344"/>
                  </a:lnTo>
                  <a:lnTo>
                    <a:pt x="614557" y="1577200"/>
                  </a:lnTo>
                  <a:lnTo>
                    <a:pt x="633636" y="1522868"/>
                  </a:lnTo>
                  <a:lnTo>
                    <a:pt x="650808" y="1445362"/>
                  </a:lnTo>
                  <a:lnTo>
                    <a:pt x="658561" y="1398762"/>
                  </a:lnTo>
                  <a:lnTo>
                    <a:pt x="665697" y="1347380"/>
                  </a:lnTo>
                  <a:lnTo>
                    <a:pt x="672169" y="1291554"/>
                  </a:lnTo>
                  <a:lnTo>
                    <a:pt x="677930" y="1231621"/>
                  </a:lnTo>
                  <a:lnTo>
                    <a:pt x="682934" y="1167919"/>
                  </a:lnTo>
                  <a:lnTo>
                    <a:pt x="687132" y="1100784"/>
                  </a:lnTo>
                  <a:lnTo>
                    <a:pt x="690479" y="1030555"/>
                  </a:lnTo>
                  <a:lnTo>
                    <a:pt x="692928" y="957568"/>
                  </a:lnTo>
                  <a:lnTo>
                    <a:pt x="694432" y="882161"/>
                  </a:lnTo>
                  <a:lnTo>
                    <a:pt x="694943" y="804672"/>
                  </a:lnTo>
                  <a:lnTo>
                    <a:pt x="694432" y="727182"/>
                  </a:lnTo>
                  <a:lnTo>
                    <a:pt x="692928" y="651775"/>
                  </a:lnTo>
                  <a:lnTo>
                    <a:pt x="690479" y="578788"/>
                  </a:lnTo>
                  <a:lnTo>
                    <a:pt x="687132" y="508559"/>
                  </a:lnTo>
                  <a:lnTo>
                    <a:pt x="682934" y="441424"/>
                  </a:lnTo>
                  <a:lnTo>
                    <a:pt x="677930" y="377722"/>
                  </a:lnTo>
                  <a:lnTo>
                    <a:pt x="672169" y="317789"/>
                  </a:lnTo>
                  <a:lnTo>
                    <a:pt x="665697" y="261963"/>
                  </a:lnTo>
                  <a:lnTo>
                    <a:pt x="658561" y="210581"/>
                  </a:lnTo>
                  <a:lnTo>
                    <a:pt x="650808" y="163981"/>
                  </a:lnTo>
                  <a:lnTo>
                    <a:pt x="642484" y="122500"/>
                  </a:lnTo>
                  <a:lnTo>
                    <a:pt x="624312" y="56243"/>
                  </a:lnTo>
                  <a:lnTo>
                    <a:pt x="604420" y="1451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111759" y="0"/>
                  </a:moveTo>
                  <a:lnTo>
                    <a:pt x="583183" y="0"/>
                  </a:lnTo>
                  <a:lnTo>
                    <a:pt x="593947" y="3683"/>
                  </a:lnTo>
                  <a:lnTo>
                    <a:pt x="624312" y="56243"/>
                  </a:lnTo>
                  <a:lnTo>
                    <a:pt x="642484" y="122500"/>
                  </a:lnTo>
                  <a:lnTo>
                    <a:pt x="650808" y="163981"/>
                  </a:lnTo>
                  <a:lnTo>
                    <a:pt x="658561" y="210581"/>
                  </a:lnTo>
                  <a:lnTo>
                    <a:pt x="665697" y="261963"/>
                  </a:lnTo>
                  <a:lnTo>
                    <a:pt x="672169" y="317789"/>
                  </a:lnTo>
                  <a:lnTo>
                    <a:pt x="677930" y="377722"/>
                  </a:lnTo>
                  <a:lnTo>
                    <a:pt x="682934" y="441424"/>
                  </a:lnTo>
                  <a:lnTo>
                    <a:pt x="687132" y="508559"/>
                  </a:lnTo>
                  <a:lnTo>
                    <a:pt x="690479" y="578788"/>
                  </a:lnTo>
                  <a:lnTo>
                    <a:pt x="692928" y="651775"/>
                  </a:lnTo>
                  <a:lnTo>
                    <a:pt x="694432" y="727182"/>
                  </a:lnTo>
                  <a:lnTo>
                    <a:pt x="694943" y="804672"/>
                  </a:lnTo>
                  <a:lnTo>
                    <a:pt x="694432" y="882161"/>
                  </a:lnTo>
                  <a:lnTo>
                    <a:pt x="692928" y="957568"/>
                  </a:lnTo>
                  <a:lnTo>
                    <a:pt x="690479" y="1030555"/>
                  </a:lnTo>
                  <a:lnTo>
                    <a:pt x="687132" y="1100784"/>
                  </a:lnTo>
                  <a:lnTo>
                    <a:pt x="682934" y="1167919"/>
                  </a:lnTo>
                  <a:lnTo>
                    <a:pt x="677930" y="1231621"/>
                  </a:lnTo>
                  <a:lnTo>
                    <a:pt x="672169" y="1291554"/>
                  </a:lnTo>
                  <a:lnTo>
                    <a:pt x="665697" y="1347380"/>
                  </a:lnTo>
                  <a:lnTo>
                    <a:pt x="658561" y="1398762"/>
                  </a:lnTo>
                  <a:lnTo>
                    <a:pt x="650808" y="1445362"/>
                  </a:lnTo>
                  <a:lnTo>
                    <a:pt x="642484" y="1486843"/>
                  </a:lnTo>
                  <a:lnTo>
                    <a:pt x="624312" y="1553100"/>
                  </a:lnTo>
                  <a:lnTo>
                    <a:pt x="604420" y="1594833"/>
                  </a:lnTo>
                  <a:lnTo>
                    <a:pt x="583183" y="1609344"/>
                  </a:lnTo>
                  <a:lnTo>
                    <a:pt x="111759" y="1609344"/>
                  </a:lnTo>
                  <a:lnTo>
                    <a:pt x="80386" y="1577200"/>
                  </a:lnTo>
                  <a:lnTo>
                    <a:pt x="61307" y="1522868"/>
                  </a:lnTo>
                  <a:lnTo>
                    <a:pt x="44135" y="1445362"/>
                  </a:lnTo>
                  <a:lnTo>
                    <a:pt x="36382" y="1398762"/>
                  </a:lnTo>
                  <a:lnTo>
                    <a:pt x="29246" y="1347380"/>
                  </a:lnTo>
                  <a:lnTo>
                    <a:pt x="22774" y="1291554"/>
                  </a:lnTo>
                  <a:lnTo>
                    <a:pt x="17013" y="1231621"/>
                  </a:lnTo>
                  <a:lnTo>
                    <a:pt x="12009" y="1167919"/>
                  </a:lnTo>
                  <a:lnTo>
                    <a:pt x="7811" y="1100784"/>
                  </a:lnTo>
                  <a:lnTo>
                    <a:pt x="4464" y="1030555"/>
                  </a:lnTo>
                  <a:lnTo>
                    <a:pt x="2015" y="957568"/>
                  </a:lnTo>
                  <a:lnTo>
                    <a:pt x="511" y="882161"/>
                  </a:lnTo>
                  <a:lnTo>
                    <a:pt x="0" y="804672"/>
                  </a:lnTo>
                  <a:lnTo>
                    <a:pt x="511" y="727182"/>
                  </a:lnTo>
                  <a:lnTo>
                    <a:pt x="2015" y="651775"/>
                  </a:lnTo>
                  <a:lnTo>
                    <a:pt x="4464" y="578788"/>
                  </a:lnTo>
                  <a:lnTo>
                    <a:pt x="7811" y="508559"/>
                  </a:lnTo>
                  <a:lnTo>
                    <a:pt x="12009" y="441424"/>
                  </a:lnTo>
                  <a:lnTo>
                    <a:pt x="17013" y="377722"/>
                  </a:lnTo>
                  <a:lnTo>
                    <a:pt x="22774" y="317789"/>
                  </a:lnTo>
                  <a:lnTo>
                    <a:pt x="29246" y="261963"/>
                  </a:lnTo>
                  <a:lnTo>
                    <a:pt x="36382" y="210581"/>
                  </a:lnTo>
                  <a:lnTo>
                    <a:pt x="44135" y="163981"/>
                  </a:lnTo>
                  <a:lnTo>
                    <a:pt x="52459" y="122500"/>
                  </a:lnTo>
                  <a:lnTo>
                    <a:pt x="70631" y="56243"/>
                  </a:lnTo>
                  <a:lnTo>
                    <a:pt x="90523" y="14510"/>
                  </a:lnTo>
                  <a:lnTo>
                    <a:pt x="111759" y="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069448" y="211073"/>
            <a:ext cx="28194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P4  P5  P6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0663428" y="0"/>
            <a:ext cx="715010" cy="1876425"/>
            <a:chOff x="10663428" y="0"/>
            <a:chExt cx="715010" cy="1876425"/>
          </a:xfrm>
        </p:grpSpPr>
        <p:sp>
          <p:nvSpPr>
            <p:cNvPr id="36" name="object 36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583184" y="0"/>
                  </a:moveTo>
                  <a:lnTo>
                    <a:pt x="111760" y="0"/>
                  </a:lnTo>
                  <a:lnTo>
                    <a:pt x="102594" y="3076"/>
                  </a:lnTo>
                  <a:lnTo>
                    <a:pt x="76435" y="47317"/>
                  </a:lnTo>
                  <a:lnTo>
                    <a:pt x="60400" y="103596"/>
                  </a:lnTo>
                  <a:lnTo>
                    <a:pt x="45756" y="179076"/>
                  </a:lnTo>
                  <a:lnTo>
                    <a:pt x="39028" y="223418"/>
                  </a:lnTo>
                  <a:lnTo>
                    <a:pt x="32734" y="271843"/>
                  </a:lnTo>
                  <a:lnTo>
                    <a:pt x="26903" y="324113"/>
                  </a:lnTo>
                  <a:lnTo>
                    <a:pt x="21563" y="379988"/>
                  </a:lnTo>
                  <a:lnTo>
                    <a:pt x="16744" y="439229"/>
                  </a:lnTo>
                  <a:lnTo>
                    <a:pt x="12474" y="501598"/>
                  </a:lnTo>
                  <a:lnTo>
                    <a:pt x="8782" y="566856"/>
                  </a:lnTo>
                  <a:lnTo>
                    <a:pt x="5697" y="634764"/>
                  </a:lnTo>
                  <a:lnTo>
                    <a:pt x="3248" y="705082"/>
                  </a:lnTo>
                  <a:lnTo>
                    <a:pt x="1462" y="777573"/>
                  </a:lnTo>
                  <a:lnTo>
                    <a:pt x="370" y="851997"/>
                  </a:lnTo>
                  <a:lnTo>
                    <a:pt x="0" y="928116"/>
                  </a:lnTo>
                  <a:lnTo>
                    <a:pt x="370" y="1004234"/>
                  </a:lnTo>
                  <a:lnTo>
                    <a:pt x="1462" y="1078658"/>
                  </a:lnTo>
                  <a:lnTo>
                    <a:pt x="3248" y="1151149"/>
                  </a:lnTo>
                  <a:lnTo>
                    <a:pt x="5697" y="1221467"/>
                  </a:lnTo>
                  <a:lnTo>
                    <a:pt x="8782" y="1289375"/>
                  </a:lnTo>
                  <a:lnTo>
                    <a:pt x="12474" y="1354633"/>
                  </a:lnTo>
                  <a:lnTo>
                    <a:pt x="16744" y="1417002"/>
                  </a:lnTo>
                  <a:lnTo>
                    <a:pt x="21563" y="1476243"/>
                  </a:lnTo>
                  <a:lnTo>
                    <a:pt x="26903" y="1532118"/>
                  </a:lnTo>
                  <a:lnTo>
                    <a:pt x="32734" y="1584388"/>
                  </a:lnTo>
                  <a:lnTo>
                    <a:pt x="39028" y="1632813"/>
                  </a:lnTo>
                  <a:lnTo>
                    <a:pt x="45756" y="1677155"/>
                  </a:lnTo>
                  <a:lnTo>
                    <a:pt x="52890" y="1717175"/>
                  </a:lnTo>
                  <a:lnTo>
                    <a:pt x="68258" y="1783294"/>
                  </a:lnTo>
                  <a:lnTo>
                    <a:pt x="84903" y="1829257"/>
                  </a:lnTo>
                  <a:lnTo>
                    <a:pt x="111760" y="1856232"/>
                  </a:lnTo>
                  <a:lnTo>
                    <a:pt x="583184" y="1856232"/>
                  </a:lnTo>
                  <a:lnTo>
                    <a:pt x="618508" y="1808914"/>
                  </a:lnTo>
                  <a:lnTo>
                    <a:pt x="634543" y="1752635"/>
                  </a:lnTo>
                  <a:lnTo>
                    <a:pt x="649187" y="1677155"/>
                  </a:lnTo>
                  <a:lnTo>
                    <a:pt x="655915" y="1632813"/>
                  </a:lnTo>
                  <a:lnTo>
                    <a:pt x="662209" y="1584388"/>
                  </a:lnTo>
                  <a:lnTo>
                    <a:pt x="668040" y="1532118"/>
                  </a:lnTo>
                  <a:lnTo>
                    <a:pt x="673380" y="1476243"/>
                  </a:lnTo>
                  <a:lnTo>
                    <a:pt x="678199" y="1417002"/>
                  </a:lnTo>
                  <a:lnTo>
                    <a:pt x="682469" y="1354633"/>
                  </a:lnTo>
                  <a:lnTo>
                    <a:pt x="686161" y="1289375"/>
                  </a:lnTo>
                  <a:lnTo>
                    <a:pt x="689246" y="1221467"/>
                  </a:lnTo>
                  <a:lnTo>
                    <a:pt x="691695" y="1151149"/>
                  </a:lnTo>
                  <a:lnTo>
                    <a:pt x="693481" y="1078658"/>
                  </a:lnTo>
                  <a:lnTo>
                    <a:pt x="694573" y="1004234"/>
                  </a:lnTo>
                  <a:lnTo>
                    <a:pt x="694944" y="928116"/>
                  </a:lnTo>
                  <a:lnTo>
                    <a:pt x="694573" y="851997"/>
                  </a:lnTo>
                  <a:lnTo>
                    <a:pt x="693481" y="777573"/>
                  </a:lnTo>
                  <a:lnTo>
                    <a:pt x="691695" y="705082"/>
                  </a:lnTo>
                  <a:lnTo>
                    <a:pt x="689246" y="634764"/>
                  </a:lnTo>
                  <a:lnTo>
                    <a:pt x="686161" y="566856"/>
                  </a:lnTo>
                  <a:lnTo>
                    <a:pt x="682469" y="501598"/>
                  </a:lnTo>
                  <a:lnTo>
                    <a:pt x="678199" y="439229"/>
                  </a:lnTo>
                  <a:lnTo>
                    <a:pt x="673380" y="379988"/>
                  </a:lnTo>
                  <a:lnTo>
                    <a:pt x="668040" y="324113"/>
                  </a:lnTo>
                  <a:lnTo>
                    <a:pt x="662209" y="271843"/>
                  </a:lnTo>
                  <a:lnTo>
                    <a:pt x="655915" y="223418"/>
                  </a:lnTo>
                  <a:lnTo>
                    <a:pt x="649187" y="179076"/>
                  </a:lnTo>
                  <a:lnTo>
                    <a:pt x="642053" y="139056"/>
                  </a:lnTo>
                  <a:lnTo>
                    <a:pt x="626685" y="72937"/>
                  </a:lnTo>
                  <a:lnTo>
                    <a:pt x="610040" y="2697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111760" y="0"/>
                  </a:moveTo>
                  <a:lnTo>
                    <a:pt x="583184" y="0"/>
                  </a:lnTo>
                  <a:lnTo>
                    <a:pt x="592349" y="3076"/>
                  </a:lnTo>
                  <a:lnTo>
                    <a:pt x="618508" y="47317"/>
                  </a:lnTo>
                  <a:lnTo>
                    <a:pt x="634543" y="103596"/>
                  </a:lnTo>
                  <a:lnTo>
                    <a:pt x="649187" y="179076"/>
                  </a:lnTo>
                  <a:lnTo>
                    <a:pt x="655915" y="223418"/>
                  </a:lnTo>
                  <a:lnTo>
                    <a:pt x="662209" y="271843"/>
                  </a:lnTo>
                  <a:lnTo>
                    <a:pt x="668040" y="324113"/>
                  </a:lnTo>
                  <a:lnTo>
                    <a:pt x="673380" y="379988"/>
                  </a:lnTo>
                  <a:lnTo>
                    <a:pt x="678199" y="439229"/>
                  </a:lnTo>
                  <a:lnTo>
                    <a:pt x="682469" y="501598"/>
                  </a:lnTo>
                  <a:lnTo>
                    <a:pt x="686161" y="566856"/>
                  </a:lnTo>
                  <a:lnTo>
                    <a:pt x="689246" y="634764"/>
                  </a:lnTo>
                  <a:lnTo>
                    <a:pt x="691695" y="705082"/>
                  </a:lnTo>
                  <a:lnTo>
                    <a:pt x="693481" y="777573"/>
                  </a:lnTo>
                  <a:lnTo>
                    <a:pt x="694573" y="851997"/>
                  </a:lnTo>
                  <a:lnTo>
                    <a:pt x="694944" y="928116"/>
                  </a:lnTo>
                  <a:lnTo>
                    <a:pt x="694573" y="1004234"/>
                  </a:lnTo>
                  <a:lnTo>
                    <a:pt x="693481" y="1078658"/>
                  </a:lnTo>
                  <a:lnTo>
                    <a:pt x="691695" y="1151149"/>
                  </a:lnTo>
                  <a:lnTo>
                    <a:pt x="689246" y="1221467"/>
                  </a:lnTo>
                  <a:lnTo>
                    <a:pt x="686161" y="1289375"/>
                  </a:lnTo>
                  <a:lnTo>
                    <a:pt x="682469" y="1354633"/>
                  </a:lnTo>
                  <a:lnTo>
                    <a:pt x="678199" y="1417002"/>
                  </a:lnTo>
                  <a:lnTo>
                    <a:pt x="673380" y="1476243"/>
                  </a:lnTo>
                  <a:lnTo>
                    <a:pt x="668040" y="1532118"/>
                  </a:lnTo>
                  <a:lnTo>
                    <a:pt x="662209" y="1584388"/>
                  </a:lnTo>
                  <a:lnTo>
                    <a:pt x="655915" y="1632813"/>
                  </a:lnTo>
                  <a:lnTo>
                    <a:pt x="649187" y="1677155"/>
                  </a:lnTo>
                  <a:lnTo>
                    <a:pt x="642053" y="1717175"/>
                  </a:lnTo>
                  <a:lnTo>
                    <a:pt x="626685" y="1783294"/>
                  </a:lnTo>
                  <a:lnTo>
                    <a:pt x="610040" y="1829257"/>
                  </a:lnTo>
                  <a:lnTo>
                    <a:pt x="583184" y="1856232"/>
                  </a:lnTo>
                  <a:lnTo>
                    <a:pt x="111760" y="1856232"/>
                  </a:lnTo>
                  <a:lnTo>
                    <a:pt x="76435" y="1808914"/>
                  </a:lnTo>
                  <a:lnTo>
                    <a:pt x="60400" y="1752635"/>
                  </a:lnTo>
                  <a:lnTo>
                    <a:pt x="45756" y="1677155"/>
                  </a:lnTo>
                  <a:lnTo>
                    <a:pt x="39028" y="1632813"/>
                  </a:lnTo>
                  <a:lnTo>
                    <a:pt x="32734" y="1584388"/>
                  </a:lnTo>
                  <a:lnTo>
                    <a:pt x="26903" y="1532118"/>
                  </a:lnTo>
                  <a:lnTo>
                    <a:pt x="21563" y="1476243"/>
                  </a:lnTo>
                  <a:lnTo>
                    <a:pt x="16744" y="1417002"/>
                  </a:lnTo>
                  <a:lnTo>
                    <a:pt x="12474" y="1354633"/>
                  </a:lnTo>
                  <a:lnTo>
                    <a:pt x="8782" y="1289375"/>
                  </a:lnTo>
                  <a:lnTo>
                    <a:pt x="5697" y="1221467"/>
                  </a:lnTo>
                  <a:lnTo>
                    <a:pt x="3248" y="1151149"/>
                  </a:lnTo>
                  <a:lnTo>
                    <a:pt x="1462" y="1078658"/>
                  </a:lnTo>
                  <a:lnTo>
                    <a:pt x="370" y="1004234"/>
                  </a:lnTo>
                  <a:lnTo>
                    <a:pt x="0" y="928116"/>
                  </a:lnTo>
                  <a:lnTo>
                    <a:pt x="370" y="851997"/>
                  </a:lnTo>
                  <a:lnTo>
                    <a:pt x="1462" y="777573"/>
                  </a:lnTo>
                  <a:lnTo>
                    <a:pt x="3248" y="705082"/>
                  </a:lnTo>
                  <a:lnTo>
                    <a:pt x="5697" y="634764"/>
                  </a:lnTo>
                  <a:lnTo>
                    <a:pt x="8782" y="566856"/>
                  </a:lnTo>
                  <a:lnTo>
                    <a:pt x="12474" y="501598"/>
                  </a:lnTo>
                  <a:lnTo>
                    <a:pt x="16744" y="439229"/>
                  </a:lnTo>
                  <a:lnTo>
                    <a:pt x="21563" y="379988"/>
                  </a:lnTo>
                  <a:lnTo>
                    <a:pt x="26903" y="324113"/>
                  </a:lnTo>
                  <a:lnTo>
                    <a:pt x="32734" y="271843"/>
                  </a:lnTo>
                  <a:lnTo>
                    <a:pt x="39028" y="223418"/>
                  </a:lnTo>
                  <a:lnTo>
                    <a:pt x="45756" y="179076"/>
                  </a:lnTo>
                  <a:lnTo>
                    <a:pt x="52890" y="139056"/>
                  </a:lnTo>
                  <a:lnTo>
                    <a:pt x="68258" y="72937"/>
                  </a:lnTo>
                  <a:lnTo>
                    <a:pt x="84903" y="2697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0879963" y="0"/>
            <a:ext cx="28194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P4  P5  P6  P7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853684" y="1861947"/>
            <a:ext cx="834390" cy="17145"/>
          </a:xfrm>
          <a:custGeom>
            <a:avLst/>
            <a:gdLst/>
            <a:ahLst/>
            <a:cxnLst/>
            <a:rect l="l" t="t" r="r" b="b"/>
            <a:pathLst>
              <a:path w="834390" h="17144">
                <a:moveTo>
                  <a:pt x="0" y="16636"/>
                </a:moveTo>
                <a:lnTo>
                  <a:pt x="834389" y="16636"/>
                </a:lnTo>
              </a:path>
              <a:path w="834390" h="17144">
                <a:moveTo>
                  <a:pt x="0" y="0"/>
                </a:moveTo>
                <a:lnTo>
                  <a:pt x="834389" y="0"/>
                </a:lnTo>
              </a:path>
            </a:pathLst>
          </a:custGeom>
          <a:ln w="3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927597" y="187680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68807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775442" y="185394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11123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5917691" y="1850453"/>
          <a:ext cx="5438769" cy="255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47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16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84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683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65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5783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5783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86714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481329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33401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142239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</a:tblGrid>
              <a:tr h="248094">
                <a:tc>
                  <a:txBody>
                    <a:bodyPr/>
                    <a:lstStyle/>
                    <a:p>
                      <a:pPr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5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6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" name="object 45"/>
          <p:cNvSpPr txBox="1"/>
          <p:nvPr/>
        </p:nvSpPr>
        <p:spPr>
          <a:xfrm>
            <a:off x="5759322" y="125983"/>
            <a:ext cx="144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0000"/>
                </a:solidFill>
                <a:latin typeface="Gothic Uralic"/>
                <a:cs typeface="Gothic Uralic"/>
              </a:rPr>
              <a:t>Arrival</a:t>
            </a:r>
            <a:r>
              <a:rPr sz="2000" b="1" spc="-75" dirty="0">
                <a:solidFill>
                  <a:srgbClr val="FF0000"/>
                </a:solidFill>
                <a:latin typeface="Gothic Uralic"/>
                <a:cs typeface="Gothic Ural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Gothic Uralic"/>
                <a:cs typeface="Gothic Uralic"/>
              </a:rPr>
              <a:t>Time</a:t>
            </a:r>
            <a:endParaRPr sz="2000">
              <a:latin typeface="Gothic Uralic"/>
              <a:cs typeface="Gothic Uralic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441191" y="4488179"/>
            <a:ext cx="281940" cy="527685"/>
          </a:xfrm>
          <a:custGeom>
            <a:avLst/>
            <a:gdLst/>
            <a:ahLst/>
            <a:cxnLst/>
            <a:rect l="l" t="t" r="r" b="b"/>
            <a:pathLst>
              <a:path w="281939" h="527685">
                <a:moveTo>
                  <a:pt x="253746" y="0"/>
                </a:moveTo>
                <a:lnTo>
                  <a:pt x="28194" y="0"/>
                </a:lnTo>
                <a:lnTo>
                  <a:pt x="17198" y="2208"/>
                </a:lnTo>
                <a:lnTo>
                  <a:pt x="8239" y="8239"/>
                </a:lnTo>
                <a:lnTo>
                  <a:pt x="2208" y="17198"/>
                </a:lnTo>
                <a:lnTo>
                  <a:pt x="0" y="28194"/>
                </a:lnTo>
                <a:lnTo>
                  <a:pt x="0" y="499110"/>
                </a:lnTo>
                <a:lnTo>
                  <a:pt x="2208" y="510105"/>
                </a:lnTo>
                <a:lnTo>
                  <a:pt x="8239" y="519064"/>
                </a:lnTo>
                <a:lnTo>
                  <a:pt x="17198" y="525095"/>
                </a:lnTo>
                <a:lnTo>
                  <a:pt x="28194" y="527304"/>
                </a:lnTo>
                <a:lnTo>
                  <a:pt x="253746" y="527304"/>
                </a:lnTo>
                <a:lnTo>
                  <a:pt x="264741" y="525095"/>
                </a:lnTo>
                <a:lnTo>
                  <a:pt x="273700" y="519064"/>
                </a:lnTo>
                <a:lnTo>
                  <a:pt x="279731" y="510105"/>
                </a:lnTo>
                <a:lnTo>
                  <a:pt x="281940" y="499110"/>
                </a:lnTo>
                <a:lnTo>
                  <a:pt x="281940" y="28194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468115" y="4645278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2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448814" y="4227321"/>
            <a:ext cx="1130300" cy="465455"/>
            <a:chOff x="2448814" y="4227321"/>
            <a:chExt cx="1130300" cy="465455"/>
          </a:xfrm>
        </p:grpSpPr>
        <p:sp>
          <p:nvSpPr>
            <p:cNvPr id="49" name="object 49"/>
            <p:cNvSpPr/>
            <p:nvPr/>
          </p:nvSpPr>
          <p:spPr>
            <a:xfrm>
              <a:off x="2458974" y="423748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1065022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8" y="417843"/>
                  </a:lnTo>
                  <a:lnTo>
                    <a:pt x="13033" y="431974"/>
                  </a:lnTo>
                  <a:lnTo>
                    <a:pt x="27164" y="441509"/>
                  </a:lnTo>
                  <a:lnTo>
                    <a:pt x="44450" y="445008"/>
                  </a:lnTo>
                  <a:lnTo>
                    <a:pt x="1065022" y="445008"/>
                  </a:lnTo>
                  <a:lnTo>
                    <a:pt x="1082307" y="441509"/>
                  </a:lnTo>
                  <a:lnTo>
                    <a:pt x="1096438" y="431974"/>
                  </a:lnTo>
                  <a:lnTo>
                    <a:pt x="1105973" y="417843"/>
                  </a:lnTo>
                  <a:lnTo>
                    <a:pt x="1109472" y="400558"/>
                  </a:lnTo>
                  <a:lnTo>
                    <a:pt x="1109472" y="44450"/>
                  </a:lnTo>
                  <a:lnTo>
                    <a:pt x="1105973" y="27164"/>
                  </a:lnTo>
                  <a:lnTo>
                    <a:pt x="1096438" y="13033"/>
                  </a:lnTo>
                  <a:lnTo>
                    <a:pt x="1082307" y="3498"/>
                  </a:lnTo>
                  <a:lnTo>
                    <a:pt x="106502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458974" y="423748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2789682" y="4195698"/>
            <a:ext cx="4476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651247" y="4477511"/>
            <a:ext cx="280670" cy="525780"/>
          </a:xfrm>
          <a:custGeom>
            <a:avLst/>
            <a:gdLst/>
            <a:ahLst/>
            <a:cxnLst/>
            <a:rect l="l" t="t" r="r" b="b"/>
            <a:pathLst>
              <a:path w="280670" h="525779">
                <a:moveTo>
                  <a:pt x="252349" y="0"/>
                </a:moveTo>
                <a:lnTo>
                  <a:pt x="28066" y="0"/>
                </a:lnTo>
                <a:lnTo>
                  <a:pt x="17144" y="2206"/>
                </a:lnTo>
                <a:lnTo>
                  <a:pt x="8223" y="8223"/>
                </a:lnTo>
                <a:lnTo>
                  <a:pt x="2206" y="17144"/>
                </a:lnTo>
                <a:lnTo>
                  <a:pt x="0" y="28067"/>
                </a:lnTo>
                <a:lnTo>
                  <a:pt x="0" y="497713"/>
                </a:lnTo>
                <a:lnTo>
                  <a:pt x="2206" y="508634"/>
                </a:lnTo>
                <a:lnTo>
                  <a:pt x="8223" y="517556"/>
                </a:lnTo>
                <a:lnTo>
                  <a:pt x="17145" y="523573"/>
                </a:lnTo>
                <a:lnTo>
                  <a:pt x="28066" y="525780"/>
                </a:lnTo>
                <a:lnTo>
                  <a:pt x="252349" y="525780"/>
                </a:lnTo>
                <a:lnTo>
                  <a:pt x="263271" y="523573"/>
                </a:lnTo>
                <a:lnTo>
                  <a:pt x="272192" y="517556"/>
                </a:lnTo>
                <a:lnTo>
                  <a:pt x="278209" y="508635"/>
                </a:lnTo>
                <a:lnTo>
                  <a:pt x="280415" y="497713"/>
                </a:lnTo>
                <a:lnTo>
                  <a:pt x="280415" y="28067"/>
                </a:lnTo>
                <a:lnTo>
                  <a:pt x="278209" y="17145"/>
                </a:lnTo>
                <a:lnTo>
                  <a:pt x="272192" y="8223"/>
                </a:lnTo>
                <a:lnTo>
                  <a:pt x="263270" y="2206"/>
                </a:lnTo>
                <a:lnTo>
                  <a:pt x="252349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4676902" y="4633976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3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657600" y="4216908"/>
            <a:ext cx="1129665" cy="464820"/>
            <a:chOff x="3657600" y="4216908"/>
            <a:chExt cx="1129665" cy="464820"/>
          </a:xfrm>
        </p:grpSpPr>
        <p:sp>
          <p:nvSpPr>
            <p:cNvPr id="55" name="object 55"/>
            <p:cNvSpPr/>
            <p:nvPr/>
          </p:nvSpPr>
          <p:spPr>
            <a:xfrm>
              <a:off x="3667505" y="4226814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1065022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8" y="417843"/>
                  </a:lnTo>
                  <a:lnTo>
                    <a:pt x="13033" y="431974"/>
                  </a:lnTo>
                  <a:lnTo>
                    <a:pt x="27164" y="441509"/>
                  </a:lnTo>
                  <a:lnTo>
                    <a:pt x="44450" y="445008"/>
                  </a:lnTo>
                  <a:lnTo>
                    <a:pt x="1065022" y="445008"/>
                  </a:lnTo>
                  <a:lnTo>
                    <a:pt x="1082307" y="441509"/>
                  </a:lnTo>
                  <a:lnTo>
                    <a:pt x="1096438" y="431974"/>
                  </a:lnTo>
                  <a:lnTo>
                    <a:pt x="1105973" y="417843"/>
                  </a:lnTo>
                  <a:lnTo>
                    <a:pt x="1109472" y="400558"/>
                  </a:lnTo>
                  <a:lnTo>
                    <a:pt x="1109472" y="44450"/>
                  </a:lnTo>
                  <a:lnTo>
                    <a:pt x="1105973" y="27164"/>
                  </a:lnTo>
                  <a:lnTo>
                    <a:pt x="1096438" y="13033"/>
                  </a:lnTo>
                  <a:lnTo>
                    <a:pt x="1082307" y="3498"/>
                  </a:lnTo>
                  <a:lnTo>
                    <a:pt x="106502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667505" y="4226814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998721" y="4184396"/>
            <a:ext cx="4476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042153" y="1448765"/>
            <a:ext cx="154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rlito"/>
                <a:cs typeface="Carlito"/>
              </a:rPr>
              <a:t>2</a:t>
            </a:r>
            <a:endParaRPr sz="20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65187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32660" y="4475988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39" h="525779">
                <a:moveTo>
                  <a:pt x="253745" y="0"/>
                </a:moveTo>
                <a:lnTo>
                  <a:pt x="28193" y="0"/>
                </a:lnTo>
                <a:lnTo>
                  <a:pt x="17198" y="2208"/>
                </a:lnTo>
                <a:lnTo>
                  <a:pt x="8239" y="8239"/>
                </a:lnTo>
                <a:lnTo>
                  <a:pt x="2208" y="17198"/>
                </a:lnTo>
                <a:lnTo>
                  <a:pt x="0" y="28193"/>
                </a:lnTo>
                <a:lnTo>
                  <a:pt x="0" y="497586"/>
                </a:lnTo>
                <a:lnTo>
                  <a:pt x="2208" y="508581"/>
                </a:lnTo>
                <a:lnTo>
                  <a:pt x="8239" y="517540"/>
                </a:lnTo>
                <a:lnTo>
                  <a:pt x="17198" y="523571"/>
                </a:lnTo>
                <a:lnTo>
                  <a:pt x="28193" y="525780"/>
                </a:lnTo>
                <a:lnTo>
                  <a:pt x="253745" y="525780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39" y="497586"/>
                </a:lnTo>
                <a:lnTo>
                  <a:pt x="281939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58948" y="4631893"/>
            <a:ext cx="230504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235" dirty="0">
                <a:latin typeface="Verdana"/>
                <a:cs typeface="Verdana"/>
              </a:rPr>
              <a:t>1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7947" y="4475988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40" h="525779">
                <a:moveTo>
                  <a:pt x="253746" y="0"/>
                </a:moveTo>
                <a:lnTo>
                  <a:pt x="28193" y="0"/>
                </a:lnTo>
                <a:lnTo>
                  <a:pt x="17220" y="2208"/>
                </a:lnTo>
                <a:lnTo>
                  <a:pt x="8258" y="8239"/>
                </a:lnTo>
                <a:lnTo>
                  <a:pt x="2215" y="17198"/>
                </a:lnTo>
                <a:lnTo>
                  <a:pt x="0" y="28193"/>
                </a:lnTo>
                <a:lnTo>
                  <a:pt x="0" y="497586"/>
                </a:lnTo>
                <a:lnTo>
                  <a:pt x="2215" y="508581"/>
                </a:lnTo>
                <a:lnTo>
                  <a:pt x="8258" y="517540"/>
                </a:lnTo>
                <a:lnTo>
                  <a:pt x="17220" y="523571"/>
                </a:lnTo>
                <a:lnTo>
                  <a:pt x="28193" y="525780"/>
                </a:lnTo>
                <a:lnTo>
                  <a:pt x="253746" y="525780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40" y="497586"/>
                </a:lnTo>
                <a:lnTo>
                  <a:pt x="281940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34262" y="4631893"/>
            <a:ext cx="230504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235" dirty="0">
                <a:latin typeface="Verdana"/>
                <a:cs typeface="Verdana"/>
              </a:rPr>
              <a:t>0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40282" y="4215129"/>
            <a:ext cx="1130300" cy="465455"/>
            <a:chOff x="1240282" y="4215129"/>
            <a:chExt cx="1130300" cy="465455"/>
          </a:xfrm>
        </p:grpSpPr>
        <p:sp>
          <p:nvSpPr>
            <p:cNvPr id="7" name="object 7"/>
            <p:cNvSpPr/>
            <p:nvPr/>
          </p:nvSpPr>
          <p:spPr>
            <a:xfrm>
              <a:off x="1250442" y="4225289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80" h="445135">
                  <a:moveTo>
                    <a:pt x="1065022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8" y="417843"/>
                  </a:lnTo>
                  <a:lnTo>
                    <a:pt x="13033" y="431974"/>
                  </a:lnTo>
                  <a:lnTo>
                    <a:pt x="27164" y="441509"/>
                  </a:lnTo>
                  <a:lnTo>
                    <a:pt x="44450" y="445008"/>
                  </a:lnTo>
                  <a:lnTo>
                    <a:pt x="1065022" y="445008"/>
                  </a:lnTo>
                  <a:lnTo>
                    <a:pt x="1082307" y="441509"/>
                  </a:lnTo>
                  <a:lnTo>
                    <a:pt x="1096438" y="431974"/>
                  </a:lnTo>
                  <a:lnTo>
                    <a:pt x="1105973" y="417843"/>
                  </a:lnTo>
                  <a:lnTo>
                    <a:pt x="1109472" y="400558"/>
                  </a:lnTo>
                  <a:lnTo>
                    <a:pt x="1109472" y="44450"/>
                  </a:lnTo>
                  <a:lnTo>
                    <a:pt x="1105973" y="27164"/>
                  </a:lnTo>
                  <a:lnTo>
                    <a:pt x="1096438" y="13033"/>
                  </a:lnTo>
                  <a:lnTo>
                    <a:pt x="1082307" y="3498"/>
                  </a:lnTo>
                  <a:lnTo>
                    <a:pt x="106502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50442" y="4225289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80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80769" y="4182313"/>
            <a:ext cx="44767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76008" y="240411"/>
          <a:ext cx="3977639" cy="2792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44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944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91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Pno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Priority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160" dirty="0">
                          <a:latin typeface="Carlito"/>
                          <a:cs typeface="Carlito"/>
                        </a:rPr>
                        <a:t>AT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45" dirty="0">
                          <a:latin typeface="Carlito"/>
                          <a:cs typeface="Carlito"/>
                        </a:rPr>
                        <a:t>BT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2(L)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8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12</a:t>
                      </a:r>
                      <a:r>
                        <a:rPr sz="2000" b="1" spc="-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b="1" dirty="0">
                          <a:latin typeface="Carlito"/>
                          <a:cs typeface="Carlito"/>
                        </a:rPr>
                        <a:t>(H)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P7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9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5819902" y="1042161"/>
            <a:ext cx="674370" cy="845185"/>
            <a:chOff x="5819902" y="1042161"/>
            <a:chExt cx="674370" cy="845185"/>
          </a:xfrm>
        </p:grpSpPr>
        <p:sp>
          <p:nvSpPr>
            <p:cNvPr id="12" name="object 12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548639" y="0"/>
                  </a:moveTo>
                  <a:lnTo>
                    <a:pt x="105155" y="0"/>
                  </a:lnTo>
                  <a:lnTo>
                    <a:pt x="86263" y="6640"/>
                  </a:lnTo>
                  <a:lnTo>
                    <a:pt x="52098" y="56275"/>
                  </a:lnTo>
                  <a:lnTo>
                    <a:pt x="37420" y="96942"/>
                  </a:lnTo>
                  <a:lnTo>
                    <a:pt x="24743" y="146624"/>
                  </a:lnTo>
                  <a:lnTo>
                    <a:pt x="14365" y="204159"/>
                  </a:lnTo>
                  <a:lnTo>
                    <a:pt x="6583" y="268382"/>
                  </a:lnTo>
                  <a:lnTo>
                    <a:pt x="1695" y="338131"/>
                  </a:lnTo>
                  <a:lnTo>
                    <a:pt x="0" y="412241"/>
                  </a:lnTo>
                  <a:lnTo>
                    <a:pt x="1695" y="486352"/>
                  </a:lnTo>
                  <a:lnTo>
                    <a:pt x="6583" y="556101"/>
                  </a:lnTo>
                  <a:lnTo>
                    <a:pt x="14365" y="620324"/>
                  </a:lnTo>
                  <a:lnTo>
                    <a:pt x="24743" y="677859"/>
                  </a:lnTo>
                  <a:lnTo>
                    <a:pt x="37420" y="727541"/>
                  </a:lnTo>
                  <a:lnTo>
                    <a:pt x="52098" y="768208"/>
                  </a:lnTo>
                  <a:lnTo>
                    <a:pt x="86263" y="817843"/>
                  </a:lnTo>
                  <a:lnTo>
                    <a:pt x="105155" y="824483"/>
                  </a:lnTo>
                  <a:lnTo>
                    <a:pt x="548639" y="824483"/>
                  </a:lnTo>
                  <a:lnTo>
                    <a:pt x="585317" y="798697"/>
                  </a:lnTo>
                  <a:lnTo>
                    <a:pt x="616375" y="727541"/>
                  </a:lnTo>
                  <a:lnTo>
                    <a:pt x="629052" y="677859"/>
                  </a:lnTo>
                  <a:lnTo>
                    <a:pt x="639430" y="620324"/>
                  </a:lnTo>
                  <a:lnTo>
                    <a:pt x="647212" y="556101"/>
                  </a:lnTo>
                  <a:lnTo>
                    <a:pt x="652100" y="486352"/>
                  </a:lnTo>
                  <a:lnTo>
                    <a:pt x="653796" y="412241"/>
                  </a:lnTo>
                  <a:lnTo>
                    <a:pt x="652100" y="338131"/>
                  </a:lnTo>
                  <a:lnTo>
                    <a:pt x="647212" y="268382"/>
                  </a:lnTo>
                  <a:lnTo>
                    <a:pt x="639430" y="204159"/>
                  </a:lnTo>
                  <a:lnTo>
                    <a:pt x="629052" y="146624"/>
                  </a:lnTo>
                  <a:lnTo>
                    <a:pt x="616375" y="96942"/>
                  </a:lnTo>
                  <a:lnTo>
                    <a:pt x="601697" y="56275"/>
                  </a:lnTo>
                  <a:lnTo>
                    <a:pt x="567532" y="6640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105155" y="0"/>
                  </a:moveTo>
                  <a:lnTo>
                    <a:pt x="548639" y="0"/>
                  </a:lnTo>
                  <a:lnTo>
                    <a:pt x="567532" y="6640"/>
                  </a:lnTo>
                  <a:lnTo>
                    <a:pt x="601697" y="56275"/>
                  </a:lnTo>
                  <a:lnTo>
                    <a:pt x="616375" y="96942"/>
                  </a:lnTo>
                  <a:lnTo>
                    <a:pt x="629052" y="146624"/>
                  </a:lnTo>
                  <a:lnTo>
                    <a:pt x="639430" y="204159"/>
                  </a:lnTo>
                  <a:lnTo>
                    <a:pt x="647212" y="268382"/>
                  </a:lnTo>
                  <a:lnTo>
                    <a:pt x="652100" y="338131"/>
                  </a:lnTo>
                  <a:lnTo>
                    <a:pt x="653796" y="412241"/>
                  </a:lnTo>
                  <a:lnTo>
                    <a:pt x="652100" y="486352"/>
                  </a:lnTo>
                  <a:lnTo>
                    <a:pt x="647212" y="556101"/>
                  </a:lnTo>
                  <a:lnTo>
                    <a:pt x="639430" y="620324"/>
                  </a:lnTo>
                  <a:lnTo>
                    <a:pt x="629052" y="677859"/>
                  </a:lnTo>
                  <a:lnTo>
                    <a:pt x="616375" y="727541"/>
                  </a:lnTo>
                  <a:lnTo>
                    <a:pt x="601697" y="768208"/>
                  </a:lnTo>
                  <a:lnTo>
                    <a:pt x="567532" y="817843"/>
                  </a:lnTo>
                  <a:lnTo>
                    <a:pt x="548639" y="824483"/>
                  </a:lnTo>
                  <a:lnTo>
                    <a:pt x="105155" y="824483"/>
                  </a:lnTo>
                  <a:lnTo>
                    <a:pt x="68478" y="798697"/>
                  </a:lnTo>
                  <a:lnTo>
                    <a:pt x="37420" y="727541"/>
                  </a:lnTo>
                  <a:lnTo>
                    <a:pt x="24743" y="677859"/>
                  </a:lnTo>
                  <a:lnTo>
                    <a:pt x="14365" y="620324"/>
                  </a:lnTo>
                  <a:lnTo>
                    <a:pt x="6583" y="556101"/>
                  </a:lnTo>
                  <a:lnTo>
                    <a:pt x="1695" y="486352"/>
                  </a:lnTo>
                  <a:lnTo>
                    <a:pt x="0" y="412241"/>
                  </a:lnTo>
                  <a:lnTo>
                    <a:pt x="1695" y="338131"/>
                  </a:lnTo>
                  <a:lnTo>
                    <a:pt x="6583" y="268382"/>
                  </a:lnTo>
                  <a:lnTo>
                    <a:pt x="14365" y="204159"/>
                  </a:lnTo>
                  <a:lnTo>
                    <a:pt x="24743" y="146624"/>
                  </a:lnTo>
                  <a:lnTo>
                    <a:pt x="37420" y="96942"/>
                  </a:lnTo>
                  <a:lnTo>
                    <a:pt x="52098" y="56275"/>
                  </a:lnTo>
                  <a:lnTo>
                    <a:pt x="86263" y="6640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16244" y="1309496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89521" y="1020825"/>
            <a:ext cx="674370" cy="846455"/>
            <a:chOff x="6589521" y="1020825"/>
            <a:chExt cx="674370" cy="846455"/>
          </a:xfrm>
        </p:grpSpPr>
        <p:sp>
          <p:nvSpPr>
            <p:cNvPr id="16" name="object 16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6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6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6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6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6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786118" y="1151890"/>
            <a:ext cx="281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P2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400543" y="1021080"/>
            <a:ext cx="673735" cy="845819"/>
            <a:chOff x="7400543" y="1021080"/>
            <a:chExt cx="673735" cy="845819"/>
          </a:xfrm>
        </p:grpSpPr>
        <p:sp>
          <p:nvSpPr>
            <p:cNvPr id="20" name="object 20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5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5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5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5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597520" y="1014729"/>
            <a:ext cx="2819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P3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212835" y="833627"/>
            <a:ext cx="715010" cy="1033780"/>
            <a:chOff x="8212835" y="833627"/>
            <a:chExt cx="715010" cy="1033780"/>
          </a:xfrm>
        </p:grpSpPr>
        <p:sp>
          <p:nvSpPr>
            <p:cNvPr id="24" name="object 24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583183" y="0"/>
                  </a:moveTo>
                  <a:lnTo>
                    <a:pt x="111759" y="0"/>
                  </a:lnTo>
                  <a:lnTo>
                    <a:pt x="95245" y="5493"/>
                  </a:lnTo>
                  <a:lnTo>
                    <a:pt x="64645" y="47088"/>
                  </a:lnTo>
                  <a:lnTo>
                    <a:pt x="38437" y="124275"/>
                  </a:lnTo>
                  <a:lnTo>
                    <a:pt x="27413" y="174258"/>
                  </a:lnTo>
                  <a:lnTo>
                    <a:pt x="18005" y="230788"/>
                  </a:lnTo>
                  <a:lnTo>
                    <a:pt x="10387" y="293084"/>
                  </a:lnTo>
                  <a:lnTo>
                    <a:pt x="4731" y="360361"/>
                  </a:lnTo>
                  <a:lnTo>
                    <a:pt x="1211" y="431838"/>
                  </a:lnTo>
                  <a:lnTo>
                    <a:pt x="0" y="506729"/>
                  </a:lnTo>
                  <a:lnTo>
                    <a:pt x="1211" y="581621"/>
                  </a:lnTo>
                  <a:lnTo>
                    <a:pt x="4731" y="653098"/>
                  </a:lnTo>
                  <a:lnTo>
                    <a:pt x="10387" y="720375"/>
                  </a:lnTo>
                  <a:lnTo>
                    <a:pt x="18005" y="782671"/>
                  </a:lnTo>
                  <a:lnTo>
                    <a:pt x="27413" y="839201"/>
                  </a:lnTo>
                  <a:lnTo>
                    <a:pt x="38437" y="889184"/>
                  </a:lnTo>
                  <a:lnTo>
                    <a:pt x="50906" y="931834"/>
                  </a:lnTo>
                  <a:lnTo>
                    <a:pt x="79482" y="992009"/>
                  </a:lnTo>
                  <a:lnTo>
                    <a:pt x="111759" y="1013460"/>
                  </a:lnTo>
                  <a:lnTo>
                    <a:pt x="583183" y="1013460"/>
                  </a:lnTo>
                  <a:lnTo>
                    <a:pt x="615461" y="992009"/>
                  </a:lnTo>
                  <a:lnTo>
                    <a:pt x="644037" y="931834"/>
                  </a:lnTo>
                  <a:lnTo>
                    <a:pt x="656506" y="889184"/>
                  </a:lnTo>
                  <a:lnTo>
                    <a:pt x="667530" y="839201"/>
                  </a:lnTo>
                  <a:lnTo>
                    <a:pt x="676938" y="782671"/>
                  </a:lnTo>
                  <a:lnTo>
                    <a:pt x="684556" y="720375"/>
                  </a:lnTo>
                  <a:lnTo>
                    <a:pt x="690212" y="653098"/>
                  </a:lnTo>
                  <a:lnTo>
                    <a:pt x="693732" y="581621"/>
                  </a:lnTo>
                  <a:lnTo>
                    <a:pt x="694943" y="506729"/>
                  </a:lnTo>
                  <a:lnTo>
                    <a:pt x="693732" y="431838"/>
                  </a:lnTo>
                  <a:lnTo>
                    <a:pt x="690212" y="360361"/>
                  </a:lnTo>
                  <a:lnTo>
                    <a:pt x="684556" y="293084"/>
                  </a:lnTo>
                  <a:lnTo>
                    <a:pt x="676938" y="230788"/>
                  </a:lnTo>
                  <a:lnTo>
                    <a:pt x="667530" y="174258"/>
                  </a:lnTo>
                  <a:lnTo>
                    <a:pt x="656506" y="124275"/>
                  </a:lnTo>
                  <a:lnTo>
                    <a:pt x="644037" y="81625"/>
                  </a:lnTo>
                  <a:lnTo>
                    <a:pt x="615461" y="2145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111759" y="0"/>
                  </a:moveTo>
                  <a:lnTo>
                    <a:pt x="583183" y="0"/>
                  </a:lnTo>
                  <a:lnTo>
                    <a:pt x="599698" y="5493"/>
                  </a:lnTo>
                  <a:lnTo>
                    <a:pt x="630298" y="47088"/>
                  </a:lnTo>
                  <a:lnTo>
                    <a:pt x="656506" y="124275"/>
                  </a:lnTo>
                  <a:lnTo>
                    <a:pt x="667530" y="174258"/>
                  </a:lnTo>
                  <a:lnTo>
                    <a:pt x="676938" y="230788"/>
                  </a:lnTo>
                  <a:lnTo>
                    <a:pt x="684556" y="293084"/>
                  </a:lnTo>
                  <a:lnTo>
                    <a:pt x="690212" y="360361"/>
                  </a:lnTo>
                  <a:lnTo>
                    <a:pt x="693732" y="431838"/>
                  </a:lnTo>
                  <a:lnTo>
                    <a:pt x="694943" y="506729"/>
                  </a:lnTo>
                  <a:lnTo>
                    <a:pt x="693732" y="581621"/>
                  </a:lnTo>
                  <a:lnTo>
                    <a:pt x="690212" y="653098"/>
                  </a:lnTo>
                  <a:lnTo>
                    <a:pt x="684556" y="720375"/>
                  </a:lnTo>
                  <a:lnTo>
                    <a:pt x="676938" y="782671"/>
                  </a:lnTo>
                  <a:lnTo>
                    <a:pt x="667530" y="839201"/>
                  </a:lnTo>
                  <a:lnTo>
                    <a:pt x="656506" y="889184"/>
                  </a:lnTo>
                  <a:lnTo>
                    <a:pt x="644037" y="931834"/>
                  </a:lnTo>
                  <a:lnTo>
                    <a:pt x="615461" y="992009"/>
                  </a:lnTo>
                  <a:lnTo>
                    <a:pt x="583183" y="1013460"/>
                  </a:lnTo>
                  <a:lnTo>
                    <a:pt x="111759" y="1013460"/>
                  </a:lnTo>
                  <a:lnTo>
                    <a:pt x="79482" y="992009"/>
                  </a:lnTo>
                  <a:lnTo>
                    <a:pt x="50906" y="931834"/>
                  </a:lnTo>
                  <a:lnTo>
                    <a:pt x="38437" y="889184"/>
                  </a:lnTo>
                  <a:lnTo>
                    <a:pt x="27413" y="839201"/>
                  </a:lnTo>
                  <a:lnTo>
                    <a:pt x="18005" y="782671"/>
                  </a:lnTo>
                  <a:lnTo>
                    <a:pt x="10387" y="720375"/>
                  </a:lnTo>
                  <a:lnTo>
                    <a:pt x="4731" y="653098"/>
                  </a:lnTo>
                  <a:lnTo>
                    <a:pt x="1211" y="581621"/>
                  </a:lnTo>
                  <a:lnTo>
                    <a:pt x="0" y="506729"/>
                  </a:lnTo>
                  <a:lnTo>
                    <a:pt x="1211" y="431838"/>
                  </a:lnTo>
                  <a:lnTo>
                    <a:pt x="4731" y="360361"/>
                  </a:lnTo>
                  <a:lnTo>
                    <a:pt x="10387" y="293084"/>
                  </a:lnTo>
                  <a:lnTo>
                    <a:pt x="18005" y="230788"/>
                  </a:lnTo>
                  <a:lnTo>
                    <a:pt x="27413" y="174258"/>
                  </a:lnTo>
                  <a:lnTo>
                    <a:pt x="38437" y="124275"/>
                  </a:lnTo>
                  <a:lnTo>
                    <a:pt x="50906" y="81625"/>
                  </a:lnTo>
                  <a:lnTo>
                    <a:pt x="79482" y="21450"/>
                  </a:lnTo>
                  <a:lnTo>
                    <a:pt x="111759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428735" y="783463"/>
            <a:ext cx="2819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P4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023604" y="475487"/>
            <a:ext cx="715010" cy="1391920"/>
            <a:chOff x="9023604" y="475487"/>
            <a:chExt cx="715010" cy="1391920"/>
          </a:xfrm>
        </p:grpSpPr>
        <p:sp>
          <p:nvSpPr>
            <p:cNvPr id="28" name="object 28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583184" y="0"/>
                  </a:moveTo>
                  <a:lnTo>
                    <a:pt x="111760" y="0"/>
                  </a:lnTo>
                  <a:lnTo>
                    <a:pt x="99582" y="4024"/>
                  </a:lnTo>
                  <a:lnTo>
                    <a:pt x="76435" y="34966"/>
                  </a:lnTo>
                  <a:lnTo>
                    <a:pt x="55353" y="93641"/>
                  </a:lnTo>
                  <a:lnTo>
                    <a:pt x="45756" y="132331"/>
                  </a:lnTo>
                  <a:lnTo>
                    <a:pt x="36880" y="176700"/>
                  </a:lnTo>
                  <a:lnTo>
                    <a:pt x="28793" y="226326"/>
                  </a:lnTo>
                  <a:lnTo>
                    <a:pt x="21563" y="280793"/>
                  </a:lnTo>
                  <a:lnTo>
                    <a:pt x="15258" y="339682"/>
                  </a:lnTo>
                  <a:lnTo>
                    <a:pt x="9947" y="402574"/>
                  </a:lnTo>
                  <a:lnTo>
                    <a:pt x="5697" y="469050"/>
                  </a:lnTo>
                  <a:lnTo>
                    <a:pt x="2577" y="538692"/>
                  </a:lnTo>
                  <a:lnTo>
                    <a:pt x="655" y="611082"/>
                  </a:lnTo>
                  <a:lnTo>
                    <a:pt x="0" y="685800"/>
                  </a:lnTo>
                  <a:lnTo>
                    <a:pt x="655" y="760517"/>
                  </a:lnTo>
                  <a:lnTo>
                    <a:pt x="2577" y="832907"/>
                  </a:lnTo>
                  <a:lnTo>
                    <a:pt x="5697" y="902549"/>
                  </a:lnTo>
                  <a:lnTo>
                    <a:pt x="9947" y="969025"/>
                  </a:lnTo>
                  <a:lnTo>
                    <a:pt x="15258" y="1031917"/>
                  </a:lnTo>
                  <a:lnTo>
                    <a:pt x="21563" y="1090806"/>
                  </a:lnTo>
                  <a:lnTo>
                    <a:pt x="28793" y="1145273"/>
                  </a:lnTo>
                  <a:lnTo>
                    <a:pt x="36880" y="1194899"/>
                  </a:lnTo>
                  <a:lnTo>
                    <a:pt x="45756" y="1239268"/>
                  </a:lnTo>
                  <a:lnTo>
                    <a:pt x="55353" y="1277958"/>
                  </a:lnTo>
                  <a:lnTo>
                    <a:pt x="76435" y="1336633"/>
                  </a:lnTo>
                  <a:lnTo>
                    <a:pt x="99582" y="1367575"/>
                  </a:lnTo>
                  <a:lnTo>
                    <a:pt x="111760" y="1371600"/>
                  </a:lnTo>
                  <a:lnTo>
                    <a:pt x="583184" y="1371600"/>
                  </a:lnTo>
                  <a:lnTo>
                    <a:pt x="618508" y="1336633"/>
                  </a:lnTo>
                  <a:lnTo>
                    <a:pt x="639590" y="1277958"/>
                  </a:lnTo>
                  <a:lnTo>
                    <a:pt x="649187" y="1239268"/>
                  </a:lnTo>
                  <a:lnTo>
                    <a:pt x="658063" y="1194899"/>
                  </a:lnTo>
                  <a:lnTo>
                    <a:pt x="666150" y="1145273"/>
                  </a:lnTo>
                  <a:lnTo>
                    <a:pt x="673380" y="1090806"/>
                  </a:lnTo>
                  <a:lnTo>
                    <a:pt x="679685" y="1031917"/>
                  </a:lnTo>
                  <a:lnTo>
                    <a:pt x="684996" y="969025"/>
                  </a:lnTo>
                  <a:lnTo>
                    <a:pt x="689246" y="902549"/>
                  </a:lnTo>
                  <a:lnTo>
                    <a:pt x="692366" y="832907"/>
                  </a:lnTo>
                  <a:lnTo>
                    <a:pt x="694288" y="760517"/>
                  </a:lnTo>
                  <a:lnTo>
                    <a:pt x="694944" y="685800"/>
                  </a:lnTo>
                  <a:lnTo>
                    <a:pt x="694288" y="611082"/>
                  </a:lnTo>
                  <a:lnTo>
                    <a:pt x="692366" y="538692"/>
                  </a:lnTo>
                  <a:lnTo>
                    <a:pt x="689246" y="469050"/>
                  </a:lnTo>
                  <a:lnTo>
                    <a:pt x="684996" y="402574"/>
                  </a:lnTo>
                  <a:lnTo>
                    <a:pt x="679685" y="339682"/>
                  </a:lnTo>
                  <a:lnTo>
                    <a:pt x="673380" y="280793"/>
                  </a:lnTo>
                  <a:lnTo>
                    <a:pt x="666150" y="226326"/>
                  </a:lnTo>
                  <a:lnTo>
                    <a:pt x="658063" y="176700"/>
                  </a:lnTo>
                  <a:lnTo>
                    <a:pt x="649187" y="132331"/>
                  </a:lnTo>
                  <a:lnTo>
                    <a:pt x="639590" y="93641"/>
                  </a:lnTo>
                  <a:lnTo>
                    <a:pt x="618508" y="34966"/>
                  </a:lnTo>
                  <a:lnTo>
                    <a:pt x="595361" y="402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111760" y="0"/>
                  </a:moveTo>
                  <a:lnTo>
                    <a:pt x="583184" y="0"/>
                  </a:lnTo>
                  <a:lnTo>
                    <a:pt x="595361" y="4024"/>
                  </a:lnTo>
                  <a:lnTo>
                    <a:pt x="618508" y="34966"/>
                  </a:lnTo>
                  <a:lnTo>
                    <a:pt x="639590" y="93641"/>
                  </a:lnTo>
                  <a:lnTo>
                    <a:pt x="649187" y="132331"/>
                  </a:lnTo>
                  <a:lnTo>
                    <a:pt x="658063" y="176700"/>
                  </a:lnTo>
                  <a:lnTo>
                    <a:pt x="666150" y="226326"/>
                  </a:lnTo>
                  <a:lnTo>
                    <a:pt x="673380" y="280793"/>
                  </a:lnTo>
                  <a:lnTo>
                    <a:pt x="679685" y="339682"/>
                  </a:lnTo>
                  <a:lnTo>
                    <a:pt x="684996" y="402574"/>
                  </a:lnTo>
                  <a:lnTo>
                    <a:pt x="689246" y="469050"/>
                  </a:lnTo>
                  <a:lnTo>
                    <a:pt x="692366" y="538692"/>
                  </a:lnTo>
                  <a:lnTo>
                    <a:pt x="694288" y="611082"/>
                  </a:lnTo>
                  <a:lnTo>
                    <a:pt x="694944" y="685800"/>
                  </a:lnTo>
                  <a:lnTo>
                    <a:pt x="694288" y="760517"/>
                  </a:lnTo>
                  <a:lnTo>
                    <a:pt x="692366" y="832907"/>
                  </a:lnTo>
                  <a:lnTo>
                    <a:pt x="689246" y="902549"/>
                  </a:lnTo>
                  <a:lnTo>
                    <a:pt x="684996" y="969025"/>
                  </a:lnTo>
                  <a:lnTo>
                    <a:pt x="679685" y="1031917"/>
                  </a:lnTo>
                  <a:lnTo>
                    <a:pt x="673380" y="1090806"/>
                  </a:lnTo>
                  <a:lnTo>
                    <a:pt x="666150" y="1145273"/>
                  </a:lnTo>
                  <a:lnTo>
                    <a:pt x="658063" y="1194899"/>
                  </a:lnTo>
                  <a:lnTo>
                    <a:pt x="649187" y="1239268"/>
                  </a:lnTo>
                  <a:lnTo>
                    <a:pt x="639590" y="1277958"/>
                  </a:lnTo>
                  <a:lnTo>
                    <a:pt x="618508" y="1336633"/>
                  </a:lnTo>
                  <a:lnTo>
                    <a:pt x="595361" y="1367575"/>
                  </a:lnTo>
                  <a:lnTo>
                    <a:pt x="583184" y="1371600"/>
                  </a:lnTo>
                  <a:lnTo>
                    <a:pt x="111760" y="1371600"/>
                  </a:lnTo>
                  <a:lnTo>
                    <a:pt x="76435" y="1336633"/>
                  </a:lnTo>
                  <a:lnTo>
                    <a:pt x="55353" y="1277958"/>
                  </a:lnTo>
                  <a:lnTo>
                    <a:pt x="45756" y="1239268"/>
                  </a:lnTo>
                  <a:lnTo>
                    <a:pt x="36880" y="1194899"/>
                  </a:lnTo>
                  <a:lnTo>
                    <a:pt x="28793" y="1145273"/>
                  </a:lnTo>
                  <a:lnTo>
                    <a:pt x="21563" y="1090806"/>
                  </a:lnTo>
                  <a:lnTo>
                    <a:pt x="15258" y="1031917"/>
                  </a:lnTo>
                  <a:lnTo>
                    <a:pt x="9947" y="969025"/>
                  </a:lnTo>
                  <a:lnTo>
                    <a:pt x="5697" y="902549"/>
                  </a:lnTo>
                  <a:lnTo>
                    <a:pt x="2577" y="832907"/>
                  </a:lnTo>
                  <a:lnTo>
                    <a:pt x="655" y="760517"/>
                  </a:lnTo>
                  <a:lnTo>
                    <a:pt x="0" y="685800"/>
                  </a:lnTo>
                  <a:lnTo>
                    <a:pt x="655" y="611082"/>
                  </a:lnTo>
                  <a:lnTo>
                    <a:pt x="2577" y="538692"/>
                  </a:lnTo>
                  <a:lnTo>
                    <a:pt x="5697" y="469050"/>
                  </a:lnTo>
                  <a:lnTo>
                    <a:pt x="9947" y="402574"/>
                  </a:lnTo>
                  <a:lnTo>
                    <a:pt x="15258" y="339682"/>
                  </a:lnTo>
                  <a:lnTo>
                    <a:pt x="21563" y="280793"/>
                  </a:lnTo>
                  <a:lnTo>
                    <a:pt x="28793" y="226326"/>
                  </a:lnTo>
                  <a:lnTo>
                    <a:pt x="36880" y="176700"/>
                  </a:lnTo>
                  <a:lnTo>
                    <a:pt x="45756" y="132331"/>
                  </a:lnTo>
                  <a:lnTo>
                    <a:pt x="55353" y="93641"/>
                  </a:lnTo>
                  <a:lnTo>
                    <a:pt x="76435" y="34966"/>
                  </a:lnTo>
                  <a:lnTo>
                    <a:pt x="99582" y="402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240139" y="467105"/>
            <a:ext cx="28257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Gothic Uralic"/>
                <a:cs typeface="Gothic Uralic"/>
              </a:rPr>
              <a:t>P1  P2  P3  P4  P5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852659" y="237743"/>
            <a:ext cx="715010" cy="1629410"/>
            <a:chOff x="9852659" y="237743"/>
            <a:chExt cx="715010" cy="1629410"/>
          </a:xfrm>
        </p:grpSpPr>
        <p:sp>
          <p:nvSpPr>
            <p:cNvPr id="32" name="object 32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583183" y="0"/>
                  </a:moveTo>
                  <a:lnTo>
                    <a:pt x="111759" y="0"/>
                  </a:lnTo>
                  <a:lnTo>
                    <a:pt x="100996" y="3683"/>
                  </a:lnTo>
                  <a:lnTo>
                    <a:pt x="70631" y="56243"/>
                  </a:lnTo>
                  <a:lnTo>
                    <a:pt x="52459" y="122500"/>
                  </a:lnTo>
                  <a:lnTo>
                    <a:pt x="44135" y="163981"/>
                  </a:lnTo>
                  <a:lnTo>
                    <a:pt x="36382" y="210581"/>
                  </a:lnTo>
                  <a:lnTo>
                    <a:pt x="29246" y="261963"/>
                  </a:lnTo>
                  <a:lnTo>
                    <a:pt x="22774" y="317789"/>
                  </a:lnTo>
                  <a:lnTo>
                    <a:pt x="17013" y="377722"/>
                  </a:lnTo>
                  <a:lnTo>
                    <a:pt x="12009" y="441424"/>
                  </a:lnTo>
                  <a:lnTo>
                    <a:pt x="7811" y="508559"/>
                  </a:lnTo>
                  <a:lnTo>
                    <a:pt x="4464" y="578788"/>
                  </a:lnTo>
                  <a:lnTo>
                    <a:pt x="2015" y="651775"/>
                  </a:lnTo>
                  <a:lnTo>
                    <a:pt x="511" y="727182"/>
                  </a:lnTo>
                  <a:lnTo>
                    <a:pt x="0" y="804672"/>
                  </a:lnTo>
                  <a:lnTo>
                    <a:pt x="511" y="882161"/>
                  </a:lnTo>
                  <a:lnTo>
                    <a:pt x="2015" y="957568"/>
                  </a:lnTo>
                  <a:lnTo>
                    <a:pt x="4464" y="1030555"/>
                  </a:lnTo>
                  <a:lnTo>
                    <a:pt x="7811" y="1100784"/>
                  </a:lnTo>
                  <a:lnTo>
                    <a:pt x="12009" y="1167919"/>
                  </a:lnTo>
                  <a:lnTo>
                    <a:pt x="17013" y="1231621"/>
                  </a:lnTo>
                  <a:lnTo>
                    <a:pt x="22774" y="1291554"/>
                  </a:lnTo>
                  <a:lnTo>
                    <a:pt x="29246" y="1347380"/>
                  </a:lnTo>
                  <a:lnTo>
                    <a:pt x="36382" y="1398762"/>
                  </a:lnTo>
                  <a:lnTo>
                    <a:pt x="44135" y="1445362"/>
                  </a:lnTo>
                  <a:lnTo>
                    <a:pt x="52459" y="1486843"/>
                  </a:lnTo>
                  <a:lnTo>
                    <a:pt x="70631" y="1553100"/>
                  </a:lnTo>
                  <a:lnTo>
                    <a:pt x="90523" y="1594833"/>
                  </a:lnTo>
                  <a:lnTo>
                    <a:pt x="111759" y="1609344"/>
                  </a:lnTo>
                  <a:lnTo>
                    <a:pt x="583183" y="1609344"/>
                  </a:lnTo>
                  <a:lnTo>
                    <a:pt x="614557" y="1577200"/>
                  </a:lnTo>
                  <a:lnTo>
                    <a:pt x="633636" y="1522868"/>
                  </a:lnTo>
                  <a:lnTo>
                    <a:pt x="650808" y="1445362"/>
                  </a:lnTo>
                  <a:lnTo>
                    <a:pt x="658561" y="1398762"/>
                  </a:lnTo>
                  <a:lnTo>
                    <a:pt x="665697" y="1347380"/>
                  </a:lnTo>
                  <a:lnTo>
                    <a:pt x="672169" y="1291554"/>
                  </a:lnTo>
                  <a:lnTo>
                    <a:pt x="677930" y="1231621"/>
                  </a:lnTo>
                  <a:lnTo>
                    <a:pt x="682934" y="1167919"/>
                  </a:lnTo>
                  <a:lnTo>
                    <a:pt x="687132" y="1100784"/>
                  </a:lnTo>
                  <a:lnTo>
                    <a:pt x="690479" y="1030555"/>
                  </a:lnTo>
                  <a:lnTo>
                    <a:pt x="692928" y="957568"/>
                  </a:lnTo>
                  <a:lnTo>
                    <a:pt x="694432" y="882161"/>
                  </a:lnTo>
                  <a:lnTo>
                    <a:pt x="694943" y="804672"/>
                  </a:lnTo>
                  <a:lnTo>
                    <a:pt x="694432" y="727182"/>
                  </a:lnTo>
                  <a:lnTo>
                    <a:pt x="692928" y="651775"/>
                  </a:lnTo>
                  <a:lnTo>
                    <a:pt x="690479" y="578788"/>
                  </a:lnTo>
                  <a:lnTo>
                    <a:pt x="687132" y="508559"/>
                  </a:lnTo>
                  <a:lnTo>
                    <a:pt x="682934" y="441424"/>
                  </a:lnTo>
                  <a:lnTo>
                    <a:pt x="677930" y="377722"/>
                  </a:lnTo>
                  <a:lnTo>
                    <a:pt x="672169" y="317789"/>
                  </a:lnTo>
                  <a:lnTo>
                    <a:pt x="665697" y="261963"/>
                  </a:lnTo>
                  <a:lnTo>
                    <a:pt x="658561" y="210581"/>
                  </a:lnTo>
                  <a:lnTo>
                    <a:pt x="650808" y="163981"/>
                  </a:lnTo>
                  <a:lnTo>
                    <a:pt x="642484" y="122500"/>
                  </a:lnTo>
                  <a:lnTo>
                    <a:pt x="624312" y="56243"/>
                  </a:lnTo>
                  <a:lnTo>
                    <a:pt x="604420" y="1451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111759" y="0"/>
                  </a:moveTo>
                  <a:lnTo>
                    <a:pt x="583183" y="0"/>
                  </a:lnTo>
                  <a:lnTo>
                    <a:pt x="593947" y="3683"/>
                  </a:lnTo>
                  <a:lnTo>
                    <a:pt x="624312" y="56243"/>
                  </a:lnTo>
                  <a:lnTo>
                    <a:pt x="642484" y="122500"/>
                  </a:lnTo>
                  <a:lnTo>
                    <a:pt x="650808" y="163981"/>
                  </a:lnTo>
                  <a:lnTo>
                    <a:pt x="658561" y="210581"/>
                  </a:lnTo>
                  <a:lnTo>
                    <a:pt x="665697" y="261963"/>
                  </a:lnTo>
                  <a:lnTo>
                    <a:pt x="672169" y="317789"/>
                  </a:lnTo>
                  <a:lnTo>
                    <a:pt x="677930" y="377722"/>
                  </a:lnTo>
                  <a:lnTo>
                    <a:pt x="682934" y="441424"/>
                  </a:lnTo>
                  <a:lnTo>
                    <a:pt x="687132" y="508559"/>
                  </a:lnTo>
                  <a:lnTo>
                    <a:pt x="690479" y="578788"/>
                  </a:lnTo>
                  <a:lnTo>
                    <a:pt x="692928" y="651775"/>
                  </a:lnTo>
                  <a:lnTo>
                    <a:pt x="694432" y="727182"/>
                  </a:lnTo>
                  <a:lnTo>
                    <a:pt x="694943" y="804672"/>
                  </a:lnTo>
                  <a:lnTo>
                    <a:pt x="694432" y="882161"/>
                  </a:lnTo>
                  <a:lnTo>
                    <a:pt x="692928" y="957568"/>
                  </a:lnTo>
                  <a:lnTo>
                    <a:pt x="690479" y="1030555"/>
                  </a:lnTo>
                  <a:lnTo>
                    <a:pt x="687132" y="1100784"/>
                  </a:lnTo>
                  <a:lnTo>
                    <a:pt x="682934" y="1167919"/>
                  </a:lnTo>
                  <a:lnTo>
                    <a:pt x="677930" y="1231621"/>
                  </a:lnTo>
                  <a:lnTo>
                    <a:pt x="672169" y="1291554"/>
                  </a:lnTo>
                  <a:lnTo>
                    <a:pt x="665697" y="1347380"/>
                  </a:lnTo>
                  <a:lnTo>
                    <a:pt x="658561" y="1398762"/>
                  </a:lnTo>
                  <a:lnTo>
                    <a:pt x="650808" y="1445362"/>
                  </a:lnTo>
                  <a:lnTo>
                    <a:pt x="642484" y="1486843"/>
                  </a:lnTo>
                  <a:lnTo>
                    <a:pt x="624312" y="1553100"/>
                  </a:lnTo>
                  <a:lnTo>
                    <a:pt x="604420" y="1594833"/>
                  </a:lnTo>
                  <a:lnTo>
                    <a:pt x="583183" y="1609344"/>
                  </a:lnTo>
                  <a:lnTo>
                    <a:pt x="111759" y="1609344"/>
                  </a:lnTo>
                  <a:lnTo>
                    <a:pt x="80386" y="1577200"/>
                  </a:lnTo>
                  <a:lnTo>
                    <a:pt x="61307" y="1522868"/>
                  </a:lnTo>
                  <a:lnTo>
                    <a:pt x="44135" y="1445362"/>
                  </a:lnTo>
                  <a:lnTo>
                    <a:pt x="36382" y="1398762"/>
                  </a:lnTo>
                  <a:lnTo>
                    <a:pt x="29246" y="1347380"/>
                  </a:lnTo>
                  <a:lnTo>
                    <a:pt x="22774" y="1291554"/>
                  </a:lnTo>
                  <a:lnTo>
                    <a:pt x="17013" y="1231621"/>
                  </a:lnTo>
                  <a:lnTo>
                    <a:pt x="12009" y="1167919"/>
                  </a:lnTo>
                  <a:lnTo>
                    <a:pt x="7811" y="1100784"/>
                  </a:lnTo>
                  <a:lnTo>
                    <a:pt x="4464" y="1030555"/>
                  </a:lnTo>
                  <a:lnTo>
                    <a:pt x="2015" y="957568"/>
                  </a:lnTo>
                  <a:lnTo>
                    <a:pt x="511" y="882161"/>
                  </a:lnTo>
                  <a:lnTo>
                    <a:pt x="0" y="804672"/>
                  </a:lnTo>
                  <a:lnTo>
                    <a:pt x="511" y="727182"/>
                  </a:lnTo>
                  <a:lnTo>
                    <a:pt x="2015" y="651775"/>
                  </a:lnTo>
                  <a:lnTo>
                    <a:pt x="4464" y="578788"/>
                  </a:lnTo>
                  <a:lnTo>
                    <a:pt x="7811" y="508559"/>
                  </a:lnTo>
                  <a:lnTo>
                    <a:pt x="12009" y="441424"/>
                  </a:lnTo>
                  <a:lnTo>
                    <a:pt x="17013" y="377722"/>
                  </a:lnTo>
                  <a:lnTo>
                    <a:pt x="22774" y="317789"/>
                  </a:lnTo>
                  <a:lnTo>
                    <a:pt x="29246" y="261963"/>
                  </a:lnTo>
                  <a:lnTo>
                    <a:pt x="36382" y="210581"/>
                  </a:lnTo>
                  <a:lnTo>
                    <a:pt x="44135" y="163981"/>
                  </a:lnTo>
                  <a:lnTo>
                    <a:pt x="52459" y="122500"/>
                  </a:lnTo>
                  <a:lnTo>
                    <a:pt x="70631" y="56243"/>
                  </a:lnTo>
                  <a:lnTo>
                    <a:pt x="90523" y="14510"/>
                  </a:lnTo>
                  <a:lnTo>
                    <a:pt x="111759" y="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069448" y="211073"/>
            <a:ext cx="28194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P4  P5  P6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0663428" y="0"/>
            <a:ext cx="715010" cy="1876425"/>
            <a:chOff x="10663428" y="0"/>
            <a:chExt cx="715010" cy="1876425"/>
          </a:xfrm>
        </p:grpSpPr>
        <p:sp>
          <p:nvSpPr>
            <p:cNvPr id="36" name="object 36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583184" y="0"/>
                  </a:moveTo>
                  <a:lnTo>
                    <a:pt x="111760" y="0"/>
                  </a:lnTo>
                  <a:lnTo>
                    <a:pt x="102594" y="3076"/>
                  </a:lnTo>
                  <a:lnTo>
                    <a:pt x="76435" y="47317"/>
                  </a:lnTo>
                  <a:lnTo>
                    <a:pt x="60400" y="103596"/>
                  </a:lnTo>
                  <a:lnTo>
                    <a:pt x="45756" y="179076"/>
                  </a:lnTo>
                  <a:lnTo>
                    <a:pt x="39028" y="223418"/>
                  </a:lnTo>
                  <a:lnTo>
                    <a:pt x="32734" y="271843"/>
                  </a:lnTo>
                  <a:lnTo>
                    <a:pt x="26903" y="324113"/>
                  </a:lnTo>
                  <a:lnTo>
                    <a:pt x="21563" y="379988"/>
                  </a:lnTo>
                  <a:lnTo>
                    <a:pt x="16744" y="439229"/>
                  </a:lnTo>
                  <a:lnTo>
                    <a:pt x="12474" y="501598"/>
                  </a:lnTo>
                  <a:lnTo>
                    <a:pt x="8782" y="566856"/>
                  </a:lnTo>
                  <a:lnTo>
                    <a:pt x="5697" y="634764"/>
                  </a:lnTo>
                  <a:lnTo>
                    <a:pt x="3248" y="705082"/>
                  </a:lnTo>
                  <a:lnTo>
                    <a:pt x="1462" y="777573"/>
                  </a:lnTo>
                  <a:lnTo>
                    <a:pt x="370" y="851997"/>
                  </a:lnTo>
                  <a:lnTo>
                    <a:pt x="0" y="928116"/>
                  </a:lnTo>
                  <a:lnTo>
                    <a:pt x="370" y="1004234"/>
                  </a:lnTo>
                  <a:lnTo>
                    <a:pt x="1462" y="1078658"/>
                  </a:lnTo>
                  <a:lnTo>
                    <a:pt x="3248" y="1151149"/>
                  </a:lnTo>
                  <a:lnTo>
                    <a:pt x="5697" y="1221467"/>
                  </a:lnTo>
                  <a:lnTo>
                    <a:pt x="8782" y="1289375"/>
                  </a:lnTo>
                  <a:lnTo>
                    <a:pt x="12474" y="1354633"/>
                  </a:lnTo>
                  <a:lnTo>
                    <a:pt x="16744" y="1417002"/>
                  </a:lnTo>
                  <a:lnTo>
                    <a:pt x="21563" y="1476243"/>
                  </a:lnTo>
                  <a:lnTo>
                    <a:pt x="26903" y="1532118"/>
                  </a:lnTo>
                  <a:lnTo>
                    <a:pt x="32734" y="1584388"/>
                  </a:lnTo>
                  <a:lnTo>
                    <a:pt x="39028" y="1632813"/>
                  </a:lnTo>
                  <a:lnTo>
                    <a:pt x="45756" y="1677155"/>
                  </a:lnTo>
                  <a:lnTo>
                    <a:pt x="52890" y="1717175"/>
                  </a:lnTo>
                  <a:lnTo>
                    <a:pt x="68258" y="1783294"/>
                  </a:lnTo>
                  <a:lnTo>
                    <a:pt x="84903" y="1829257"/>
                  </a:lnTo>
                  <a:lnTo>
                    <a:pt x="111760" y="1856232"/>
                  </a:lnTo>
                  <a:lnTo>
                    <a:pt x="583184" y="1856232"/>
                  </a:lnTo>
                  <a:lnTo>
                    <a:pt x="618508" y="1808914"/>
                  </a:lnTo>
                  <a:lnTo>
                    <a:pt x="634543" y="1752635"/>
                  </a:lnTo>
                  <a:lnTo>
                    <a:pt x="649187" y="1677155"/>
                  </a:lnTo>
                  <a:lnTo>
                    <a:pt x="655915" y="1632813"/>
                  </a:lnTo>
                  <a:lnTo>
                    <a:pt x="662209" y="1584388"/>
                  </a:lnTo>
                  <a:lnTo>
                    <a:pt x="668040" y="1532118"/>
                  </a:lnTo>
                  <a:lnTo>
                    <a:pt x="673380" y="1476243"/>
                  </a:lnTo>
                  <a:lnTo>
                    <a:pt x="678199" y="1417002"/>
                  </a:lnTo>
                  <a:lnTo>
                    <a:pt x="682469" y="1354633"/>
                  </a:lnTo>
                  <a:lnTo>
                    <a:pt x="686161" y="1289375"/>
                  </a:lnTo>
                  <a:lnTo>
                    <a:pt x="689246" y="1221467"/>
                  </a:lnTo>
                  <a:lnTo>
                    <a:pt x="691695" y="1151149"/>
                  </a:lnTo>
                  <a:lnTo>
                    <a:pt x="693481" y="1078658"/>
                  </a:lnTo>
                  <a:lnTo>
                    <a:pt x="694573" y="1004234"/>
                  </a:lnTo>
                  <a:lnTo>
                    <a:pt x="694944" y="928116"/>
                  </a:lnTo>
                  <a:lnTo>
                    <a:pt x="694573" y="851997"/>
                  </a:lnTo>
                  <a:lnTo>
                    <a:pt x="693481" y="777573"/>
                  </a:lnTo>
                  <a:lnTo>
                    <a:pt x="691695" y="705082"/>
                  </a:lnTo>
                  <a:lnTo>
                    <a:pt x="689246" y="634764"/>
                  </a:lnTo>
                  <a:lnTo>
                    <a:pt x="686161" y="566856"/>
                  </a:lnTo>
                  <a:lnTo>
                    <a:pt x="682469" y="501598"/>
                  </a:lnTo>
                  <a:lnTo>
                    <a:pt x="678199" y="439229"/>
                  </a:lnTo>
                  <a:lnTo>
                    <a:pt x="673380" y="379988"/>
                  </a:lnTo>
                  <a:lnTo>
                    <a:pt x="668040" y="324113"/>
                  </a:lnTo>
                  <a:lnTo>
                    <a:pt x="662209" y="271843"/>
                  </a:lnTo>
                  <a:lnTo>
                    <a:pt x="655915" y="223418"/>
                  </a:lnTo>
                  <a:lnTo>
                    <a:pt x="649187" y="179076"/>
                  </a:lnTo>
                  <a:lnTo>
                    <a:pt x="642053" y="139056"/>
                  </a:lnTo>
                  <a:lnTo>
                    <a:pt x="626685" y="72937"/>
                  </a:lnTo>
                  <a:lnTo>
                    <a:pt x="610040" y="2697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111760" y="0"/>
                  </a:moveTo>
                  <a:lnTo>
                    <a:pt x="583184" y="0"/>
                  </a:lnTo>
                  <a:lnTo>
                    <a:pt x="592349" y="3076"/>
                  </a:lnTo>
                  <a:lnTo>
                    <a:pt x="618508" y="47317"/>
                  </a:lnTo>
                  <a:lnTo>
                    <a:pt x="634543" y="103596"/>
                  </a:lnTo>
                  <a:lnTo>
                    <a:pt x="649187" y="179076"/>
                  </a:lnTo>
                  <a:lnTo>
                    <a:pt x="655915" y="223418"/>
                  </a:lnTo>
                  <a:lnTo>
                    <a:pt x="662209" y="271843"/>
                  </a:lnTo>
                  <a:lnTo>
                    <a:pt x="668040" y="324113"/>
                  </a:lnTo>
                  <a:lnTo>
                    <a:pt x="673380" y="379988"/>
                  </a:lnTo>
                  <a:lnTo>
                    <a:pt x="678199" y="439229"/>
                  </a:lnTo>
                  <a:lnTo>
                    <a:pt x="682469" y="501598"/>
                  </a:lnTo>
                  <a:lnTo>
                    <a:pt x="686161" y="566856"/>
                  </a:lnTo>
                  <a:lnTo>
                    <a:pt x="689246" y="634764"/>
                  </a:lnTo>
                  <a:lnTo>
                    <a:pt x="691695" y="705082"/>
                  </a:lnTo>
                  <a:lnTo>
                    <a:pt x="693481" y="777573"/>
                  </a:lnTo>
                  <a:lnTo>
                    <a:pt x="694573" y="851997"/>
                  </a:lnTo>
                  <a:lnTo>
                    <a:pt x="694944" y="928116"/>
                  </a:lnTo>
                  <a:lnTo>
                    <a:pt x="694573" y="1004234"/>
                  </a:lnTo>
                  <a:lnTo>
                    <a:pt x="693481" y="1078658"/>
                  </a:lnTo>
                  <a:lnTo>
                    <a:pt x="691695" y="1151149"/>
                  </a:lnTo>
                  <a:lnTo>
                    <a:pt x="689246" y="1221467"/>
                  </a:lnTo>
                  <a:lnTo>
                    <a:pt x="686161" y="1289375"/>
                  </a:lnTo>
                  <a:lnTo>
                    <a:pt x="682469" y="1354633"/>
                  </a:lnTo>
                  <a:lnTo>
                    <a:pt x="678199" y="1417002"/>
                  </a:lnTo>
                  <a:lnTo>
                    <a:pt x="673380" y="1476243"/>
                  </a:lnTo>
                  <a:lnTo>
                    <a:pt x="668040" y="1532118"/>
                  </a:lnTo>
                  <a:lnTo>
                    <a:pt x="662209" y="1584388"/>
                  </a:lnTo>
                  <a:lnTo>
                    <a:pt x="655915" y="1632813"/>
                  </a:lnTo>
                  <a:lnTo>
                    <a:pt x="649187" y="1677155"/>
                  </a:lnTo>
                  <a:lnTo>
                    <a:pt x="642053" y="1717175"/>
                  </a:lnTo>
                  <a:lnTo>
                    <a:pt x="626685" y="1783294"/>
                  </a:lnTo>
                  <a:lnTo>
                    <a:pt x="610040" y="1829257"/>
                  </a:lnTo>
                  <a:lnTo>
                    <a:pt x="583184" y="1856232"/>
                  </a:lnTo>
                  <a:lnTo>
                    <a:pt x="111760" y="1856232"/>
                  </a:lnTo>
                  <a:lnTo>
                    <a:pt x="76435" y="1808914"/>
                  </a:lnTo>
                  <a:lnTo>
                    <a:pt x="60400" y="1752635"/>
                  </a:lnTo>
                  <a:lnTo>
                    <a:pt x="45756" y="1677155"/>
                  </a:lnTo>
                  <a:lnTo>
                    <a:pt x="39028" y="1632813"/>
                  </a:lnTo>
                  <a:lnTo>
                    <a:pt x="32734" y="1584388"/>
                  </a:lnTo>
                  <a:lnTo>
                    <a:pt x="26903" y="1532118"/>
                  </a:lnTo>
                  <a:lnTo>
                    <a:pt x="21563" y="1476243"/>
                  </a:lnTo>
                  <a:lnTo>
                    <a:pt x="16744" y="1417002"/>
                  </a:lnTo>
                  <a:lnTo>
                    <a:pt x="12474" y="1354633"/>
                  </a:lnTo>
                  <a:lnTo>
                    <a:pt x="8782" y="1289375"/>
                  </a:lnTo>
                  <a:lnTo>
                    <a:pt x="5697" y="1221467"/>
                  </a:lnTo>
                  <a:lnTo>
                    <a:pt x="3248" y="1151149"/>
                  </a:lnTo>
                  <a:lnTo>
                    <a:pt x="1462" y="1078658"/>
                  </a:lnTo>
                  <a:lnTo>
                    <a:pt x="370" y="1004234"/>
                  </a:lnTo>
                  <a:lnTo>
                    <a:pt x="0" y="928116"/>
                  </a:lnTo>
                  <a:lnTo>
                    <a:pt x="370" y="851997"/>
                  </a:lnTo>
                  <a:lnTo>
                    <a:pt x="1462" y="777573"/>
                  </a:lnTo>
                  <a:lnTo>
                    <a:pt x="3248" y="705082"/>
                  </a:lnTo>
                  <a:lnTo>
                    <a:pt x="5697" y="634764"/>
                  </a:lnTo>
                  <a:lnTo>
                    <a:pt x="8782" y="566856"/>
                  </a:lnTo>
                  <a:lnTo>
                    <a:pt x="12474" y="501598"/>
                  </a:lnTo>
                  <a:lnTo>
                    <a:pt x="16744" y="439229"/>
                  </a:lnTo>
                  <a:lnTo>
                    <a:pt x="21563" y="379988"/>
                  </a:lnTo>
                  <a:lnTo>
                    <a:pt x="26903" y="324113"/>
                  </a:lnTo>
                  <a:lnTo>
                    <a:pt x="32734" y="271843"/>
                  </a:lnTo>
                  <a:lnTo>
                    <a:pt x="39028" y="223418"/>
                  </a:lnTo>
                  <a:lnTo>
                    <a:pt x="45756" y="179076"/>
                  </a:lnTo>
                  <a:lnTo>
                    <a:pt x="52890" y="139056"/>
                  </a:lnTo>
                  <a:lnTo>
                    <a:pt x="68258" y="72937"/>
                  </a:lnTo>
                  <a:lnTo>
                    <a:pt x="84903" y="2697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0879963" y="0"/>
            <a:ext cx="28194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P4  P5  P6  P7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853684" y="1861947"/>
            <a:ext cx="834390" cy="17145"/>
          </a:xfrm>
          <a:custGeom>
            <a:avLst/>
            <a:gdLst/>
            <a:ahLst/>
            <a:cxnLst/>
            <a:rect l="l" t="t" r="r" b="b"/>
            <a:pathLst>
              <a:path w="834390" h="17144">
                <a:moveTo>
                  <a:pt x="0" y="16636"/>
                </a:moveTo>
                <a:lnTo>
                  <a:pt x="834389" y="16636"/>
                </a:lnTo>
              </a:path>
              <a:path w="834390" h="17144">
                <a:moveTo>
                  <a:pt x="0" y="0"/>
                </a:moveTo>
                <a:lnTo>
                  <a:pt x="834389" y="0"/>
                </a:lnTo>
              </a:path>
            </a:pathLst>
          </a:custGeom>
          <a:ln w="3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927597" y="187680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68807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775442" y="185394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11123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5917691" y="1850453"/>
          <a:ext cx="5438769" cy="255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47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16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84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683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65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5783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5783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86714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481329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33401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142239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</a:tblGrid>
              <a:tr h="248094">
                <a:tc>
                  <a:txBody>
                    <a:bodyPr/>
                    <a:lstStyle/>
                    <a:p>
                      <a:pPr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5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6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" name="object 45"/>
          <p:cNvSpPr txBox="1"/>
          <p:nvPr/>
        </p:nvSpPr>
        <p:spPr>
          <a:xfrm>
            <a:off x="5759322" y="125983"/>
            <a:ext cx="144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0000"/>
                </a:solidFill>
                <a:latin typeface="Gothic Uralic"/>
                <a:cs typeface="Gothic Uralic"/>
              </a:rPr>
              <a:t>Arrival</a:t>
            </a:r>
            <a:r>
              <a:rPr sz="2000" b="1" spc="-75" dirty="0">
                <a:solidFill>
                  <a:srgbClr val="FF0000"/>
                </a:solidFill>
                <a:latin typeface="Gothic Uralic"/>
                <a:cs typeface="Gothic Ural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Gothic Uralic"/>
                <a:cs typeface="Gothic Uralic"/>
              </a:rPr>
              <a:t>Time</a:t>
            </a:r>
            <a:endParaRPr sz="2000">
              <a:latin typeface="Gothic Uralic"/>
              <a:cs typeface="Gothic Uralic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441191" y="4488179"/>
            <a:ext cx="281940" cy="527685"/>
          </a:xfrm>
          <a:custGeom>
            <a:avLst/>
            <a:gdLst/>
            <a:ahLst/>
            <a:cxnLst/>
            <a:rect l="l" t="t" r="r" b="b"/>
            <a:pathLst>
              <a:path w="281939" h="527685">
                <a:moveTo>
                  <a:pt x="253746" y="0"/>
                </a:moveTo>
                <a:lnTo>
                  <a:pt x="28194" y="0"/>
                </a:lnTo>
                <a:lnTo>
                  <a:pt x="17198" y="2208"/>
                </a:lnTo>
                <a:lnTo>
                  <a:pt x="8239" y="8239"/>
                </a:lnTo>
                <a:lnTo>
                  <a:pt x="2208" y="17198"/>
                </a:lnTo>
                <a:lnTo>
                  <a:pt x="0" y="28194"/>
                </a:lnTo>
                <a:lnTo>
                  <a:pt x="0" y="499110"/>
                </a:lnTo>
                <a:lnTo>
                  <a:pt x="2208" y="510105"/>
                </a:lnTo>
                <a:lnTo>
                  <a:pt x="8239" y="519064"/>
                </a:lnTo>
                <a:lnTo>
                  <a:pt x="17198" y="525095"/>
                </a:lnTo>
                <a:lnTo>
                  <a:pt x="28194" y="527304"/>
                </a:lnTo>
                <a:lnTo>
                  <a:pt x="253746" y="527304"/>
                </a:lnTo>
                <a:lnTo>
                  <a:pt x="264741" y="525095"/>
                </a:lnTo>
                <a:lnTo>
                  <a:pt x="273700" y="519064"/>
                </a:lnTo>
                <a:lnTo>
                  <a:pt x="279731" y="510105"/>
                </a:lnTo>
                <a:lnTo>
                  <a:pt x="281940" y="499110"/>
                </a:lnTo>
                <a:lnTo>
                  <a:pt x="281940" y="28194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468115" y="4645278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2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448814" y="4227321"/>
            <a:ext cx="1130300" cy="465455"/>
            <a:chOff x="2448814" y="4227321"/>
            <a:chExt cx="1130300" cy="465455"/>
          </a:xfrm>
        </p:grpSpPr>
        <p:sp>
          <p:nvSpPr>
            <p:cNvPr id="49" name="object 49"/>
            <p:cNvSpPr/>
            <p:nvPr/>
          </p:nvSpPr>
          <p:spPr>
            <a:xfrm>
              <a:off x="2458974" y="423748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1065022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8" y="417843"/>
                  </a:lnTo>
                  <a:lnTo>
                    <a:pt x="13033" y="431974"/>
                  </a:lnTo>
                  <a:lnTo>
                    <a:pt x="27164" y="441509"/>
                  </a:lnTo>
                  <a:lnTo>
                    <a:pt x="44450" y="445008"/>
                  </a:lnTo>
                  <a:lnTo>
                    <a:pt x="1065022" y="445008"/>
                  </a:lnTo>
                  <a:lnTo>
                    <a:pt x="1082307" y="441509"/>
                  </a:lnTo>
                  <a:lnTo>
                    <a:pt x="1096438" y="431974"/>
                  </a:lnTo>
                  <a:lnTo>
                    <a:pt x="1105973" y="417843"/>
                  </a:lnTo>
                  <a:lnTo>
                    <a:pt x="1109472" y="400558"/>
                  </a:lnTo>
                  <a:lnTo>
                    <a:pt x="1109472" y="44450"/>
                  </a:lnTo>
                  <a:lnTo>
                    <a:pt x="1105973" y="27164"/>
                  </a:lnTo>
                  <a:lnTo>
                    <a:pt x="1096438" y="13033"/>
                  </a:lnTo>
                  <a:lnTo>
                    <a:pt x="1082307" y="3498"/>
                  </a:lnTo>
                  <a:lnTo>
                    <a:pt x="106502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458974" y="423748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2789682" y="4195698"/>
            <a:ext cx="4476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651247" y="4477511"/>
            <a:ext cx="280670" cy="525780"/>
          </a:xfrm>
          <a:custGeom>
            <a:avLst/>
            <a:gdLst/>
            <a:ahLst/>
            <a:cxnLst/>
            <a:rect l="l" t="t" r="r" b="b"/>
            <a:pathLst>
              <a:path w="280670" h="525779">
                <a:moveTo>
                  <a:pt x="252349" y="0"/>
                </a:moveTo>
                <a:lnTo>
                  <a:pt x="28066" y="0"/>
                </a:lnTo>
                <a:lnTo>
                  <a:pt x="17144" y="2206"/>
                </a:lnTo>
                <a:lnTo>
                  <a:pt x="8223" y="8223"/>
                </a:lnTo>
                <a:lnTo>
                  <a:pt x="2206" y="17144"/>
                </a:lnTo>
                <a:lnTo>
                  <a:pt x="0" y="28067"/>
                </a:lnTo>
                <a:lnTo>
                  <a:pt x="0" y="497713"/>
                </a:lnTo>
                <a:lnTo>
                  <a:pt x="2206" y="508634"/>
                </a:lnTo>
                <a:lnTo>
                  <a:pt x="8223" y="517556"/>
                </a:lnTo>
                <a:lnTo>
                  <a:pt x="17145" y="523573"/>
                </a:lnTo>
                <a:lnTo>
                  <a:pt x="28066" y="525780"/>
                </a:lnTo>
                <a:lnTo>
                  <a:pt x="252349" y="525780"/>
                </a:lnTo>
                <a:lnTo>
                  <a:pt x="263271" y="523573"/>
                </a:lnTo>
                <a:lnTo>
                  <a:pt x="272192" y="517556"/>
                </a:lnTo>
                <a:lnTo>
                  <a:pt x="278209" y="508635"/>
                </a:lnTo>
                <a:lnTo>
                  <a:pt x="280415" y="497713"/>
                </a:lnTo>
                <a:lnTo>
                  <a:pt x="280415" y="28067"/>
                </a:lnTo>
                <a:lnTo>
                  <a:pt x="278209" y="17145"/>
                </a:lnTo>
                <a:lnTo>
                  <a:pt x="272192" y="8223"/>
                </a:lnTo>
                <a:lnTo>
                  <a:pt x="263270" y="2206"/>
                </a:lnTo>
                <a:lnTo>
                  <a:pt x="252349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4676902" y="4633976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3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657346" y="4216653"/>
            <a:ext cx="1130300" cy="465455"/>
            <a:chOff x="3657346" y="4216653"/>
            <a:chExt cx="1130300" cy="465455"/>
          </a:xfrm>
        </p:grpSpPr>
        <p:sp>
          <p:nvSpPr>
            <p:cNvPr id="55" name="object 55"/>
            <p:cNvSpPr/>
            <p:nvPr/>
          </p:nvSpPr>
          <p:spPr>
            <a:xfrm>
              <a:off x="3667506" y="4226813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1065022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8" y="417843"/>
                  </a:lnTo>
                  <a:lnTo>
                    <a:pt x="13033" y="431974"/>
                  </a:lnTo>
                  <a:lnTo>
                    <a:pt x="27164" y="441509"/>
                  </a:lnTo>
                  <a:lnTo>
                    <a:pt x="44450" y="445008"/>
                  </a:lnTo>
                  <a:lnTo>
                    <a:pt x="1065022" y="445008"/>
                  </a:lnTo>
                  <a:lnTo>
                    <a:pt x="1082307" y="441509"/>
                  </a:lnTo>
                  <a:lnTo>
                    <a:pt x="1096438" y="431974"/>
                  </a:lnTo>
                  <a:lnTo>
                    <a:pt x="1105973" y="417843"/>
                  </a:lnTo>
                  <a:lnTo>
                    <a:pt x="1109472" y="400558"/>
                  </a:lnTo>
                  <a:lnTo>
                    <a:pt x="1109472" y="44450"/>
                  </a:lnTo>
                  <a:lnTo>
                    <a:pt x="1105973" y="27164"/>
                  </a:lnTo>
                  <a:lnTo>
                    <a:pt x="1096438" y="13033"/>
                  </a:lnTo>
                  <a:lnTo>
                    <a:pt x="1082307" y="3498"/>
                  </a:lnTo>
                  <a:lnTo>
                    <a:pt x="106502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667506" y="4226813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998721" y="4184396"/>
            <a:ext cx="4476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908547" y="4472940"/>
            <a:ext cx="281940" cy="527685"/>
          </a:xfrm>
          <a:custGeom>
            <a:avLst/>
            <a:gdLst/>
            <a:ahLst/>
            <a:cxnLst/>
            <a:rect l="l" t="t" r="r" b="b"/>
            <a:pathLst>
              <a:path w="281939" h="527685">
                <a:moveTo>
                  <a:pt x="253746" y="0"/>
                </a:moveTo>
                <a:lnTo>
                  <a:pt x="28193" y="0"/>
                </a:lnTo>
                <a:lnTo>
                  <a:pt x="17198" y="2208"/>
                </a:lnTo>
                <a:lnTo>
                  <a:pt x="8239" y="8239"/>
                </a:lnTo>
                <a:lnTo>
                  <a:pt x="2208" y="17198"/>
                </a:lnTo>
                <a:lnTo>
                  <a:pt x="0" y="28193"/>
                </a:lnTo>
                <a:lnTo>
                  <a:pt x="0" y="499110"/>
                </a:lnTo>
                <a:lnTo>
                  <a:pt x="2208" y="510105"/>
                </a:lnTo>
                <a:lnTo>
                  <a:pt x="8239" y="519064"/>
                </a:lnTo>
                <a:lnTo>
                  <a:pt x="17198" y="525095"/>
                </a:lnTo>
                <a:lnTo>
                  <a:pt x="28193" y="527304"/>
                </a:lnTo>
                <a:lnTo>
                  <a:pt x="253746" y="527304"/>
                </a:lnTo>
                <a:lnTo>
                  <a:pt x="264741" y="525095"/>
                </a:lnTo>
                <a:lnTo>
                  <a:pt x="273700" y="519064"/>
                </a:lnTo>
                <a:lnTo>
                  <a:pt x="279731" y="510105"/>
                </a:lnTo>
                <a:lnTo>
                  <a:pt x="281939" y="499110"/>
                </a:lnTo>
                <a:lnTo>
                  <a:pt x="281939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5935217" y="4630039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4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914900" y="4212335"/>
            <a:ext cx="1130935" cy="464820"/>
            <a:chOff x="4914900" y="4212335"/>
            <a:chExt cx="1130935" cy="464820"/>
          </a:xfrm>
        </p:grpSpPr>
        <p:sp>
          <p:nvSpPr>
            <p:cNvPr id="61" name="object 61"/>
            <p:cNvSpPr/>
            <p:nvPr/>
          </p:nvSpPr>
          <p:spPr>
            <a:xfrm>
              <a:off x="4924805" y="4222241"/>
              <a:ext cx="1111250" cy="445134"/>
            </a:xfrm>
            <a:custGeom>
              <a:avLst/>
              <a:gdLst/>
              <a:ahLst/>
              <a:cxnLst/>
              <a:rect l="l" t="t" r="r" b="b"/>
              <a:pathLst>
                <a:path w="1111250" h="445135">
                  <a:moveTo>
                    <a:pt x="1066546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49"/>
                  </a:lnTo>
                  <a:lnTo>
                    <a:pt x="0" y="400557"/>
                  </a:lnTo>
                  <a:lnTo>
                    <a:pt x="3498" y="417843"/>
                  </a:lnTo>
                  <a:lnTo>
                    <a:pt x="13033" y="431974"/>
                  </a:lnTo>
                  <a:lnTo>
                    <a:pt x="27164" y="441509"/>
                  </a:lnTo>
                  <a:lnTo>
                    <a:pt x="44450" y="445007"/>
                  </a:lnTo>
                  <a:lnTo>
                    <a:pt x="1066546" y="445007"/>
                  </a:lnTo>
                  <a:lnTo>
                    <a:pt x="1083831" y="441509"/>
                  </a:lnTo>
                  <a:lnTo>
                    <a:pt x="1097962" y="431974"/>
                  </a:lnTo>
                  <a:lnTo>
                    <a:pt x="1107497" y="417843"/>
                  </a:lnTo>
                  <a:lnTo>
                    <a:pt x="1110996" y="400557"/>
                  </a:lnTo>
                  <a:lnTo>
                    <a:pt x="1110996" y="44449"/>
                  </a:lnTo>
                  <a:lnTo>
                    <a:pt x="1107497" y="27164"/>
                  </a:lnTo>
                  <a:lnTo>
                    <a:pt x="1097962" y="13033"/>
                  </a:lnTo>
                  <a:lnTo>
                    <a:pt x="1083831" y="3498"/>
                  </a:lnTo>
                  <a:lnTo>
                    <a:pt x="106654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924805" y="4222241"/>
              <a:ext cx="1111250" cy="445134"/>
            </a:xfrm>
            <a:custGeom>
              <a:avLst/>
              <a:gdLst/>
              <a:ahLst/>
              <a:cxnLst/>
              <a:rect l="l" t="t" r="r" b="b"/>
              <a:pathLst>
                <a:path w="1111250" h="445135">
                  <a:moveTo>
                    <a:pt x="0" y="44449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6546" y="0"/>
                  </a:lnTo>
                  <a:lnTo>
                    <a:pt x="1083831" y="3498"/>
                  </a:lnTo>
                  <a:lnTo>
                    <a:pt x="1097962" y="13033"/>
                  </a:lnTo>
                  <a:lnTo>
                    <a:pt x="1107497" y="27164"/>
                  </a:lnTo>
                  <a:lnTo>
                    <a:pt x="1110996" y="44449"/>
                  </a:lnTo>
                  <a:lnTo>
                    <a:pt x="1110996" y="400557"/>
                  </a:lnTo>
                  <a:lnTo>
                    <a:pt x="1107497" y="417843"/>
                  </a:lnTo>
                  <a:lnTo>
                    <a:pt x="1097962" y="431974"/>
                  </a:lnTo>
                  <a:lnTo>
                    <a:pt x="1083831" y="441509"/>
                  </a:lnTo>
                  <a:lnTo>
                    <a:pt x="1066546" y="445007"/>
                  </a:lnTo>
                  <a:lnTo>
                    <a:pt x="44450" y="445007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7"/>
                  </a:lnTo>
                  <a:lnTo>
                    <a:pt x="0" y="44449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5256657" y="4179773"/>
            <a:ext cx="44767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P4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042153" y="1763649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rlito"/>
                <a:cs typeface="Carlito"/>
              </a:rPr>
              <a:t>3</a:t>
            </a:r>
            <a:endParaRPr sz="20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318151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32660" y="4475988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39" h="525779">
                <a:moveTo>
                  <a:pt x="253745" y="0"/>
                </a:moveTo>
                <a:lnTo>
                  <a:pt x="28193" y="0"/>
                </a:lnTo>
                <a:lnTo>
                  <a:pt x="17198" y="2208"/>
                </a:lnTo>
                <a:lnTo>
                  <a:pt x="8239" y="8239"/>
                </a:lnTo>
                <a:lnTo>
                  <a:pt x="2208" y="17198"/>
                </a:lnTo>
                <a:lnTo>
                  <a:pt x="0" y="28193"/>
                </a:lnTo>
                <a:lnTo>
                  <a:pt x="0" y="497586"/>
                </a:lnTo>
                <a:lnTo>
                  <a:pt x="2208" y="508581"/>
                </a:lnTo>
                <a:lnTo>
                  <a:pt x="8239" y="517540"/>
                </a:lnTo>
                <a:lnTo>
                  <a:pt x="17198" y="523571"/>
                </a:lnTo>
                <a:lnTo>
                  <a:pt x="28193" y="525780"/>
                </a:lnTo>
                <a:lnTo>
                  <a:pt x="253745" y="525780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39" y="497586"/>
                </a:lnTo>
                <a:lnTo>
                  <a:pt x="281939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258948" y="4631893"/>
            <a:ext cx="230504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235" dirty="0">
                <a:latin typeface="Verdana"/>
                <a:cs typeface="Verdana"/>
              </a:rPr>
              <a:t>1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7947" y="4475988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40" h="525779">
                <a:moveTo>
                  <a:pt x="253746" y="0"/>
                </a:moveTo>
                <a:lnTo>
                  <a:pt x="28193" y="0"/>
                </a:lnTo>
                <a:lnTo>
                  <a:pt x="17220" y="2208"/>
                </a:lnTo>
                <a:lnTo>
                  <a:pt x="8258" y="8239"/>
                </a:lnTo>
                <a:lnTo>
                  <a:pt x="2215" y="17198"/>
                </a:lnTo>
                <a:lnTo>
                  <a:pt x="0" y="28193"/>
                </a:lnTo>
                <a:lnTo>
                  <a:pt x="0" y="497586"/>
                </a:lnTo>
                <a:lnTo>
                  <a:pt x="2215" y="508581"/>
                </a:lnTo>
                <a:lnTo>
                  <a:pt x="8258" y="517540"/>
                </a:lnTo>
                <a:lnTo>
                  <a:pt x="17220" y="523571"/>
                </a:lnTo>
                <a:lnTo>
                  <a:pt x="28193" y="525780"/>
                </a:lnTo>
                <a:lnTo>
                  <a:pt x="253746" y="525780"/>
                </a:lnTo>
                <a:lnTo>
                  <a:pt x="264741" y="523571"/>
                </a:lnTo>
                <a:lnTo>
                  <a:pt x="273700" y="517540"/>
                </a:lnTo>
                <a:lnTo>
                  <a:pt x="279731" y="508581"/>
                </a:lnTo>
                <a:lnTo>
                  <a:pt x="281940" y="497586"/>
                </a:lnTo>
                <a:lnTo>
                  <a:pt x="281940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134262" y="4631893"/>
            <a:ext cx="230504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235" dirty="0">
                <a:latin typeface="Verdana"/>
                <a:cs typeface="Verdana"/>
              </a:rPr>
              <a:t>0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240282" y="4215129"/>
            <a:ext cx="1130300" cy="465455"/>
            <a:chOff x="1240282" y="4215129"/>
            <a:chExt cx="1130300" cy="465455"/>
          </a:xfrm>
        </p:grpSpPr>
        <p:sp>
          <p:nvSpPr>
            <p:cNvPr id="7" name="object 7"/>
            <p:cNvSpPr/>
            <p:nvPr/>
          </p:nvSpPr>
          <p:spPr>
            <a:xfrm>
              <a:off x="1250442" y="4225289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80" h="445135">
                  <a:moveTo>
                    <a:pt x="1065022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8" y="417843"/>
                  </a:lnTo>
                  <a:lnTo>
                    <a:pt x="13033" y="431974"/>
                  </a:lnTo>
                  <a:lnTo>
                    <a:pt x="27164" y="441509"/>
                  </a:lnTo>
                  <a:lnTo>
                    <a:pt x="44450" y="445008"/>
                  </a:lnTo>
                  <a:lnTo>
                    <a:pt x="1065022" y="445008"/>
                  </a:lnTo>
                  <a:lnTo>
                    <a:pt x="1082307" y="441509"/>
                  </a:lnTo>
                  <a:lnTo>
                    <a:pt x="1096438" y="431974"/>
                  </a:lnTo>
                  <a:lnTo>
                    <a:pt x="1105973" y="417843"/>
                  </a:lnTo>
                  <a:lnTo>
                    <a:pt x="1109472" y="400558"/>
                  </a:lnTo>
                  <a:lnTo>
                    <a:pt x="1109472" y="44450"/>
                  </a:lnTo>
                  <a:lnTo>
                    <a:pt x="1105973" y="27164"/>
                  </a:lnTo>
                  <a:lnTo>
                    <a:pt x="1096438" y="13033"/>
                  </a:lnTo>
                  <a:lnTo>
                    <a:pt x="1082307" y="3498"/>
                  </a:lnTo>
                  <a:lnTo>
                    <a:pt x="106502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50442" y="4225289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80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80769" y="4182313"/>
            <a:ext cx="44767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776008" y="240411"/>
          <a:ext cx="3977639" cy="2792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44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944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91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Pno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Priority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160" dirty="0">
                          <a:latin typeface="Carlito"/>
                          <a:cs typeface="Carlito"/>
                        </a:rPr>
                        <a:t>AT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45" dirty="0">
                          <a:latin typeface="Carlito"/>
                          <a:cs typeface="Carlito"/>
                        </a:rPr>
                        <a:t>BT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2(L)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8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12</a:t>
                      </a:r>
                      <a:r>
                        <a:rPr sz="2000" b="1" spc="-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b="1" dirty="0">
                          <a:latin typeface="Carlito"/>
                          <a:cs typeface="Carlito"/>
                        </a:rPr>
                        <a:t>(H)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P7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9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5819902" y="1042161"/>
            <a:ext cx="674370" cy="845185"/>
            <a:chOff x="5819902" y="1042161"/>
            <a:chExt cx="674370" cy="845185"/>
          </a:xfrm>
        </p:grpSpPr>
        <p:sp>
          <p:nvSpPr>
            <p:cNvPr id="12" name="object 12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548639" y="0"/>
                  </a:moveTo>
                  <a:lnTo>
                    <a:pt x="105155" y="0"/>
                  </a:lnTo>
                  <a:lnTo>
                    <a:pt x="86263" y="6640"/>
                  </a:lnTo>
                  <a:lnTo>
                    <a:pt x="52098" y="56275"/>
                  </a:lnTo>
                  <a:lnTo>
                    <a:pt x="37420" y="96942"/>
                  </a:lnTo>
                  <a:lnTo>
                    <a:pt x="24743" y="146624"/>
                  </a:lnTo>
                  <a:lnTo>
                    <a:pt x="14365" y="204159"/>
                  </a:lnTo>
                  <a:lnTo>
                    <a:pt x="6583" y="268382"/>
                  </a:lnTo>
                  <a:lnTo>
                    <a:pt x="1695" y="338131"/>
                  </a:lnTo>
                  <a:lnTo>
                    <a:pt x="0" y="412241"/>
                  </a:lnTo>
                  <a:lnTo>
                    <a:pt x="1695" y="486352"/>
                  </a:lnTo>
                  <a:lnTo>
                    <a:pt x="6583" y="556101"/>
                  </a:lnTo>
                  <a:lnTo>
                    <a:pt x="14365" y="620324"/>
                  </a:lnTo>
                  <a:lnTo>
                    <a:pt x="24743" y="677859"/>
                  </a:lnTo>
                  <a:lnTo>
                    <a:pt x="37420" y="727541"/>
                  </a:lnTo>
                  <a:lnTo>
                    <a:pt x="52098" y="768208"/>
                  </a:lnTo>
                  <a:lnTo>
                    <a:pt x="86263" y="817843"/>
                  </a:lnTo>
                  <a:lnTo>
                    <a:pt x="105155" y="824483"/>
                  </a:lnTo>
                  <a:lnTo>
                    <a:pt x="548639" y="824483"/>
                  </a:lnTo>
                  <a:lnTo>
                    <a:pt x="585317" y="798697"/>
                  </a:lnTo>
                  <a:lnTo>
                    <a:pt x="616375" y="727541"/>
                  </a:lnTo>
                  <a:lnTo>
                    <a:pt x="629052" y="677859"/>
                  </a:lnTo>
                  <a:lnTo>
                    <a:pt x="639430" y="620324"/>
                  </a:lnTo>
                  <a:lnTo>
                    <a:pt x="647212" y="556101"/>
                  </a:lnTo>
                  <a:lnTo>
                    <a:pt x="652100" y="486352"/>
                  </a:lnTo>
                  <a:lnTo>
                    <a:pt x="653796" y="412241"/>
                  </a:lnTo>
                  <a:lnTo>
                    <a:pt x="652100" y="338131"/>
                  </a:lnTo>
                  <a:lnTo>
                    <a:pt x="647212" y="268382"/>
                  </a:lnTo>
                  <a:lnTo>
                    <a:pt x="639430" y="204159"/>
                  </a:lnTo>
                  <a:lnTo>
                    <a:pt x="629052" y="146624"/>
                  </a:lnTo>
                  <a:lnTo>
                    <a:pt x="616375" y="96942"/>
                  </a:lnTo>
                  <a:lnTo>
                    <a:pt x="601697" y="56275"/>
                  </a:lnTo>
                  <a:lnTo>
                    <a:pt x="567532" y="6640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105155" y="0"/>
                  </a:moveTo>
                  <a:lnTo>
                    <a:pt x="548639" y="0"/>
                  </a:lnTo>
                  <a:lnTo>
                    <a:pt x="567532" y="6640"/>
                  </a:lnTo>
                  <a:lnTo>
                    <a:pt x="601697" y="56275"/>
                  </a:lnTo>
                  <a:lnTo>
                    <a:pt x="616375" y="96942"/>
                  </a:lnTo>
                  <a:lnTo>
                    <a:pt x="629052" y="146624"/>
                  </a:lnTo>
                  <a:lnTo>
                    <a:pt x="639430" y="204159"/>
                  </a:lnTo>
                  <a:lnTo>
                    <a:pt x="647212" y="268382"/>
                  </a:lnTo>
                  <a:lnTo>
                    <a:pt x="652100" y="338131"/>
                  </a:lnTo>
                  <a:lnTo>
                    <a:pt x="653796" y="412241"/>
                  </a:lnTo>
                  <a:lnTo>
                    <a:pt x="652100" y="486352"/>
                  </a:lnTo>
                  <a:lnTo>
                    <a:pt x="647212" y="556101"/>
                  </a:lnTo>
                  <a:lnTo>
                    <a:pt x="639430" y="620324"/>
                  </a:lnTo>
                  <a:lnTo>
                    <a:pt x="629052" y="677859"/>
                  </a:lnTo>
                  <a:lnTo>
                    <a:pt x="616375" y="727541"/>
                  </a:lnTo>
                  <a:lnTo>
                    <a:pt x="601697" y="768208"/>
                  </a:lnTo>
                  <a:lnTo>
                    <a:pt x="567532" y="817843"/>
                  </a:lnTo>
                  <a:lnTo>
                    <a:pt x="548639" y="824483"/>
                  </a:lnTo>
                  <a:lnTo>
                    <a:pt x="105155" y="824483"/>
                  </a:lnTo>
                  <a:lnTo>
                    <a:pt x="68478" y="798697"/>
                  </a:lnTo>
                  <a:lnTo>
                    <a:pt x="37420" y="727541"/>
                  </a:lnTo>
                  <a:lnTo>
                    <a:pt x="24743" y="677859"/>
                  </a:lnTo>
                  <a:lnTo>
                    <a:pt x="14365" y="620324"/>
                  </a:lnTo>
                  <a:lnTo>
                    <a:pt x="6583" y="556101"/>
                  </a:lnTo>
                  <a:lnTo>
                    <a:pt x="1695" y="486352"/>
                  </a:lnTo>
                  <a:lnTo>
                    <a:pt x="0" y="412241"/>
                  </a:lnTo>
                  <a:lnTo>
                    <a:pt x="1695" y="338131"/>
                  </a:lnTo>
                  <a:lnTo>
                    <a:pt x="6583" y="268382"/>
                  </a:lnTo>
                  <a:lnTo>
                    <a:pt x="14365" y="204159"/>
                  </a:lnTo>
                  <a:lnTo>
                    <a:pt x="24743" y="146624"/>
                  </a:lnTo>
                  <a:lnTo>
                    <a:pt x="37420" y="96942"/>
                  </a:lnTo>
                  <a:lnTo>
                    <a:pt x="52098" y="56275"/>
                  </a:lnTo>
                  <a:lnTo>
                    <a:pt x="86263" y="6640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016244" y="1309496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89521" y="1020825"/>
            <a:ext cx="674370" cy="846455"/>
            <a:chOff x="6589521" y="1020825"/>
            <a:chExt cx="674370" cy="846455"/>
          </a:xfrm>
        </p:grpSpPr>
        <p:sp>
          <p:nvSpPr>
            <p:cNvPr id="16" name="object 16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6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6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6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6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6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6786118" y="1151890"/>
            <a:ext cx="281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P2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400543" y="1021080"/>
            <a:ext cx="673735" cy="845819"/>
            <a:chOff x="7400543" y="1021080"/>
            <a:chExt cx="673735" cy="845819"/>
          </a:xfrm>
        </p:grpSpPr>
        <p:sp>
          <p:nvSpPr>
            <p:cNvPr id="20" name="object 20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5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5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5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5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7597520" y="1014729"/>
            <a:ext cx="2819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P3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212835" y="833627"/>
            <a:ext cx="715010" cy="1033780"/>
            <a:chOff x="8212835" y="833627"/>
            <a:chExt cx="715010" cy="1033780"/>
          </a:xfrm>
        </p:grpSpPr>
        <p:sp>
          <p:nvSpPr>
            <p:cNvPr id="24" name="object 24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583183" y="0"/>
                  </a:moveTo>
                  <a:lnTo>
                    <a:pt x="111759" y="0"/>
                  </a:lnTo>
                  <a:lnTo>
                    <a:pt x="95245" y="5493"/>
                  </a:lnTo>
                  <a:lnTo>
                    <a:pt x="64645" y="47088"/>
                  </a:lnTo>
                  <a:lnTo>
                    <a:pt x="38437" y="124275"/>
                  </a:lnTo>
                  <a:lnTo>
                    <a:pt x="27413" y="174258"/>
                  </a:lnTo>
                  <a:lnTo>
                    <a:pt x="18005" y="230788"/>
                  </a:lnTo>
                  <a:lnTo>
                    <a:pt x="10387" y="293084"/>
                  </a:lnTo>
                  <a:lnTo>
                    <a:pt x="4731" y="360361"/>
                  </a:lnTo>
                  <a:lnTo>
                    <a:pt x="1211" y="431838"/>
                  </a:lnTo>
                  <a:lnTo>
                    <a:pt x="0" y="506729"/>
                  </a:lnTo>
                  <a:lnTo>
                    <a:pt x="1211" y="581621"/>
                  </a:lnTo>
                  <a:lnTo>
                    <a:pt x="4731" y="653098"/>
                  </a:lnTo>
                  <a:lnTo>
                    <a:pt x="10387" y="720375"/>
                  </a:lnTo>
                  <a:lnTo>
                    <a:pt x="18005" y="782671"/>
                  </a:lnTo>
                  <a:lnTo>
                    <a:pt x="27413" y="839201"/>
                  </a:lnTo>
                  <a:lnTo>
                    <a:pt x="38437" y="889184"/>
                  </a:lnTo>
                  <a:lnTo>
                    <a:pt x="50906" y="931834"/>
                  </a:lnTo>
                  <a:lnTo>
                    <a:pt x="79482" y="992009"/>
                  </a:lnTo>
                  <a:lnTo>
                    <a:pt x="111759" y="1013460"/>
                  </a:lnTo>
                  <a:lnTo>
                    <a:pt x="583183" y="1013460"/>
                  </a:lnTo>
                  <a:lnTo>
                    <a:pt x="615461" y="992009"/>
                  </a:lnTo>
                  <a:lnTo>
                    <a:pt x="644037" y="931834"/>
                  </a:lnTo>
                  <a:lnTo>
                    <a:pt x="656506" y="889184"/>
                  </a:lnTo>
                  <a:lnTo>
                    <a:pt x="667530" y="839201"/>
                  </a:lnTo>
                  <a:lnTo>
                    <a:pt x="676938" y="782671"/>
                  </a:lnTo>
                  <a:lnTo>
                    <a:pt x="684556" y="720375"/>
                  </a:lnTo>
                  <a:lnTo>
                    <a:pt x="690212" y="653098"/>
                  </a:lnTo>
                  <a:lnTo>
                    <a:pt x="693732" y="581621"/>
                  </a:lnTo>
                  <a:lnTo>
                    <a:pt x="694943" y="506729"/>
                  </a:lnTo>
                  <a:lnTo>
                    <a:pt x="693732" y="431838"/>
                  </a:lnTo>
                  <a:lnTo>
                    <a:pt x="690212" y="360361"/>
                  </a:lnTo>
                  <a:lnTo>
                    <a:pt x="684556" y="293084"/>
                  </a:lnTo>
                  <a:lnTo>
                    <a:pt x="676938" y="230788"/>
                  </a:lnTo>
                  <a:lnTo>
                    <a:pt x="667530" y="174258"/>
                  </a:lnTo>
                  <a:lnTo>
                    <a:pt x="656506" y="124275"/>
                  </a:lnTo>
                  <a:lnTo>
                    <a:pt x="644037" y="81625"/>
                  </a:lnTo>
                  <a:lnTo>
                    <a:pt x="615461" y="2145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111759" y="0"/>
                  </a:moveTo>
                  <a:lnTo>
                    <a:pt x="583183" y="0"/>
                  </a:lnTo>
                  <a:lnTo>
                    <a:pt x="599698" y="5493"/>
                  </a:lnTo>
                  <a:lnTo>
                    <a:pt x="630298" y="47088"/>
                  </a:lnTo>
                  <a:lnTo>
                    <a:pt x="656506" y="124275"/>
                  </a:lnTo>
                  <a:lnTo>
                    <a:pt x="667530" y="174258"/>
                  </a:lnTo>
                  <a:lnTo>
                    <a:pt x="676938" y="230788"/>
                  </a:lnTo>
                  <a:lnTo>
                    <a:pt x="684556" y="293084"/>
                  </a:lnTo>
                  <a:lnTo>
                    <a:pt x="690212" y="360361"/>
                  </a:lnTo>
                  <a:lnTo>
                    <a:pt x="693732" y="431838"/>
                  </a:lnTo>
                  <a:lnTo>
                    <a:pt x="694943" y="506729"/>
                  </a:lnTo>
                  <a:lnTo>
                    <a:pt x="693732" y="581621"/>
                  </a:lnTo>
                  <a:lnTo>
                    <a:pt x="690212" y="653098"/>
                  </a:lnTo>
                  <a:lnTo>
                    <a:pt x="684556" y="720375"/>
                  </a:lnTo>
                  <a:lnTo>
                    <a:pt x="676938" y="782671"/>
                  </a:lnTo>
                  <a:lnTo>
                    <a:pt x="667530" y="839201"/>
                  </a:lnTo>
                  <a:lnTo>
                    <a:pt x="656506" y="889184"/>
                  </a:lnTo>
                  <a:lnTo>
                    <a:pt x="644037" y="931834"/>
                  </a:lnTo>
                  <a:lnTo>
                    <a:pt x="615461" y="992009"/>
                  </a:lnTo>
                  <a:lnTo>
                    <a:pt x="583183" y="1013460"/>
                  </a:lnTo>
                  <a:lnTo>
                    <a:pt x="111759" y="1013460"/>
                  </a:lnTo>
                  <a:lnTo>
                    <a:pt x="79482" y="992009"/>
                  </a:lnTo>
                  <a:lnTo>
                    <a:pt x="50906" y="931834"/>
                  </a:lnTo>
                  <a:lnTo>
                    <a:pt x="38437" y="889184"/>
                  </a:lnTo>
                  <a:lnTo>
                    <a:pt x="27413" y="839201"/>
                  </a:lnTo>
                  <a:lnTo>
                    <a:pt x="18005" y="782671"/>
                  </a:lnTo>
                  <a:lnTo>
                    <a:pt x="10387" y="720375"/>
                  </a:lnTo>
                  <a:lnTo>
                    <a:pt x="4731" y="653098"/>
                  </a:lnTo>
                  <a:lnTo>
                    <a:pt x="1211" y="581621"/>
                  </a:lnTo>
                  <a:lnTo>
                    <a:pt x="0" y="506729"/>
                  </a:lnTo>
                  <a:lnTo>
                    <a:pt x="1211" y="431838"/>
                  </a:lnTo>
                  <a:lnTo>
                    <a:pt x="4731" y="360361"/>
                  </a:lnTo>
                  <a:lnTo>
                    <a:pt x="10387" y="293084"/>
                  </a:lnTo>
                  <a:lnTo>
                    <a:pt x="18005" y="230788"/>
                  </a:lnTo>
                  <a:lnTo>
                    <a:pt x="27413" y="174258"/>
                  </a:lnTo>
                  <a:lnTo>
                    <a:pt x="38437" y="124275"/>
                  </a:lnTo>
                  <a:lnTo>
                    <a:pt x="50906" y="81625"/>
                  </a:lnTo>
                  <a:lnTo>
                    <a:pt x="79482" y="21450"/>
                  </a:lnTo>
                  <a:lnTo>
                    <a:pt x="111759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428735" y="783463"/>
            <a:ext cx="2819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P4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023604" y="475487"/>
            <a:ext cx="715010" cy="1391920"/>
            <a:chOff x="9023604" y="475487"/>
            <a:chExt cx="715010" cy="1391920"/>
          </a:xfrm>
        </p:grpSpPr>
        <p:sp>
          <p:nvSpPr>
            <p:cNvPr id="28" name="object 28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583184" y="0"/>
                  </a:moveTo>
                  <a:lnTo>
                    <a:pt x="111760" y="0"/>
                  </a:lnTo>
                  <a:lnTo>
                    <a:pt x="99582" y="4024"/>
                  </a:lnTo>
                  <a:lnTo>
                    <a:pt x="76435" y="34966"/>
                  </a:lnTo>
                  <a:lnTo>
                    <a:pt x="55353" y="93641"/>
                  </a:lnTo>
                  <a:lnTo>
                    <a:pt x="45756" y="132331"/>
                  </a:lnTo>
                  <a:lnTo>
                    <a:pt x="36880" y="176700"/>
                  </a:lnTo>
                  <a:lnTo>
                    <a:pt x="28793" y="226326"/>
                  </a:lnTo>
                  <a:lnTo>
                    <a:pt x="21563" y="280793"/>
                  </a:lnTo>
                  <a:lnTo>
                    <a:pt x="15258" y="339682"/>
                  </a:lnTo>
                  <a:lnTo>
                    <a:pt x="9947" y="402574"/>
                  </a:lnTo>
                  <a:lnTo>
                    <a:pt x="5697" y="469050"/>
                  </a:lnTo>
                  <a:lnTo>
                    <a:pt x="2577" y="538692"/>
                  </a:lnTo>
                  <a:lnTo>
                    <a:pt x="655" y="611082"/>
                  </a:lnTo>
                  <a:lnTo>
                    <a:pt x="0" y="685800"/>
                  </a:lnTo>
                  <a:lnTo>
                    <a:pt x="655" y="760517"/>
                  </a:lnTo>
                  <a:lnTo>
                    <a:pt x="2577" y="832907"/>
                  </a:lnTo>
                  <a:lnTo>
                    <a:pt x="5697" y="902549"/>
                  </a:lnTo>
                  <a:lnTo>
                    <a:pt x="9947" y="969025"/>
                  </a:lnTo>
                  <a:lnTo>
                    <a:pt x="15258" y="1031917"/>
                  </a:lnTo>
                  <a:lnTo>
                    <a:pt x="21563" y="1090806"/>
                  </a:lnTo>
                  <a:lnTo>
                    <a:pt x="28793" y="1145273"/>
                  </a:lnTo>
                  <a:lnTo>
                    <a:pt x="36880" y="1194899"/>
                  </a:lnTo>
                  <a:lnTo>
                    <a:pt x="45756" y="1239268"/>
                  </a:lnTo>
                  <a:lnTo>
                    <a:pt x="55353" y="1277958"/>
                  </a:lnTo>
                  <a:lnTo>
                    <a:pt x="76435" y="1336633"/>
                  </a:lnTo>
                  <a:lnTo>
                    <a:pt x="99582" y="1367575"/>
                  </a:lnTo>
                  <a:lnTo>
                    <a:pt x="111760" y="1371600"/>
                  </a:lnTo>
                  <a:lnTo>
                    <a:pt x="583184" y="1371600"/>
                  </a:lnTo>
                  <a:lnTo>
                    <a:pt x="618508" y="1336633"/>
                  </a:lnTo>
                  <a:lnTo>
                    <a:pt x="639590" y="1277958"/>
                  </a:lnTo>
                  <a:lnTo>
                    <a:pt x="649187" y="1239268"/>
                  </a:lnTo>
                  <a:lnTo>
                    <a:pt x="658063" y="1194899"/>
                  </a:lnTo>
                  <a:lnTo>
                    <a:pt x="666150" y="1145273"/>
                  </a:lnTo>
                  <a:lnTo>
                    <a:pt x="673380" y="1090806"/>
                  </a:lnTo>
                  <a:lnTo>
                    <a:pt x="679685" y="1031917"/>
                  </a:lnTo>
                  <a:lnTo>
                    <a:pt x="684996" y="969025"/>
                  </a:lnTo>
                  <a:lnTo>
                    <a:pt x="689246" y="902549"/>
                  </a:lnTo>
                  <a:lnTo>
                    <a:pt x="692366" y="832907"/>
                  </a:lnTo>
                  <a:lnTo>
                    <a:pt x="694288" y="760517"/>
                  </a:lnTo>
                  <a:lnTo>
                    <a:pt x="694944" y="685800"/>
                  </a:lnTo>
                  <a:lnTo>
                    <a:pt x="694288" y="611082"/>
                  </a:lnTo>
                  <a:lnTo>
                    <a:pt x="692366" y="538692"/>
                  </a:lnTo>
                  <a:lnTo>
                    <a:pt x="689246" y="469050"/>
                  </a:lnTo>
                  <a:lnTo>
                    <a:pt x="684996" y="402574"/>
                  </a:lnTo>
                  <a:lnTo>
                    <a:pt x="679685" y="339682"/>
                  </a:lnTo>
                  <a:lnTo>
                    <a:pt x="673380" y="280793"/>
                  </a:lnTo>
                  <a:lnTo>
                    <a:pt x="666150" y="226326"/>
                  </a:lnTo>
                  <a:lnTo>
                    <a:pt x="658063" y="176700"/>
                  </a:lnTo>
                  <a:lnTo>
                    <a:pt x="649187" y="132331"/>
                  </a:lnTo>
                  <a:lnTo>
                    <a:pt x="639590" y="93641"/>
                  </a:lnTo>
                  <a:lnTo>
                    <a:pt x="618508" y="34966"/>
                  </a:lnTo>
                  <a:lnTo>
                    <a:pt x="595361" y="402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111760" y="0"/>
                  </a:moveTo>
                  <a:lnTo>
                    <a:pt x="583184" y="0"/>
                  </a:lnTo>
                  <a:lnTo>
                    <a:pt x="595361" y="4024"/>
                  </a:lnTo>
                  <a:lnTo>
                    <a:pt x="618508" y="34966"/>
                  </a:lnTo>
                  <a:lnTo>
                    <a:pt x="639590" y="93641"/>
                  </a:lnTo>
                  <a:lnTo>
                    <a:pt x="649187" y="132331"/>
                  </a:lnTo>
                  <a:lnTo>
                    <a:pt x="658063" y="176700"/>
                  </a:lnTo>
                  <a:lnTo>
                    <a:pt x="666150" y="226326"/>
                  </a:lnTo>
                  <a:lnTo>
                    <a:pt x="673380" y="280793"/>
                  </a:lnTo>
                  <a:lnTo>
                    <a:pt x="679685" y="339682"/>
                  </a:lnTo>
                  <a:lnTo>
                    <a:pt x="684996" y="402574"/>
                  </a:lnTo>
                  <a:lnTo>
                    <a:pt x="689246" y="469050"/>
                  </a:lnTo>
                  <a:lnTo>
                    <a:pt x="692366" y="538692"/>
                  </a:lnTo>
                  <a:lnTo>
                    <a:pt x="694288" y="611082"/>
                  </a:lnTo>
                  <a:lnTo>
                    <a:pt x="694944" y="685800"/>
                  </a:lnTo>
                  <a:lnTo>
                    <a:pt x="694288" y="760517"/>
                  </a:lnTo>
                  <a:lnTo>
                    <a:pt x="692366" y="832907"/>
                  </a:lnTo>
                  <a:lnTo>
                    <a:pt x="689246" y="902549"/>
                  </a:lnTo>
                  <a:lnTo>
                    <a:pt x="684996" y="969025"/>
                  </a:lnTo>
                  <a:lnTo>
                    <a:pt x="679685" y="1031917"/>
                  </a:lnTo>
                  <a:lnTo>
                    <a:pt x="673380" y="1090806"/>
                  </a:lnTo>
                  <a:lnTo>
                    <a:pt x="666150" y="1145273"/>
                  </a:lnTo>
                  <a:lnTo>
                    <a:pt x="658063" y="1194899"/>
                  </a:lnTo>
                  <a:lnTo>
                    <a:pt x="649187" y="1239268"/>
                  </a:lnTo>
                  <a:lnTo>
                    <a:pt x="639590" y="1277958"/>
                  </a:lnTo>
                  <a:lnTo>
                    <a:pt x="618508" y="1336633"/>
                  </a:lnTo>
                  <a:lnTo>
                    <a:pt x="595361" y="1367575"/>
                  </a:lnTo>
                  <a:lnTo>
                    <a:pt x="583184" y="1371600"/>
                  </a:lnTo>
                  <a:lnTo>
                    <a:pt x="111760" y="1371600"/>
                  </a:lnTo>
                  <a:lnTo>
                    <a:pt x="76435" y="1336633"/>
                  </a:lnTo>
                  <a:lnTo>
                    <a:pt x="55353" y="1277958"/>
                  </a:lnTo>
                  <a:lnTo>
                    <a:pt x="45756" y="1239268"/>
                  </a:lnTo>
                  <a:lnTo>
                    <a:pt x="36880" y="1194899"/>
                  </a:lnTo>
                  <a:lnTo>
                    <a:pt x="28793" y="1145273"/>
                  </a:lnTo>
                  <a:lnTo>
                    <a:pt x="21563" y="1090806"/>
                  </a:lnTo>
                  <a:lnTo>
                    <a:pt x="15258" y="1031917"/>
                  </a:lnTo>
                  <a:lnTo>
                    <a:pt x="9947" y="969025"/>
                  </a:lnTo>
                  <a:lnTo>
                    <a:pt x="5697" y="902549"/>
                  </a:lnTo>
                  <a:lnTo>
                    <a:pt x="2577" y="832907"/>
                  </a:lnTo>
                  <a:lnTo>
                    <a:pt x="655" y="760517"/>
                  </a:lnTo>
                  <a:lnTo>
                    <a:pt x="0" y="685800"/>
                  </a:lnTo>
                  <a:lnTo>
                    <a:pt x="655" y="611082"/>
                  </a:lnTo>
                  <a:lnTo>
                    <a:pt x="2577" y="538692"/>
                  </a:lnTo>
                  <a:lnTo>
                    <a:pt x="5697" y="469050"/>
                  </a:lnTo>
                  <a:lnTo>
                    <a:pt x="9947" y="402574"/>
                  </a:lnTo>
                  <a:lnTo>
                    <a:pt x="15258" y="339682"/>
                  </a:lnTo>
                  <a:lnTo>
                    <a:pt x="21563" y="280793"/>
                  </a:lnTo>
                  <a:lnTo>
                    <a:pt x="28793" y="226326"/>
                  </a:lnTo>
                  <a:lnTo>
                    <a:pt x="36880" y="176700"/>
                  </a:lnTo>
                  <a:lnTo>
                    <a:pt x="45756" y="132331"/>
                  </a:lnTo>
                  <a:lnTo>
                    <a:pt x="55353" y="93641"/>
                  </a:lnTo>
                  <a:lnTo>
                    <a:pt x="76435" y="34966"/>
                  </a:lnTo>
                  <a:lnTo>
                    <a:pt x="99582" y="402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9240139" y="467105"/>
            <a:ext cx="28257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Gothic Uralic"/>
                <a:cs typeface="Gothic Uralic"/>
              </a:rPr>
              <a:t>P1  P2  P3  </a:t>
            </a:r>
            <a:r>
              <a:rPr sz="1800" b="1" dirty="0">
                <a:solidFill>
                  <a:srgbClr val="FF0000"/>
                </a:solidFill>
                <a:latin typeface="Gothic Uralic"/>
                <a:cs typeface="Gothic Uralic"/>
              </a:rPr>
              <a:t>P4  </a:t>
            </a:r>
            <a:r>
              <a:rPr sz="1800" b="1" dirty="0">
                <a:latin typeface="Gothic Uralic"/>
                <a:cs typeface="Gothic Uralic"/>
              </a:rPr>
              <a:t>P5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9852659" y="237743"/>
            <a:ext cx="715010" cy="1629410"/>
            <a:chOff x="9852659" y="237743"/>
            <a:chExt cx="715010" cy="1629410"/>
          </a:xfrm>
        </p:grpSpPr>
        <p:sp>
          <p:nvSpPr>
            <p:cNvPr id="32" name="object 32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583183" y="0"/>
                  </a:moveTo>
                  <a:lnTo>
                    <a:pt x="111759" y="0"/>
                  </a:lnTo>
                  <a:lnTo>
                    <a:pt x="100996" y="3683"/>
                  </a:lnTo>
                  <a:lnTo>
                    <a:pt x="70631" y="56243"/>
                  </a:lnTo>
                  <a:lnTo>
                    <a:pt x="52459" y="122500"/>
                  </a:lnTo>
                  <a:lnTo>
                    <a:pt x="44135" y="163981"/>
                  </a:lnTo>
                  <a:lnTo>
                    <a:pt x="36382" y="210581"/>
                  </a:lnTo>
                  <a:lnTo>
                    <a:pt x="29246" y="261963"/>
                  </a:lnTo>
                  <a:lnTo>
                    <a:pt x="22774" y="317789"/>
                  </a:lnTo>
                  <a:lnTo>
                    <a:pt x="17013" y="377722"/>
                  </a:lnTo>
                  <a:lnTo>
                    <a:pt x="12009" y="441424"/>
                  </a:lnTo>
                  <a:lnTo>
                    <a:pt x="7811" y="508559"/>
                  </a:lnTo>
                  <a:lnTo>
                    <a:pt x="4464" y="578788"/>
                  </a:lnTo>
                  <a:lnTo>
                    <a:pt x="2015" y="651775"/>
                  </a:lnTo>
                  <a:lnTo>
                    <a:pt x="511" y="727182"/>
                  </a:lnTo>
                  <a:lnTo>
                    <a:pt x="0" y="804672"/>
                  </a:lnTo>
                  <a:lnTo>
                    <a:pt x="511" y="882161"/>
                  </a:lnTo>
                  <a:lnTo>
                    <a:pt x="2015" y="957568"/>
                  </a:lnTo>
                  <a:lnTo>
                    <a:pt x="4464" y="1030555"/>
                  </a:lnTo>
                  <a:lnTo>
                    <a:pt x="7811" y="1100784"/>
                  </a:lnTo>
                  <a:lnTo>
                    <a:pt x="12009" y="1167919"/>
                  </a:lnTo>
                  <a:lnTo>
                    <a:pt x="17013" y="1231621"/>
                  </a:lnTo>
                  <a:lnTo>
                    <a:pt x="22774" y="1291554"/>
                  </a:lnTo>
                  <a:lnTo>
                    <a:pt x="29246" y="1347380"/>
                  </a:lnTo>
                  <a:lnTo>
                    <a:pt x="36382" y="1398762"/>
                  </a:lnTo>
                  <a:lnTo>
                    <a:pt x="44135" y="1445362"/>
                  </a:lnTo>
                  <a:lnTo>
                    <a:pt x="52459" y="1486843"/>
                  </a:lnTo>
                  <a:lnTo>
                    <a:pt x="70631" y="1553100"/>
                  </a:lnTo>
                  <a:lnTo>
                    <a:pt x="90523" y="1594833"/>
                  </a:lnTo>
                  <a:lnTo>
                    <a:pt x="111759" y="1609344"/>
                  </a:lnTo>
                  <a:lnTo>
                    <a:pt x="583183" y="1609344"/>
                  </a:lnTo>
                  <a:lnTo>
                    <a:pt x="614557" y="1577200"/>
                  </a:lnTo>
                  <a:lnTo>
                    <a:pt x="633636" y="1522868"/>
                  </a:lnTo>
                  <a:lnTo>
                    <a:pt x="650808" y="1445362"/>
                  </a:lnTo>
                  <a:lnTo>
                    <a:pt x="658561" y="1398762"/>
                  </a:lnTo>
                  <a:lnTo>
                    <a:pt x="665697" y="1347380"/>
                  </a:lnTo>
                  <a:lnTo>
                    <a:pt x="672169" y="1291554"/>
                  </a:lnTo>
                  <a:lnTo>
                    <a:pt x="677930" y="1231621"/>
                  </a:lnTo>
                  <a:lnTo>
                    <a:pt x="682934" y="1167919"/>
                  </a:lnTo>
                  <a:lnTo>
                    <a:pt x="687132" y="1100784"/>
                  </a:lnTo>
                  <a:lnTo>
                    <a:pt x="690479" y="1030555"/>
                  </a:lnTo>
                  <a:lnTo>
                    <a:pt x="692928" y="957568"/>
                  </a:lnTo>
                  <a:lnTo>
                    <a:pt x="694432" y="882161"/>
                  </a:lnTo>
                  <a:lnTo>
                    <a:pt x="694943" y="804672"/>
                  </a:lnTo>
                  <a:lnTo>
                    <a:pt x="694432" y="727182"/>
                  </a:lnTo>
                  <a:lnTo>
                    <a:pt x="692928" y="651775"/>
                  </a:lnTo>
                  <a:lnTo>
                    <a:pt x="690479" y="578788"/>
                  </a:lnTo>
                  <a:lnTo>
                    <a:pt x="687132" y="508559"/>
                  </a:lnTo>
                  <a:lnTo>
                    <a:pt x="682934" y="441424"/>
                  </a:lnTo>
                  <a:lnTo>
                    <a:pt x="677930" y="377722"/>
                  </a:lnTo>
                  <a:lnTo>
                    <a:pt x="672169" y="317789"/>
                  </a:lnTo>
                  <a:lnTo>
                    <a:pt x="665697" y="261963"/>
                  </a:lnTo>
                  <a:lnTo>
                    <a:pt x="658561" y="210581"/>
                  </a:lnTo>
                  <a:lnTo>
                    <a:pt x="650808" y="163981"/>
                  </a:lnTo>
                  <a:lnTo>
                    <a:pt x="642484" y="122500"/>
                  </a:lnTo>
                  <a:lnTo>
                    <a:pt x="624312" y="56243"/>
                  </a:lnTo>
                  <a:lnTo>
                    <a:pt x="604420" y="1451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111759" y="0"/>
                  </a:moveTo>
                  <a:lnTo>
                    <a:pt x="583183" y="0"/>
                  </a:lnTo>
                  <a:lnTo>
                    <a:pt x="593947" y="3683"/>
                  </a:lnTo>
                  <a:lnTo>
                    <a:pt x="624312" y="56243"/>
                  </a:lnTo>
                  <a:lnTo>
                    <a:pt x="642484" y="122500"/>
                  </a:lnTo>
                  <a:lnTo>
                    <a:pt x="650808" y="163981"/>
                  </a:lnTo>
                  <a:lnTo>
                    <a:pt x="658561" y="210581"/>
                  </a:lnTo>
                  <a:lnTo>
                    <a:pt x="665697" y="261963"/>
                  </a:lnTo>
                  <a:lnTo>
                    <a:pt x="672169" y="317789"/>
                  </a:lnTo>
                  <a:lnTo>
                    <a:pt x="677930" y="377722"/>
                  </a:lnTo>
                  <a:lnTo>
                    <a:pt x="682934" y="441424"/>
                  </a:lnTo>
                  <a:lnTo>
                    <a:pt x="687132" y="508559"/>
                  </a:lnTo>
                  <a:lnTo>
                    <a:pt x="690479" y="578788"/>
                  </a:lnTo>
                  <a:lnTo>
                    <a:pt x="692928" y="651775"/>
                  </a:lnTo>
                  <a:lnTo>
                    <a:pt x="694432" y="727182"/>
                  </a:lnTo>
                  <a:lnTo>
                    <a:pt x="694943" y="804672"/>
                  </a:lnTo>
                  <a:lnTo>
                    <a:pt x="694432" y="882161"/>
                  </a:lnTo>
                  <a:lnTo>
                    <a:pt x="692928" y="957568"/>
                  </a:lnTo>
                  <a:lnTo>
                    <a:pt x="690479" y="1030555"/>
                  </a:lnTo>
                  <a:lnTo>
                    <a:pt x="687132" y="1100784"/>
                  </a:lnTo>
                  <a:lnTo>
                    <a:pt x="682934" y="1167919"/>
                  </a:lnTo>
                  <a:lnTo>
                    <a:pt x="677930" y="1231621"/>
                  </a:lnTo>
                  <a:lnTo>
                    <a:pt x="672169" y="1291554"/>
                  </a:lnTo>
                  <a:lnTo>
                    <a:pt x="665697" y="1347380"/>
                  </a:lnTo>
                  <a:lnTo>
                    <a:pt x="658561" y="1398762"/>
                  </a:lnTo>
                  <a:lnTo>
                    <a:pt x="650808" y="1445362"/>
                  </a:lnTo>
                  <a:lnTo>
                    <a:pt x="642484" y="1486843"/>
                  </a:lnTo>
                  <a:lnTo>
                    <a:pt x="624312" y="1553100"/>
                  </a:lnTo>
                  <a:lnTo>
                    <a:pt x="604420" y="1594833"/>
                  </a:lnTo>
                  <a:lnTo>
                    <a:pt x="583183" y="1609344"/>
                  </a:lnTo>
                  <a:lnTo>
                    <a:pt x="111759" y="1609344"/>
                  </a:lnTo>
                  <a:lnTo>
                    <a:pt x="80386" y="1577200"/>
                  </a:lnTo>
                  <a:lnTo>
                    <a:pt x="61307" y="1522868"/>
                  </a:lnTo>
                  <a:lnTo>
                    <a:pt x="44135" y="1445362"/>
                  </a:lnTo>
                  <a:lnTo>
                    <a:pt x="36382" y="1398762"/>
                  </a:lnTo>
                  <a:lnTo>
                    <a:pt x="29246" y="1347380"/>
                  </a:lnTo>
                  <a:lnTo>
                    <a:pt x="22774" y="1291554"/>
                  </a:lnTo>
                  <a:lnTo>
                    <a:pt x="17013" y="1231621"/>
                  </a:lnTo>
                  <a:lnTo>
                    <a:pt x="12009" y="1167919"/>
                  </a:lnTo>
                  <a:lnTo>
                    <a:pt x="7811" y="1100784"/>
                  </a:lnTo>
                  <a:lnTo>
                    <a:pt x="4464" y="1030555"/>
                  </a:lnTo>
                  <a:lnTo>
                    <a:pt x="2015" y="957568"/>
                  </a:lnTo>
                  <a:lnTo>
                    <a:pt x="511" y="882161"/>
                  </a:lnTo>
                  <a:lnTo>
                    <a:pt x="0" y="804672"/>
                  </a:lnTo>
                  <a:lnTo>
                    <a:pt x="511" y="727182"/>
                  </a:lnTo>
                  <a:lnTo>
                    <a:pt x="2015" y="651775"/>
                  </a:lnTo>
                  <a:lnTo>
                    <a:pt x="4464" y="578788"/>
                  </a:lnTo>
                  <a:lnTo>
                    <a:pt x="7811" y="508559"/>
                  </a:lnTo>
                  <a:lnTo>
                    <a:pt x="12009" y="441424"/>
                  </a:lnTo>
                  <a:lnTo>
                    <a:pt x="17013" y="377722"/>
                  </a:lnTo>
                  <a:lnTo>
                    <a:pt x="22774" y="317789"/>
                  </a:lnTo>
                  <a:lnTo>
                    <a:pt x="29246" y="261963"/>
                  </a:lnTo>
                  <a:lnTo>
                    <a:pt x="36382" y="210581"/>
                  </a:lnTo>
                  <a:lnTo>
                    <a:pt x="44135" y="163981"/>
                  </a:lnTo>
                  <a:lnTo>
                    <a:pt x="52459" y="122500"/>
                  </a:lnTo>
                  <a:lnTo>
                    <a:pt x="70631" y="56243"/>
                  </a:lnTo>
                  <a:lnTo>
                    <a:pt x="90523" y="14510"/>
                  </a:lnTo>
                  <a:lnTo>
                    <a:pt x="111759" y="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069448" y="211073"/>
            <a:ext cx="28194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P4  P5  P6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0663428" y="0"/>
            <a:ext cx="715010" cy="1876425"/>
            <a:chOff x="10663428" y="0"/>
            <a:chExt cx="715010" cy="1876425"/>
          </a:xfrm>
        </p:grpSpPr>
        <p:sp>
          <p:nvSpPr>
            <p:cNvPr id="36" name="object 36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583184" y="0"/>
                  </a:moveTo>
                  <a:lnTo>
                    <a:pt x="111760" y="0"/>
                  </a:lnTo>
                  <a:lnTo>
                    <a:pt x="102594" y="3076"/>
                  </a:lnTo>
                  <a:lnTo>
                    <a:pt x="76435" y="47317"/>
                  </a:lnTo>
                  <a:lnTo>
                    <a:pt x="60400" y="103596"/>
                  </a:lnTo>
                  <a:lnTo>
                    <a:pt x="45756" y="179076"/>
                  </a:lnTo>
                  <a:lnTo>
                    <a:pt x="39028" y="223418"/>
                  </a:lnTo>
                  <a:lnTo>
                    <a:pt x="32734" y="271843"/>
                  </a:lnTo>
                  <a:lnTo>
                    <a:pt x="26903" y="324113"/>
                  </a:lnTo>
                  <a:lnTo>
                    <a:pt x="21563" y="379988"/>
                  </a:lnTo>
                  <a:lnTo>
                    <a:pt x="16744" y="439229"/>
                  </a:lnTo>
                  <a:lnTo>
                    <a:pt x="12474" y="501598"/>
                  </a:lnTo>
                  <a:lnTo>
                    <a:pt x="8782" y="566856"/>
                  </a:lnTo>
                  <a:lnTo>
                    <a:pt x="5697" y="634764"/>
                  </a:lnTo>
                  <a:lnTo>
                    <a:pt x="3248" y="705082"/>
                  </a:lnTo>
                  <a:lnTo>
                    <a:pt x="1462" y="777573"/>
                  </a:lnTo>
                  <a:lnTo>
                    <a:pt x="370" y="851997"/>
                  </a:lnTo>
                  <a:lnTo>
                    <a:pt x="0" y="928116"/>
                  </a:lnTo>
                  <a:lnTo>
                    <a:pt x="370" y="1004234"/>
                  </a:lnTo>
                  <a:lnTo>
                    <a:pt x="1462" y="1078658"/>
                  </a:lnTo>
                  <a:lnTo>
                    <a:pt x="3248" y="1151149"/>
                  </a:lnTo>
                  <a:lnTo>
                    <a:pt x="5697" y="1221467"/>
                  </a:lnTo>
                  <a:lnTo>
                    <a:pt x="8782" y="1289375"/>
                  </a:lnTo>
                  <a:lnTo>
                    <a:pt x="12474" y="1354633"/>
                  </a:lnTo>
                  <a:lnTo>
                    <a:pt x="16744" y="1417002"/>
                  </a:lnTo>
                  <a:lnTo>
                    <a:pt x="21563" y="1476243"/>
                  </a:lnTo>
                  <a:lnTo>
                    <a:pt x="26903" y="1532118"/>
                  </a:lnTo>
                  <a:lnTo>
                    <a:pt x="32734" y="1584388"/>
                  </a:lnTo>
                  <a:lnTo>
                    <a:pt x="39028" y="1632813"/>
                  </a:lnTo>
                  <a:lnTo>
                    <a:pt x="45756" y="1677155"/>
                  </a:lnTo>
                  <a:lnTo>
                    <a:pt x="52890" y="1717175"/>
                  </a:lnTo>
                  <a:lnTo>
                    <a:pt x="68258" y="1783294"/>
                  </a:lnTo>
                  <a:lnTo>
                    <a:pt x="84903" y="1829257"/>
                  </a:lnTo>
                  <a:lnTo>
                    <a:pt x="111760" y="1856232"/>
                  </a:lnTo>
                  <a:lnTo>
                    <a:pt x="583184" y="1856232"/>
                  </a:lnTo>
                  <a:lnTo>
                    <a:pt x="618508" y="1808914"/>
                  </a:lnTo>
                  <a:lnTo>
                    <a:pt x="634543" y="1752635"/>
                  </a:lnTo>
                  <a:lnTo>
                    <a:pt x="649187" y="1677155"/>
                  </a:lnTo>
                  <a:lnTo>
                    <a:pt x="655915" y="1632813"/>
                  </a:lnTo>
                  <a:lnTo>
                    <a:pt x="662209" y="1584388"/>
                  </a:lnTo>
                  <a:lnTo>
                    <a:pt x="668040" y="1532118"/>
                  </a:lnTo>
                  <a:lnTo>
                    <a:pt x="673380" y="1476243"/>
                  </a:lnTo>
                  <a:lnTo>
                    <a:pt x="678199" y="1417002"/>
                  </a:lnTo>
                  <a:lnTo>
                    <a:pt x="682469" y="1354633"/>
                  </a:lnTo>
                  <a:lnTo>
                    <a:pt x="686161" y="1289375"/>
                  </a:lnTo>
                  <a:lnTo>
                    <a:pt x="689246" y="1221467"/>
                  </a:lnTo>
                  <a:lnTo>
                    <a:pt x="691695" y="1151149"/>
                  </a:lnTo>
                  <a:lnTo>
                    <a:pt x="693481" y="1078658"/>
                  </a:lnTo>
                  <a:lnTo>
                    <a:pt x="694573" y="1004234"/>
                  </a:lnTo>
                  <a:lnTo>
                    <a:pt x="694944" y="928116"/>
                  </a:lnTo>
                  <a:lnTo>
                    <a:pt x="694573" y="851997"/>
                  </a:lnTo>
                  <a:lnTo>
                    <a:pt x="693481" y="777573"/>
                  </a:lnTo>
                  <a:lnTo>
                    <a:pt x="691695" y="705082"/>
                  </a:lnTo>
                  <a:lnTo>
                    <a:pt x="689246" y="634764"/>
                  </a:lnTo>
                  <a:lnTo>
                    <a:pt x="686161" y="566856"/>
                  </a:lnTo>
                  <a:lnTo>
                    <a:pt x="682469" y="501598"/>
                  </a:lnTo>
                  <a:lnTo>
                    <a:pt x="678199" y="439229"/>
                  </a:lnTo>
                  <a:lnTo>
                    <a:pt x="673380" y="379988"/>
                  </a:lnTo>
                  <a:lnTo>
                    <a:pt x="668040" y="324113"/>
                  </a:lnTo>
                  <a:lnTo>
                    <a:pt x="662209" y="271843"/>
                  </a:lnTo>
                  <a:lnTo>
                    <a:pt x="655915" y="223418"/>
                  </a:lnTo>
                  <a:lnTo>
                    <a:pt x="649187" y="179076"/>
                  </a:lnTo>
                  <a:lnTo>
                    <a:pt x="642053" y="139056"/>
                  </a:lnTo>
                  <a:lnTo>
                    <a:pt x="626685" y="72937"/>
                  </a:lnTo>
                  <a:lnTo>
                    <a:pt x="610040" y="2697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111760" y="0"/>
                  </a:moveTo>
                  <a:lnTo>
                    <a:pt x="583184" y="0"/>
                  </a:lnTo>
                  <a:lnTo>
                    <a:pt x="592349" y="3076"/>
                  </a:lnTo>
                  <a:lnTo>
                    <a:pt x="618508" y="47317"/>
                  </a:lnTo>
                  <a:lnTo>
                    <a:pt x="634543" y="103596"/>
                  </a:lnTo>
                  <a:lnTo>
                    <a:pt x="649187" y="179076"/>
                  </a:lnTo>
                  <a:lnTo>
                    <a:pt x="655915" y="223418"/>
                  </a:lnTo>
                  <a:lnTo>
                    <a:pt x="662209" y="271843"/>
                  </a:lnTo>
                  <a:lnTo>
                    <a:pt x="668040" y="324113"/>
                  </a:lnTo>
                  <a:lnTo>
                    <a:pt x="673380" y="379988"/>
                  </a:lnTo>
                  <a:lnTo>
                    <a:pt x="678199" y="439229"/>
                  </a:lnTo>
                  <a:lnTo>
                    <a:pt x="682469" y="501598"/>
                  </a:lnTo>
                  <a:lnTo>
                    <a:pt x="686161" y="566856"/>
                  </a:lnTo>
                  <a:lnTo>
                    <a:pt x="689246" y="634764"/>
                  </a:lnTo>
                  <a:lnTo>
                    <a:pt x="691695" y="705082"/>
                  </a:lnTo>
                  <a:lnTo>
                    <a:pt x="693481" y="777573"/>
                  </a:lnTo>
                  <a:lnTo>
                    <a:pt x="694573" y="851997"/>
                  </a:lnTo>
                  <a:lnTo>
                    <a:pt x="694944" y="928116"/>
                  </a:lnTo>
                  <a:lnTo>
                    <a:pt x="694573" y="1004234"/>
                  </a:lnTo>
                  <a:lnTo>
                    <a:pt x="693481" y="1078658"/>
                  </a:lnTo>
                  <a:lnTo>
                    <a:pt x="691695" y="1151149"/>
                  </a:lnTo>
                  <a:lnTo>
                    <a:pt x="689246" y="1221467"/>
                  </a:lnTo>
                  <a:lnTo>
                    <a:pt x="686161" y="1289375"/>
                  </a:lnTo>
                  <a:lnTo>
                    <a:pt x="682469" y="1354633"/>
                  </a:lnTo>
                  <a:lnTo>
                    <a:pt x="678199" y="1417002"/>
                  </a:lnTo>
                  <a:lnTo>
                    <a:pt x="673380" y="1476243"/>
                  </a:lnTo>
                  <a:lnTo>
                    <a:pt x="668040" y="1532118"/>
                  </a:lnTo>
                  <a:lnTo>
                    <a:pt x="662209" y="1584388"/>
                  </a:lnTo>
                  <a:lnTo>
                    <a:pt x="655915" y="1632813"/>
                  </a:lnTo>
                  <a:lnTo>
                    <a:pt x="649187" y="1677155"/>
                  </a:lnTo>
                  <a:lnTo>
                    <a:pt x="642053" y="1717175"/>
                  </a:lnTo>
                  <a:lnTo>
                    <a:pt x="626685" y="1783294"/>
                  </a:lnTo>
                  <a:lnTo>
                    <a:pt x="610040" y="1829257"/>
                  </a:lnTo>
                  <a:lnTo>
                    <a:pt x="583184" y="1856232"/>
                  </a:lnTo>
                  <a:lnTo>
                    <a:pt x="111760" y="1856232"/>
                  </a:lnTo>
                  <a:lnTo>
                    <a:pt x="76435" y="1808914"/>
                  </a:lnTo>
                  <a:lnTo>
                    <a:pt x="60400" y="1752635"/>
                  </a:lnTo>
                  <a:lnTo>
                    <a:pt x="45756" y="1677155"/>
                  </a:lnTo>
                  <a:lnTo>
                    <a:pt x="39028" y="1632813"/>
                  </a:lnTo>
                  <a:lnTo>
                    <a:pt x="32734" y="1584388"/>
                  </a:lnTo>
                  <a:lnTo>
                    <a:pt x="26903" y="1532118"/>
                  </a:lnTo>
                  <a:lnTo>
                    <a:pt x="21563" y="1476243"/>
                  </a:lnTo>
                  <a:lnTo>
                    <a:pt x="16744" y="1417002"/>
                  </a:lnTo>
                  <a:lnTo>
                    <a:pt x="12474" y="1354633"/>
                  </a:lnTo>
                  <a:lnTo>
                    <a:pt x="8782" y="1289375"/>
                  </a:lnTo>
                  <a:lnTo>
                    <a:pt x="5697" y="1221467"/>
                  </a:lnTo>
                  <a:lnTo>
                    <a:pt x="3248" y="1151149"/>
                  </a:lnTo>
                  <a:lnTo>
                    <a:pt x="1462" y="1078658"/>
                  </a:lnTo>
                  <a:lnTo>
                    <a:pt x="370" y="1004234"/>
                  </a:lnTo>
                  <a:lnTo>
                    <a:pt x="0" y="928116"/>
                  </a:lnTo>
                  <a:lnTo>
                    <a:pt x="370" y="851997"/>
                  </a:lnTo>
                  <a:lnTo>
                    <a:pt x="1462" y="777573"/>
                  </a:lnTo>
                  <a:lnTo>
                    <a:pt x="3248" y="705082"/>
                  </a:lnTo>
                  <a:lnTo>
                    <a:pt x="5697" y="634764"/>
                  </a:lnTo>
                  <a:lnTo>
                    <a:pt x="8782" y="566856"/>
                  </a:lnTo>
                  <a:lnTo>
                    <a:pt x="12474" y="501598"/>
                  </a:lnTo>
                  <a:lnTo>
                    <a:pt x="16744" y="439229"/>
                  </a:lnTo>
                  <a:lnTo>
                    <a:pt x="21563" y="379988"/>
                  </a:lnTo>
                  <a:lnTo>
                    <a:pt x="26903" y="324113"/>
                  </a:lnTo>
                  <a:lnTo>
                    <a:pt x="32734" y="271843"/>
                  </a:lnTo>
                  <a:lnTo>
                    <a:pt x="39028" y="223418"/>
                  </a:lnTo>
                  <a:lnTo>
                    <a:pt x="45756" y="179076"/>
                  </a:lnTo>
                  <a:lnTo>
                    <a:pt x="52890" y="139056"/>
                  </a:lnTo>
                  <a:lnTo>
                    <a:pt x="68258" y="72937"/>
                  </a:lnTo>
                  <a:lnTo>
                    <a:pt x="84903" y="2697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0879963" y="0"/>
            <a:ext cx="28194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P4  P5  P6  P7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853684" y="1861947"/>
            <a:ext cx="834390" cy="17145"/>
          </a:xfrm>
          <a:custGeom>
            <a:avLst/>
            <a:gdLst/>
            <a:ahLst/>
            <a:cxnLst/>
            <a:rect l="l" t="t" r="r" b="b"/>
            <a:pathLst>
              <a:path w="834390" h="17144">
                <a:moveTo>
                  <a:pt x="0" y="16636"/>
                </a:moveTo>
                <a:lnTo>
                  <a:pt x="834389" y="16636"/>
                </a:lnTo>
              </a:path>
              <a:path w="834390" h="17144">
                <a:moveTo>
                  <a:pt x="0" y="0"/>
                </a:moveTo>
                <a:lnTo>
                  <a:pt x="834389" y="0"/>
                </a:lnTo>
              </a:path>
            </a:pathLst>
          </a:custGeom>
          <a:ln w="3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5927597" y="187680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668807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0775442" y="185394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11123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4" name="object 44"/>
          <p:cNvGraphicFramePr>
            <a:graphicFrameLocks noGrp="1"/>
          </p:cNvGraphicFramePr>
          <p:nvPr/>
        </p:nvGraphicFramePr>
        <p:xfrm>
          <a:off x="5917691" y="1850453"/>
          <a:ext cx="5438769" cy="255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47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16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84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683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65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5783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5783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86714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481329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33401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142239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</a:tblGrid>
              <a:tr h="248094">
                <a:tc>
                  <a:txBody>
                    <a:bodyPr/>
                    <a:lstStyle/>
                    <a:p>
                      <a:pPr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5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6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" name="object 45"/>
          <p:cNvSpPr txBox="1"/>
          <p:nvPr/>
        </p:nvSpPr>
        <p:spPr>
          <a:xfrm>
            <a:off x="5759322" y="125983"/>
            <a:ext cx="144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0000"/>
                </a:solidFill>
                <a:latin typeface="Gothic Uralic"/>
                <a:cs typeface="Gothic Uralic"/>
              </a:rPr>
              <a:t>Arrival</a:t>
            </a:r>
            <a:r>
              <a:rPr sz="2000" b="1" spc="-75" dirty="0">
                <a:solidFill>
                  <a:srgbClr val="FF0000"/>
                </a:solidFill>
                <a:latin typeface="Gothic Uralic"/>
                <a:cs typeface="Gothic Ural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Gothic Uralic"/>
                <a:cs typeface="Gothic Uralic"/>
              </a:rPr>
              <a:t>Time</a:t>
            </a:r>
            <a:endParaRPr sz="2000">
              <a:latin typeface="Gothic Uralic"/>
              <a:cs typeface="Gothic Uralic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3441191" y="4488179"/>
            <a:ext cx="281940" cy="527685"/>
          </a:xfrm>
          <a:custGeom>
            <a:avLst/>
            <a:gdLst/>
            <a:ahLst/>
            <a:cxnLst/>
            <a:rect l="l" t="t" r="r" b="b"/>
            <a:pathLst>
              <a:path w="281939" h="527685">
                <a:moveTo>
                  <a:pt x="253746" y="0"/>
                </a:moveTo>
                <a:lnTo>
                  <a:pt x="28194" y="0"/>
                </a:lnTo>
                <a:lnTo>
                  <a:pt x="17198" y="2208"/>
                </a:lnTo>
                <a:lnTo>
                  <a:pt x="8239" y="8239"/>
                </a:lnTo>
                <a:lnTo>
                  <a:pt x="2208" y="17198"/>
                </a:lnTo>
                <a:lnTo>
                  <a:pt x="0" y="28194"/>
                </a:lnTo>
                <a:lnTo>
                  <a:pt x="0" y="499110"/>
                </a:lnTo>
                <a:lnTo>
                  <a:pt x="2208" y="510105"/>
                </a:lnTo>
                <a:lnTo>
                  <a:pt x="8239" y="519064"/>
                </a:lnTo>
                <a:lnTo>
                  <a:pt x="17198" y="525095"/>
                </a:lnTo>
                <a:lnTo>
                  <a:pt x="28194" y="527304"/>
                </a:lnTo>
                <a:lnTo>
                  <a:pt x="253746" y="527304"/>
                </a:lnTo>
                <a:lnTo>
                  <a:pt x="264741" y="525095"/>
                </a:lnTo>
                <a:lnTo>
                  <a:pt x="273700" y="519064"/>
                </a:lnTo>
                <a:lnTo>
                  <a:pt x="279731" y="510105"/>
                </a:lnTo>
                <a:lnTo>
                  <a:pt x="281940" y="499110"/>
                </a:lnTo>
                <a:lnTo>
                  <a:pt x="281940" y="28194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468115" y="4645278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2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448814" y="4227321"/>
            <a:ext cx="1130300" cy="465455"/>
            <a:chOff x="2448814" y="4227321"/>
            <a:chExt cx="1130300" cy="465455"/>
          </a:xfrm>
        </p:grpSpPr>
        <p:sp>
          <p:nvSpPr>
            <p:cNvPr id="49" name="object 49"/>
            <p:cNvSpPr/>
            <p:nvPr/>
          </p:nvSpPr>
          <p:spPr>
            <a:xfrm>
              <a:off x="2458974" y="423748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1065022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8" y="417843"/>
                  </a:lnTo>
                  <a:lnTo>
                    <a:pt x="13033" y="431974"/>
                  </a:lnTo>
                  <a:lnTo>
                    <a:pt x="27164" y="441509"/>
                  </a:lnTo>
                  <a:lnTo>
                    <a:pt x="44450" y="445008"/>
                  </a:lnTo>
                  <a:lnTo>
                    <a:pt x="1065022" y="445008"/>
                  </a:lnTo>
                  <a:lnTo>
                    <a:pt x="1082307" y="441509"/>
                  </a:lnTo>
                  <a:lnTo>
                    <a:pt x="1096438" y="431974"/>
                  </a:lnTo>
                  <a:lnTo>
                    <a:pt x="1105973" y="417843"/>
                  </a:lnTo>
                  <a:lnTo>
                    <a:pt x="1109472" y="400558"/>
                  </a:lnTo>
                  <a:lnTo>
                    <a:pt x="1109472" y="44450"/>
                  </a:lnTo>
                  <a:lnTo>
                    <a:pt x="1105973" y="27164"/>
                  </a:lnTo>
                  <a:lnTo>
                    <a:pt x="1096438" y="13033"/>
                  </a:lnTo>
                  <a:lnTo>
                    <a:pt x="1082307" y="3498"/>
                  </a:lnTo>
                  <a:lnTo>
                    <a:pt x="106502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458974" y="423748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2789682" y="4195698"/>
            <a:ext cx="4476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651247" y="4477511"/>
            <a:ext cx="280670" cy="525780"/>
          </a:xfrm>
          <a:custGeom>
            <a:avLst/>
            <a:gdLst/>
            <a:ahLst/>
            <a:cxnLst/>
            <a:rect l="l" t="t" r="r" b="b"/>
            <a:pathLst>
              <a:path w="280670" h="525779">
                <a:moveTo>
                  <a:pt x="252349" y="0"/>
                </a:moveTo>
                <a:lnTo>
                  <a:pt x="28066" y="0"/>
                </a:lnTo>
                <a:lnTo>
                  <a:pt x="17144" y="2206"/>
                </a:lnTo>
                <a:lnTo>
                  <a:pt x="8223" y="8223"/>
                </a:lnTo>
                <a:lnTo>
                  <a:pt x="2206" y="17144"/>
                </a:lnTo>
                <a:lnTo>
                  <a:pt x="0" y="28067"/>
                </a:lnTo>
                <a:lnTo>
                  <a:pt x="0" y="497713"/>
                </a:lnTo>
                <a:lnTo>
                  <a:pt x="2206" y="508634"/>
                </a:lnTo>
                <a:lnTo>
                  <a:pt x="8223" y="517556"/>
                </a:lnTo>
                <a:lnTo>
                  <a:pt x="17145" y="523573"/>
                </a:lnTo>
                <a:lnTo>
                  <a:pt x="28066" y="525780"/>
                </a:lnTo>
                <a:lnTo>
                  <a:pt x="252349" y="525780"/>
                </a:lnTo>
                <a:lnTo>
                  <a:pt x="263271" y="523573"/>
                </a:lnTo>
                <a:lnTo>
                  <a:pt x="272192" y="517556"/>
                </a:lnTo>
                <a:lnTo>
                  <a:pt x="278209" y="508635"/>
                </a:lnTo>
                <a:lnTo>
                  <a:pt x="280415" y="497713"/>
                </a:lnTo>
                <a:lnTo>
                  <a:pt x="280415" y="28067"/>
                </a:lnTo>
                <a:lnTo>
                  <a:pt x="278209" y="17145"/>
                </a:lnTo>
                <a:lnTo>
                  <a:pt x="272192" y="8223"/>
                </a:lnTo>
                <a:lnTo>
                  <a:pt x="263270" y="2206"/>
                </a:lnTo>
                <a:lnTo>
                  <a:pt x="252349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4676902" y="4633976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3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657346" y="4216653"/>
            <a:ext cx="1130300" cy="465455"/>
            <a:chOff x="3657346" y="4216653"/>
            <a:chExt cx="1130300" cy="465455"/>
          </a:xfrm>
        </p:grpSpPr>
        <p:sp>
          <p:nvSpPr>
            <p:cNvPr id="55" name="object 55"/>
            <p:cNvSpPr/>
            <p:nvPr/>
          </p:nvSpPr>
          <p:spPr>
            <a:xfrm>
              <a:off x="3667506" y="4226813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1065022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8" y="417843"/>
                  </a:lnTo>
                  <a:lnTo>
                    <a:pt x="13033" y="431974"/>
                  </a:lnTo>
                  <a:lnTo>
                    <a:pt x="27164" y="441509"/>
                  </a:lnTo>
                  <a:lnTo>
                    <a:pt x="44450" y="445008"/>
                  </a:lnTo>
                  <a:lnTo>
                    <a:pt x="1065022" y="445008"/>
                  </a:lnTo>
                  <a:lnTo>
                    <a:pt x="1082307" y="441509"/>
                  </a:lnTo>
                  <a:lnTo>
                    <a:pt x="1096438" y="431974"/>
                  </a:lnTo>
                  <a:lnTo>
                    <a:pt x="1105973" y="417843"/>
                  </a:lnTo>
                  <a:lnTo>
                    <a:pt x="1109472" y="400558"/>
                  </a:lnTo>
                  <a:lnTo>
                    <a:pt x="1109472" y="44450"/>
                  </a:lnTo>
                  <a:lnTo>
                    <a:pt x="1105973" y="27164"/>
                  </a:lnTo>
                  <a:lnTo>
                    <a:pt x="1096438" y="13033"/>
                  </a:lnTo>
                  <a:lnTo>
                    <a:pt x="1082307" y="3498"/>
                  </a:lnTo>
                  <a:lnTo>
                    <a:pt x="106502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667506" y="4226813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998721" y="4184396"/>
            <a:ext cx="4476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908547" y="4472940"/>
            <a:ext cx="281940" cy="527685"/>
          </a:xfrm>
          <a:custGeom>
            <a:avLst/>
            <a:gdLst/>
            <a:ahLst/>
            <a:cxnLst/>
            <a:rect l="l" t="t" r="r" b="b"/>
            <a:pathLst>
              <a:path w="281939" h="527685">
                <a:moveTo>
                  <a:pt x="253746" y="0"/>
                </a:moveTo>
                <a:lnTo>
                  <a:pt x="28193" y="0"/>
                </a:lnTo>
                <a:lnTo>
                  <a:pt x="17198" y="2208"/>
                </a:lnTo>
                <a:lnTo>
                  <a:pt x="8239" y="8239"/>
                </a:lnTo>
                <a:lnTo>
                  <a:pt x="2208" y="17198"/>
                </a:lnTo>
                <a:lnTo>
                  <a:pt x="0" y="28193"/>
                </a:lnTo>
                <a:lnTo>
                  <a:pt x="0" y="499110"/>
                </a:lnTo>
                <a:lnTo>
                  <a:pt x="2208" y="510105"/>
                </a:lnTo>
                <a:lnTo>
                  <a:pt x="8239" y="519064"/>
                </a:lnTo>
                <a:lnTo>
                  <a:pt x="17198" y="525095"/>
                </a:lnTo>
                <a:lnTo>
                  <a:pt x="28193" y="527304"/>
                </a:lnTo>
                <a:lnTo>
                  <a:pt x="253746" y="527304"/>
                </a:lnTo>
                <a:lnTo>
                  <a:pt x="264741" y="525095"/>
                </a:lnTo>
                <a:lnTo>
                  <a:pt x="273700" y="519064"/>
                </a:lnTo>
                <a:lnTo>
                  <a:pt x="279731" y="510105"/>
                </a:lnTo>
                <a:lnTo>
                  <a:pt x="281939" y="499110"/>
                </a:lnTo>
                <a:lnTo>
                  <a:pt x="281939" y="28193"/>
                </a:lnTo>
                <a:lnTo>
                  <a:pt x="279731" y="17198"/>
                </a:lnTo>
                <a:lnTo>
                  <a:pt x="273700" y="8239"/>
                </a:lnTo>
                <a:lnTo>
                  <a:pt x="264741" y="2208"/>
                </a:lnTo>
                <a:lnTo>
                  <a:pt x="25374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5935217" y="4630039"/>
            <a:ext cx="229870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235" dirty="0">
                <a:latin typeface="Verdana"/>
                <a:cs typeface="Verdana"/>
              </a:rPr>
              <a:t>4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914646" y="4212082"/>
            <a:ext cx="1131570" cy="465455"/>
            <a:chOff x="4914646" y="4212082"/>
            <a:chExt cx="1131570" cy="465455"/>
          </a:xfrm>
        </p:grpSpPr>
        <p:sp>
          <p:nvSpPr>
            <p:cNvPr id="61" name="object 61"/>
            <p:cNvSpPr/>
            <p:nvPr/>
          </p:nvSpPr>
          <p:spPr>
            <a:xfrm>
              <a:off x="4924806" y="4222242"/>
              <a:ext cx="1111250" cy="445134"/>
            </a:xfrm>
            <a:custGeom>
              <a:avLst/>
              <a:gdLst/>
              <a:ahLst/>
              <a:cxnLst/>
              <a:rect l="l" t="t" r="r" b="b"/>
              <a:pathLst>
                <a:path w="1111250" h="445135">
                  <a:moveTo>
                    <a:pt x="1066546" y="0"/>
                  </a:moveTo>
                  <a:lnTo>
                    <a:pt x="44450" y="0"/>
                  </a:lnTo>
                  <a:lnTo>
                    <a:pt x="27164" y="3498"/>
                  </a:lnTo>
                  <a:lnTo>
                    <a:pt x="13033" y="13033"/>
                  </a:lnTo>
                  <a:lnTo>
                    <a:pt x="3498" y="27164"/>
                  </a:lnTo>
                  <a:lnTo>
                    <a:pt x="0" y="44449"/>
                  </a:lnTo>
                  <a:lnTo>
                    <a:pt x="0" y="400557"/>
                  </a:lnTo>
                  <a:lnTo>
                    <a:pt x="3498" y="417843"/>
                  </a:lnTo>
                  <a:lnTo>
                    <a:pt x="13033" y="431974"/>
                  </a:lnTo>
                  <a:lnTo>
                    <a:pt x="27164" y="441509"/>
                  </a:lnTo>
                  <a:lnTo>
                    <a:pt x="44450" y="445007"/>
                  </a:lnTo>
                  <a:lnTo>
                    <a:pt x="1066546" y="445007"/>
                  </a:lnTo>
                  <a:lnTo>
                    <a:pt x="1083831" y="441509"/>
                  </a:lnTo>
                  <a:lnTo>
                    <a:pt x="1097962" y="431974"/>
                  </a:lnTo>
                  <a:lnTo>
                    <a:pt x="1107497" y="417843"/>
                  </a:lnTo>
                  <a:lnTo>
                    <a:pt x="1110996" y="400557"/>
                  </a:lnTo>
                  <a:lnTo>
                    <a:pt x="1110996" y="44449"/>
                  </a:lnTo>
                  <a:lnTo>
                    <a:pt x="1107497" y="27164"/>
                  </a:lnTo>
                  <a:lnTo>
                    <a:pt x="1097962" y="13033"/>
                  </a:lnTo>
                  <a:lnTo>
                    <a:pt x="1083831" y="3498"/>
                  </a:lnTo>
                  <a:lnTo>
                    <a:pt x="106654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924806" y="4222242"/>
              <a:ext cx="1111250" cy="445134"/>
            </a:xfrm>
            <a:custGeom>
              <a:avLst/>
              <a:gdLst/>
              <a:ahLst/>
              <a:cxnLst/>
              <a:rect l="l" t="t" r="r" b="b"/>
              <a:pathLst>
                <a:path w="1111250" h="445135">
                  <a:moveTo>
                    <a:pt x="0" y="44449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6546" y="0"/>
                  </a:lnTo>
                  <a:lnTo>
                    <a:pt x="1083831" y="3498"/>
                  </a:lnTo>
                  <a:lnTo>
                    <a:pt x="1097962" y="13033"/>
                  </a:lnTo>
                  <a:lnTo>
                    <a:pt x="1107497" y="27164"/>
                  </a:lnTo>
                  <a:lnTo>
                    <a:pt x="1110996" y="44449"/>
                  </a:lnTo>
                  <a:lnTo>
                    <a:pt x="1110996" y="400557"/>
                  </a:lnTo>
                  <a:lnTo>
                    <a:pt x="1107497" y="417843"/>
                  </a:lnTo>
                  <a:lnTo>
                    <a:pt x="1097962" y="431974"/>
                  </a:lnTo>
                  <a:lnTo>
                    <a:pt x="1083831" y="441509"/>
                  </a:lnTo>
                  <a:lnTo>
                    <a:pt x="1066546" y="445007"/>
                  </a:lnTo>
                  <a:lnTo>
                    <a:pt x="44450" y="445007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7"/>
                  </a:lnTo>
                  <a:lnTo>
                    <a:pt x="0" y="44449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5256657" y="4179773"/>
            <a:ext cx="44767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P4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6140196" y="4197096"/>
            <a:ext cx="1274445" cy="788035"/>
            <a:chOff x="6140196" y="4197096"/>
            <a:chExt cx="1274445" cy="788035"/>
          </a:xfrm>
        </p:grpSpPr>
        <p:sp>
          <p:nvSpPr>
            <p:cNvPr id="65" name="object 65"/>
            <p:cNvSpPr/>
            <p:nvPr/>
          </p:nvSpPr>
          <p:spPr>
            <a:xfrm>
              <a:off x="6150102" y="4207002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4" h="778510">
                  <a:moveTo>
                    <a:pt x="1264158" y="278892"/>
                  </a:moveTo>
                  <a:lnTo>
                    <a:pt x="1261948" y="267906"/>
                  </a:lnTo>
                  <a:lnTo>
                    <a:pt x="1255915" y="258940"/>
                  </a:lnTo>
                  <a:lnTo>
                    <a:pt x="1246949" y="252907"/>
                  </a:lnTo>
                  <a:lnTo>
                    <a:pt x="1235964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2218" y="445008"/>
                  </a:lnTo>
                  <a:lnTo>
                    <a:pt x="982218" y="749808"/>
                  </a:lnTo>
                  <a:lnTo>
                    <a:pt x="984415" y="760806"/>
                  </a:lnTo>
                  <a:lnTo>
                    <a:pt x="990447" y="769772"/>
                  </a:lnTo>
                  <a:lnTo>
                    <a:pt x="999413" y="775804"/>
                  </a:lnTo>
                  <a:lnTo>
                    <a:pt x="1010412" y="778002"/>
                  </a:lnTo>
                  <a:lnTo>
                    <a:pt x="1235964" y="778002"/>
                  </a:lnTo>
                  <a:lnTo>
                    <a:pt x="1246949" y="775804"/>
                  </a:lnTo>
                  <a:lnTo>
                    <a:pt x="1255915" y="769772"/>
                  </a:lnTo>
                  <a:lnTo>
                    <a:pt x="1261948" y="760806"/>
                  </a:lnTo>
                  <a:lnTo>
                    <a:pt x="1264158" y="749808"/>
                  </a:lnTo>
                  <a:lnTo>
                    <a:pt x="1264158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150102" y="4207002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6481064" y="4164838"/>
            <a:ext cx="908050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P4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5"/>
              </a:spcBef>
            </a:pPr>
            <a:r>
              <a:rPr sz="2900" spc="-235" dirty="0">
                <a:latin typeface="Verdana"/>
                <a:cs typeface="Verdana"/>
              </a:rPr>
              <a:t>5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042153" y="1763649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rlito"/>
                <a:cs typeface="Carlito"/>
              </a:rPr>
              <a:t>2</a:t>
            </a:r>
            <a:endParaRPr sz="2000"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213780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07947" y="4215129"/>
            <a:ext cx="1407160" cy="786765"/>
            <a:chOff x="1107947" y="4215129"/>
            <a:chExt cx="1407160" cy="786765"/>
          </a:xfrm>
        </p:grpSpPr>
        <p:sp>
          <p:nvSpPr>
            <p:cNvPr id="3" name="object 3"/>
            <p:cNvSpPr/>
            <p:nvPr/>
          </p:nvSpPr>
          <p:spPr>
            <a:xfrm>
              <a:off x="1107948" y="4225289"/>
              <a:ext cx="1407160" cy="776605"/>
            </a:xfrm>
            <a:custGeom>
              <a:avLst/>
              <a:gdLst/>
              <a:ahLst/>
              <a:cxnLst/>
              <a:rect l="l" t="t" r="r" b="b"/>
              <a:pathLst>
                <a:path w="1407160" h="776604">
                  <a:moveTo>
                    <a:pt x="1406652" y="278892"/>
                  </a:moveTo>
                  <a:lnTo>
                    <a:pt x="1404442" y="267906"/>
                  </a:lnTo>
                  <a:lnTo>
                    <a:pt x="1398409" y="258940"/>
                  </a:lnTo>
                  <a:lnTo>
                    <a:pt x="1389443" y="252907"/>
                  </a:lnTo>
                  <a:lnTo>
                    <a:pt x="1378458" y="250698"/>
                  </a:lnTo>
                  <a:lnTo>
                    <a:pt x="1251966" y="250698"/>
                  </a:lnTo>
                  <a:lnTo>
                    <a:pt x="1251966" y="44450"/>
                  </a:lnTo>
                  <a:lnTo>
                    <a:pt x="1248460" y="27165"/>
                  </a:lnTo>
                  <a:lnTo>
                    <a:pt x="1238923" y="13042"/>
                  </a:lnTo>
                  <a:lnTo>
                    <a:pt x="1224800" y="3505"/>
                  </a:lnTo>
                  <a:lnTo>
                    <a:pt x="1207516" y="0"/>
                  </a:lnTo>
                  <a:lnTo>
                    <a:pt x="186944" y="0"/>
                  </a:lnTo>
                  <a:lnTo>
                    <a:pt x="169646" y="3505"/>
                  </a:lnTo>
                  <a:lnTo>
                    <a:pt x="155524" y="13042"/>
                  </a:lnTo>
                  <a:lnTo>
                    <a:pt x="145986" y="27165"/>
                  </a:lnTo>
                  <a:lnTo>
                    <a:pt x="142494" y="44450"/>
                  </a:lnTo>
                  <a:lnTo>
                    <a:pt x="142494" y="250698"/>
                  </a:lnTo>
                  <a:lnTo>
                    <a:pt x="28194" y="250698"/>
                  </a:lnTo>
                  <a:lnTo>
                    <a:pt x="17208" y="252907"/>
                  </a:lnTo>
                  <a:lnTo>
                    <a:pt x="8255" y="258940"/>
                  </a:lnTo>
                  <a:lnTo>
                    <a:pt x="2209" y="267906"/>
                  </a:lnTo>
                  <a:lnTo>
                    <a:pt x="0" y="278892"/>
                  </a:lnTo>
                  <a:lnTo>
                    <a:pt x="0" y="748284"/>
                  </a:lnTo>
                  <a:lnTo>
                    <a:pt x="2209" y="759282"/>
                  </a:lnTo>
                  <a:lnTo>
                    <a:pt x="8255" y="768248"/>
                  </a:lnTo>
                  <a:lnTo>
                    <a:pt x="17208" y="774280"/>
                  </a:lnTo>
                  <a:lnTo>
                    <a:pt x="28194" y="776478"/>
                  </a:lnTo>
                  <a:lnTo>
                    <a:pt x="253746" y="776478"/>
                  </a:lnTo>
                  <a:lnTo>
                    <a:pt x="264731" y="774280"/>
                  </a:lnTo>
                  <a:lnTo>
                    <a:pt x="273697" y="768248"/>
                  </a:lnTo>
                  <a:lnTo>
                    <a:pt x="279730" y="759282"/>
                  </a:lnTo>
                  <a:lnTo>
                    <a:pt x="281940" y="748284"/>
                  </a:lnTo>
                  <a:lnTo>
                    <a:pt x="281940" y="445008"/>
                  </a:lnTo>
                  <a:lnTo>
                    <a:pt x="1124712" y="445008"/>
                  </a:lnTo>
                  <a:lnTo>
                    <a:pt x="1124712" y="748284"/>
                  </a:lnTo>
                  <a:lnTo>
                    <a:pt x="1126909" y="759282"/>
                  </a:lnTo>
                  <a:lnTo>
                    <a:pt x="1132941" y="768248"/>
                  </a:lnTo>
                  <a:lnTo>
                    <a:pt x="1141907" y="774280"/>
                  </a:lnTo>
                  <a:lnTo>
                    <a:pt x="1152906" y="776478"/>
                  </a:lnTo>
                  <a:lnTo>
                    <a:pt x="1378458" y="776478"/>
                  </a:lnTo>
                  <a:lnTo>
                    <a:pt x="1389443" y="774280"/>
                  </a:lnTo>
                  <a:lnTo>
                    <a:pt x="1398409" y="768248"/>
                  </a:lnTo>
                  <a:lnTo>
                    <a:pt x="1404442" y="759282"/>
                  </a:lnTo>
                  <a:lnTo>
                    <a:pt x="1406652" y="748284"/>
                  </a:lnTo>
                  <a:lnTo>
                    <a:pt x="1406652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50441" y="4225289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80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34262" y="4182313"/>
            <a:ext cx="1355090" cy="918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  <a:tabLst>
                <a:tab pos="1124585" algn="l"/>
              </a:tabLst>
            </a:pPr>
            <a:r>
              <a:rPr sz="2900" spc="-235" dirty="0">
                <a:latin typeface="Verdana"/>
                <a:cs typeface="Verdana"/>
              </a:rPr>
              <a:t>0	1</a:t>
            </a:r>
            <a:endParaRPr sz="2900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76008" y="240411"/>
          <a:ext cx="3977639" cy="2792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44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944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91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Pno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Priority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160" dirty="0">
                          <a:latin typeface="Carlito"/>
                          <a:cs typeface="Carlito"/>
                        </a:rPr>
                        <a:t>AT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45" dirty="0">
                          <a:latin typeface="Carlito"/>
                          <a:cs typeface="Carlito"/>
                        </a:rPr>
                        <a:t>BT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2(L)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8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12</a:t>
                      </a:r>
                      <a:r>
                        <a:rPr sz="2000" b="1" spc="-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b="1" dirty="0">
                          <a:latin typeface="Carlito"/>
                          <a:cs typeface="Carlito"/>
                        </a:rPr>
                        <a:t>(H)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P7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9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5819902" y="1042161"/>
            <a:ext cx="674370" cy="845185"/>
            <a:chOff x="5819902" y="1042161"/>
            <a:chExt cx="674370" cy="845185"/>
          </a:xfrm>
        </p:grpSpPr>
        <p:sp>
          <p:nvSpPr>
            <p:cNvPr id="8" name="object 8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548639" y="0"/>
                  </a:moveTo>
                  <a:lnTo>
                    <a:pt x="105155" y="0"/>
                  </a:lnTo>
                  <a:lnTo>
                    <a:pt x="86263" y="6640"/>
                  </a:lnTo>
                  <a:lnTo>
                    <a:pt x="52098" y="56275"/>
                  </a:lnTo>
                  <a:lnTo>
                    <a:pt x="37420" y="96942"/>
                  </a:lnTo>
                  <a:lnTo>
                    <a:pt x="24743" y="146624"/>
                  </a:lnTo>
                  <a:lnTo>
                    <a:pt x="14365" y="204159"/>
                  </a:lnTo>
                  <a:lnTo>
                    <a:pt x="6583" y="268382"/>
                  </a:lnTo>
                  <a:lnTo>
                    <a:pt x="1695" y="338131"/>
                  </a:lnTo>
                  <a:lnTo>
                    <a:pt x="0" y="412241"/>
                  </a:lnTo>
                  <a:lnTo>
                    <a:pt x="1695" y="486352"/>
                  </a:lnTo>
                  <a:lnTo>
                    <a:pt x="6583" y="556101"/>
                  </a:lnTo>
                  <a:lnTo>
                    <a:pt x="14365" y="620324"/>
                  </a:lnTo>
                  <a:lnTo>
                    <a:pt x="24743" y="677859"/>
                  </a:lnTo>
                  <a:lnTo>
                    <a:pt x="37420" y="727541"/>
                  </a:lnTo>
                  <a:lnTo>
                    <a:pt x="52098" y="768208"/>
                  </a:lnTo>
                  <a:lnTo>
                    <a:pt x="86263" y="817843"/>
                  </a:lnTo>
                  <a:lnTo>
                    <a:pt x="105155" y="824483"/>
                  </a:lnTo>
                  <a:lnTo>
                    <a:pt x="548639" y="824483"/>
                  </a:lnTo>
                  <a:lnTo>
                    <a:pt x="585317" y="798697"/>
                  </a:lnTo>
                  <a:lnTo>
                    <a:pt x="616375" y="727541"/>
                  </a:lnTo>
                  <a:lnTo>
                    <a:pt x="629052" y="677859"/>
                  </a:lnTo>
                  <a:lnTo>
                    <a:pt x="639430" y="620324"/>
                  </a:lnTo>
                  <a:lnTo>
                    <a:pt x="647212" y="556101"/>
                  </a:lnTo>
                  <a:lnTo>
                    <a:pt x="652100" y="486352"/>
                  </a:lnTo>
                  <a:lnTo>
                    <a:pt x="653796" y="412241"/>
                  </a:lnTo>
                  <a:lnTo>
                    <a:pt x="652100" y="338131"/>
                  </a:lnTo>
                  <a:lnTo>
                    <a:pt x="647212" y="268382"/>
                  </a:lnTo>
                  <a:lnTo>
                    <a:pt x="639430" y="204159"/>
                  </a:lnTo>
                  <a:lnTo>
                    <a:pt x="629052" y="146624"/>
                  </a:lnTo>
                  <a:lnTo>
                    <a:pt x="616375" y="96942"/>
                  </a:lnTo>
                  <a:lnTo>
                    <a:pt x="601697" y="56275"/>
                  </a:lnTo>
                  <a:lnTo>
                    <a:pt x="567532" y="6640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105155" y="0"/>
                  </a:moveTo>
                  <a:lnTo>
                    <a:pt x="548639" y="0"/>
                  </a:lnTo>
                  <a:lnTo>
                    <a:pt x="567532" y="6640"/>
                  </a:lnTo>
                  <a:lnTo>
                    <a:pt x="601697" y="56275"/>
                  </a:lnTo>
                  <a:lnTo>
                    <a:pt x="616375" y="96942"/>
                  </a:lnTo>
                  <a:lnTo>
                    <a:pt x="629052" y="146624"/>
                  </a:lnTo>
                  <a:lnTo>
                    <a:pt x="639430" y="204159"/>
                  </a:lnTo>
                  <a:lnTo>
                    <a:pt x="647212" y="268382"/>
                  </a:lnTo>
                  <a:lnTo>
                    <a:pt x="652100" y="338131"/>
                  </a:lnTo>
                  <a:lnTo>
                    <a:pt x="653796" y="412241"/>
                  </a:lnTo>
                  <a:lnTo>
                    <a:pt x="652100" y="486352"/>
                  </a:lnTo>
                  <a:lnTo>
                    <a:pt x="647212" y="556101"/>
                  </a:lnTo>
                  <a:lnTo>
                    <a:pt x="639430" y="620324"/>
                  </a:lnTo>
                  <a:lnTo>
                    <a:pt x="629052" y="677859"/>
                  </a:lnTo>
                  <a:lnTo>
                    <a:pt x="616375" y="727541"/>
                  </a:lnTo>
                  <a:lnTo>
                    <a:pt x="601697" y="768208"/>
                  </a:lnTo>
                  <a:lnTo>
                    <a:pt x="567532" y="817843"/>
                  </a:lnTo>
                  <a:lnTo>
                    <a:pt x="548639" y="824483"/>
                  </a:lnTo>
                  <a:lnTo>
                    <a:pt x="105155" y="824483"/>
                  </a:lnTo>
                  <a:lnTo>
                    <a:pt x="68478" y="798697"/>
                  </a:lnTo>
                  <a:lnTo>
                    <a:pt x="37420" y="727541"/>
                  </a:lnTo>
                  <a:lnTo>
                    <a:pt x="24743" y="677859"/>
                  </a:lnTo>
                  <a:lnTo>
                    <a:pt x="14365" y="620324"/>
                  </a:lnTo>
                  <a:lnTo>
                    <a:pt x="6583" y="556101"/>
                  </a:lnTo>
                  <a:lnTo>
                    <a:pt x="1695" y="486352"/>
                  </a:lnTo>
                  <a:lnTo>
                    <a:pt x="0" y="412241"/>
                  </a:lnTo>
                  <a:lnTo>
                    <a:pt x="1695" y="338131"/>
                  </a:lnTo>
                  <a:lnTo>
                    <a:pt x="6583" y="268382"/>
                  </a:lnTo>
                  <a:lnTo>
                    <a:pt x="14365" y="204159"/>
                  </a:lnTo>
                  <a:lnTo>
                    <a:pt x="24743" y="146624"/>
                  </a:lnTo>
                  <a:lnTo>
                    <a:pt x="37420" y="96942"/>
                  </a:lnTo>
                  <a:lnTo>
                    <a:pt x="52098" y="56275"/>
                  </a:lnTo>
                  <a:lnTo>
                    <a:pt x="86263" y="6640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16244" y="1309496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89521" y="1020825"/>
            <a:ext cx="674370" cy="846455"/>
            <a:chOff x="6589521" y="1020825"/>
            <a:chExt cx="674370" cy="846455"/>
          </a:xfrm>
        </p:grpSpPr>
        <p:sp>
          <p:nvSpPr>
            <p:cNvPr id="12" name="object 12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6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6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6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6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6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86118" y="1151890"/>
            <a:ext cx="281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P2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400543" y="1021080"/>
            <a:ext cx="673735" cy="845819"/>
            <a:chOff x="7400543" y="1021080"/>
            <a:chExt cx="673735" cy="845819"/>
          </a:xfrm>
        </p:grpSpPr>
        <p:sp>
          <p:nvSpPr>
            <p:cNvPr id="16" name="object 16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5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5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5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5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597520" y="1014729"/>
            <a:ext cx="2819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P3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212835" y="833627"/>
            <a:ext cx="715010" cy="1033780"/>
            <a:chOff x="8212835" y="833627"/>
            <a:chExt cx="715010" cy="1033780"/>
          </a:xfrm>
        </p:grpSpPr>
        <p:sp>
          <p:nvSpPr>
            <p:cNvPr id="20" name="object 20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583183" y="0"/>
                  </a:moveTo>
                  <a:lnTo>
                    <a:pt x="111759" y="0"/>
                  </a:lnTo>
                  <a:lnTo>
                    <a:pt x="95245" y="5493"/>
                  </a:lnTo>
                  <a:lnTo>
                    <a:pt x="64645" y="47088"/>
                  </a:lnTo>
                  <a:lnTo>
                    <a:pt x="38437" y="124275"/>
                  </a:lnTo>
                  <a:lnTo>
                    <a:pt x="27413" y="174258"/>
                  </a:lnTo>
                  <a:lnTo>
                    <a:pt x="18005" y="230788"/>
                  </a:lnTo>
                  <a:lnTo>
                    <a:pt x="10387" y="293084"/>
                  </a:lnTo>
                  <a:lnTo>
                    <a:pt x="4731" y="360361"/>
                  </a:lnTo>
                  <a:lnTo>
                    <a:pt x="1211" y="431838"/>
                  </a:lnTo>
                  <a:lnTo>
                    <a:pt x="0" y="506729"/>
                  </a:lnTo>
                  <a:lnTo>
                    <a:pt x="1211" y="581621"/>
                  </a:lnTo>
                  <a:lnTo>
                    <a:pt x="4731" y="653098"/>
                  </a:lnTo>
                  <a:lnTo>
                    <a:pt x="10387" y="720375"/>
                  </a:lnTo>
                  <a:lnTo>
                    <a:pt x="18005" y="782671"/>
                  </a:lnTo>
                  <a:lnTo>
                    <a:pt x="27413" y="839201"/>
                  </a:lnTo>
                  <a:lnTo>
                    <a:pt x="38437" y="889184"/>
                  </a:lnTo>
                  <a:lnTo>
                    <a:pt x="50906" y="931834"/>
                  </a:lnTo>
                  <a:lnTo>
                    <a:pt x="79482" y="992009"/>
                  </a:lnTo>
                  <a:lnTo>
                    <a:pt x="111759" y="1013460"/>
                  </a:lnTo>
                  <a:lnTo>
                    <a:pt x="583183" y="1013460"/>
                  </a:lnTo>
                  <a:lnTo>
                    <a:pt x="615461" y="992009"/>
                  </a:lnTo>
                  <a:lnTo>
                    <a:pt x="644037" y="931834"/>
                  </a:lnTo>
                  <a:lnTo>
                    <a:pt x="656506" y="889184"/>
                  </a:lnTo>
                  <a:lnTo>
                    <a:pt x="667530" y="839201"/>
                  </a:lnTo>
                  <a:lnTo>
                    <a:pt x="676938" y="782671"/>
                  </a:lnTo>
                  <a:lnTo>
                    <a:pt x="684556" y="720375"/>
                  </a:lnTo>
                  <a:lnTo>
                    <a:pt x="690212" y="653098"/>
                  </a:lnTo>
                  <a:lnTo>
                    <a:pt x="693732" y="581621"/>
                  </a:lnTo>
                  <a:lnTo>
                    <a:pt x="694943" y="506729"/>
                  </a:lnTo>
                  <a:lnTo>
                    <a:pt x="693732" y="431838"/>
                  </a:lnTo>
                  <a:lnTo>
                    <a:pt x="690212" y="360361"/>
                  </a:lnTo>
                  <a:lnTo>
                    <a:pt x="684556" y="293084"/>
                  </a:lnTo>
                  <a:lnTo>
                    <a:pt x="676938" y="230788"/>
                  </a:lnTo>
                  <a:lnTo>
                    <a:pt x="667530" y="174258"/>
                  </a:lnTo>
                  <a:lnTo>
                    <a:pt x="656506" y="124275"/>
                  </a:lnTo>
                  <a:lnTo>
                    <a:pt x="644037" y="81625"/>
                  </a:lnTo>
                  <a:lnTo>
                    <a:pt x="615461" y="2145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111759" y="0"/>
                  </a:moveTo>
                  <a:lnTo>
                    <a:pt x="583183" y="0"/>
                  </a:lnTo>
                  <a:lnTo>
                    <a:pt x="599698" y="5493"/>
                  </a:lnTo>
                  <a:lnTo>
                    <a:pt x="630298" y="47088"/>
                  </a:lnTo>
                  <a:lnTo>
                    <a:pt x="656506" y="124275"/>
                  </a:lnTo>
                  <a:lnTo>
                    <a:pt x="667530" y="174258"/>
                  </a:lnTo>
                  <a:lnTo>
                    <a:pt x="676938" y="230788"/>
                  </a:lnTo>
                  <a:lnTo>
                    <a:pt x="684556" y="293084"/>
                  </a:lnTo>
                  <a:lnTo>
                    <a:pt x="690212" y="360361"/>
                  </a:lnTo>
                  <a:lnTo>
                    <a:pt x="693732" y="431838"/>
                  </a:lnTo>
                  <a:lnTo>
                    <a:pt x="694943" y="506729"/>
                  </a:lnTo>
                  <a:lnTo>
                    <a:pt x="693732" y="581621"/>
                  </a:lnTo>
                  <a:lnTo>
                    <a:pt x="690212" y="653098"/>
                  </a:lnTo>
                  <a:lnTo>
                    <a:pt x="684556" y="720375"/>
                  </a:lnTo>
                  <a:lnTo>
                    <a:pt x="676938" y="782671"/>
                  </a:lnTo>
                  <a:lnTo>
                    <a:pt x="667530" y="839201"/>
                  </a:lnTo>
                  <a:lnTo>
                    <a:pt x="656506" y="889184"/>
                  </a:lnTo>
                  <a:lnTo>
                    <a:pt x="644037" y="931834"/>
                  </a:lnTo>
                  <a:lnTo>
                    <a:pt x="615461" y="992009"/>
                  </a:lnTo>
                  <a:lnTo>
                    <a:pt x="583183" y="1013460"/>
                  </a:lnTo>
                  <a:lnTo>
                    <a:pt x="111759" y="1013460"/>
                  </a:lnTo>
                  <a:lnTo>
                    <a:pt x="79482" y="992009"/>
                  </a:lnTo>
                  <a:lnTo>
                    <a:pt x="50906" y="931834"/>
                  </a:lnTo>
                  <a:lnTo>
                    <a:pt x="38437" y="889184"/>
                  </a:lnTo>
                  <a:lnTo>
                    <a:pt x="27413" y="839201"/>
                  </a:lnTo>
                  <a:lnTo>
                    <a:pt x="18005" y="782671"/>
                  </a:lnTo>
                  <a:lnTo>
                    <a:pt x="10387" y="720375"/>
                  </a:lnTo>
                  <a:lnTo>
                    <a:pt x="4731" y="653098"/>
                  </a:lnTo>
                  <a:lnTo>
                    <a:pt x="1211" y="581621"/>
                  </a:lnTo>
                  <a:lnTo>
                    <a:pt x="0" y="506729"/>
                  </a:lnTo>
                  <a:lnTo>
                    <a:pt x="1211" y="431838"/>
                  </a:lnTo>
                  <a:lnTo>
                    <a:pt x="4731" y="360361"/>
                  </a:lnTo>
                  <a:lnTo>
                    <a:pt x="10387" y="293084"/>
                  </a:lnTo>
                  <a:lnTo>
                    <a:pt x="18005" y="230788"/>
                  </a:lnTo>
                  <a:lnTo>
                    <a:pt x="27413" y="174258"/>
                  </a:lnTo>
                  <a:lnTo>
                    <a:pt x="38437" y="124275"/>
                  </a:lnTo>
                  <a:lnTo>
                    <a:pt x="50906" y="81625"/>
                  </a:lnTo>
                  <a:lnTo>
                    <a:pt x="79482" y="21450"/>
                  </a:lnTo>
                  <a:lnTo>
                    <a:pt x="111759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428735" y="783463"/>
            <a:ext cx="2819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P4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023604" y="475487"/>
            <a:ext cx="715010" cy="1391920"/>
            <a:chOff x="9023604" y="475487"/>
            <a:chExt cx="715010" cy="1391920"/>
          </a:xfrm>
        </p:grpSpPr>
        <p:sp>
          <p:nvSpPr>
            <p:cNvPr id="24" name="object 24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583184" y="0"/>
                  </a:moveTo>
                  <a:lnTo>
                    <a:pt x="111760" y="0"/>
                  </a:lnTo>
                  <a:lnTo>
                    <a:pt x="99582" y="4024"/>
                  </a:lnTo>
                  <a:lnTo>
                    <a:pt x="76435" y="34966"/>
                  </a:lnTo>
                  <a:lnTo>
                    <a:pt x="55353" y="93641"/>
                  </a:lnTo>
                  <a:lnTo>
                    <a:pt x="45756" y="132331"/>
                  </a:lnTo>
                  <a:lnTo>
                    <a:pt x="36880" y="176700"/>
                  </a:lnTo>
                  <a:lnTo>
                    <a:pt x="28793" y="226326"/>
                  </a:lnTo>
                  <a:lnTo>
                    <a:pt x="21563" y="280793"/>
                  </a:lnTo>
                  <a:lnTo>
                    <a:pt x="15258" y="339682"/>
                  </a:lnTo>
                  <a:lnTo>
                    <a:pt x="9947" y="402574"/>
                  </a:lnTo>
                  <a:lnTo>
                    <a:pt x="5697" y="469050"/>
                  </a:lnTo>
                  <a:lnTo>
                    <a:pt x="2577" y="538692"/>
                  </a:lnTo>
                  <a:lnTo>
                    <a:pt x="655" y="611082"/>
                  </a:lnTo>
                  <a:lnTo>
                    <a:pt x="0" y="685800"/>
                  </a:lnTo>
                  <a:lnTo>
                    <a:pt x="655" y="760517"/>
                  </a:lnTo>
                  <a:lnTo>
                    <a:pt x="2577" y="832907"/>
                  </a:lnTo>
                  <a:lnTo>
                    <a:pt x="5697" y="902549"/>
                  </a:lnTo>
                  <a:lnTo>
                    <a:pt x="9947" y="969025"/>
                  </a:lnTo>
                  <a:lnTo>
                    <a:pt x="15258" y="1031917"/>
                  </a:lnTo>
                  <a:lnTo>
                    <a:pt x="21563" y="1090806"/>
                  </a:lnTo>
                  <a:lnTo>
                    <a:pt x="28793" y="1145273"/>
                  </a:lnTo>
                  <a:lnTo>
                    <a:pt x="36880" y="1194899"/>
                  </a:lnTo>
                  <a:lnTo>
                    <a:pt x="45756" y="1239268"/>
                  </a:lnTo>
                  <a:lnTo>
                    <a:pt x="55353" y="1277958"/>
                  </a:lnTo>
                  <a:lnTo>
                    <a:pt x="76435" y="1336633"/>
                  </a:lnTo>
                  <a:lnTo>
                    <a:pt x="99582" y="1367575"/>
                  </a:lnTo>
                  <a:lnTo>
                    <a:pt x="111760" y="1371600"/>
                  </a:lnTo>
                  <a:lnTo>
                    <a:pt x="583184" y="1371600"/>
                  </a:lnTo>
                  <a:lnTo>
                    <a:pt x="618508" y="1336633"/>
                  </a:lnTo>
                  <a:lnTo>
                    <a:pt x="639590" y="1277958"/>
                  </a:lnTo>
                  <a:lnTo>
                    <a:pt x="649187" y="1239268"/>
                  </a:lnTo>
                  <a:lnTo>
                    <a:pt x="658063" y="1194899"/>
                  </a:lnTo>
                  <a:lnTo>
                    <a:pt x="666150" y="1145273"/>
                  </a:lnTo>
                  <a:lnTo>
                    <a:pt x="673380" y="1090806"/>
                  </a:lnTo>
                  <a:lnTo>
                    <a:pt x="679685" y="1031917"/>
                  </a:lnTo>
                  <a:lnTo>
                    <a:pt x="684996" y="969025"/>
                  </a:lnTo>
                  <a:lnTo>
                    <a:pt x="689246" y="902549"/>
                  </a:lnTo>
                  <a:lnTo>
                    <a:pt x="692366" y="832907"/>
                  </a:lnTo>
                  <a:lnTo>
                    <a:pt x="694288" y="760517"/>
                  </a:lnTo>
                  <a:lnTo>
                    <a:pt x="694944" y="685800"/>
                  </a:lnTo>
                  <a:lnTo>
                    <a:pt x="694288" y="611082"/>
                  </a:lnTo>
                  <a:lnTo>
                    <a:pt x="692366" y="538692"/>
                  </a:lnTo>
                  <a:lnTo>
                    <a:pt x="689246" y="469050"/>
                  </a:lnTo>
                  <a:lnTo>
                    <a:pt x="684996" y="402574"/>
                  </a:lnTo>
                  <a:lnTo>
                    <a:pt x="679685" y="339682"/>
                  </a:lnTo>
                  <a:lnTo>
                    <a:pt x="673380" y="280793"/>
                  </a:lnTo>
                  <a:lnTo>
                    <a:pt x="666150" y="226326"/>
                  </a:lnTo>
                  <a:lnTo>
                    <a:pt x="658063" y="176700"/>
                  </a:lnTo>
                  <a:lnTo>
                    <a:pt x="649187" y="132331"/>
                  </a:lnTo>
                  <a:lnTo>
                    <a:pt x="639590" y="93641"/>
                  </a:lnTo>
                  <a:lnTo>
                    <a:pt x="618508" y="34966"/>
                  </a:lnTo>
                  <a:lnTo>
                    <a:pt x="595361" y="402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111760" y="0"/>
                  </a:moveTo>
                  <a:lnTo>
                    <a:pt x="583184" y="0"/>
                  </a:lnTo>
                  <a:lnTo>
                    <a:pt x="595361" y="4024"/>
                  </a:lnTo>
                  <a:lnTo>
                    <a:pt x="618508" y="34966"/>
                  </a:lnTo>
                  <a:lnTo>
                    <a:pt x="639590" y="93641"/>
                  </a:lnTo>
                  <a:lnTo>
                    <a:pt x="649187" y="132331"/>
                  </a:lnTo>
                  <a:lnTo>
                    <a:pt x="658063" y="176700"/>
                  </a:lnTo>
                  <a:lnTo>
                    <a:pt x="666150" y="226326"/>
                  </a:lnTo>
                  <a:lnTo>
                    <a:pt x="673380" y="280793"/>
                  </a:lnTo>
                  <a:lnTo>
                    <a:pt x="679685" y="339682"/>
                  </a:lnTo>
                  <a:lnTo>
                    <a:pt x="684996" y="402574"/>
                  </a:lnTo>
                  <a:lnTo>
                    <a:pt x="689246" y="469050"/>
                  </a:lnTo>
                  <a:lnTo>
                    <a:pt x="692366" y="538692"/>
                  </a:lnTo>
                  <a:lnTo>
                    <a:pt x="694288" y="611082"/>
                  </a:lnTo>
                  <a:lnTo>
                    <a:pt x="694944" y="685800"/>
                  </a:lnTo>
                  <a:lnTo>
                    <a:pt x="694288" y="760517"/>
                  </a:lnTo>
                  <a:lnTo>
                    <a:pt x="692366" y="832907"/>
                  </a:lnTo>
                  <a:lnTo>
                    <a:pt x="689246" y="902549"/>
                  </a:lnTo>
                  <a:lnTo>
                    <a:pt x="684996" y="969025"/>
                  </a:lnTo>
                  <a:lnTo>
                    <a:pt x="679685" y="1031917"/>
                  </a:lnTo>
                  <a:lnTo>
                    <a:pt x="673380" y="1090806"/>
                  </a:lnTo>
                  <a:lnTo>
                    <a:pt x="666150" y="1145273"/>
                  </a:lnTo>
                  <a:lnTo>
                    <a:pt x="658063" y="1194899"/>
                  </a:lnTo>
                  <a:lnTo>
                    <a:pt x="649187" y="1239268"/>
                  </a:lnTo>
                  <a:lnTo>
                    <a:pt x="639590" y="1277958"/>
                  </a:lnTo>
                  <a:lnTo>
                    <a:pt x="618508" y="1336633"/>
                  </a:lnTo>
                  <a:lnTo>
                    <a:pt x="595361" y="1367575"/>
                  </a:lnTo>
                  <a:lnTo>
                    <a:pt x="583184" y="1371600"/>
                  </a:lnTo>
                  <a:lnTo>
                    <a:pt x="111760" y="1371600"/>
                  </a:lnTo>
                  <a:lnTo>
                    <a:pt x="76435" y="1336633"/>
                  </a:lnTo>
                  <a:lnTo>
                    <a:pt x="55353" y="1277958"/>
                  </a:lnTo>
                  <a:lnTo>
                    <a:pt x="45756" y="1239268"/>
                  </a:lnTo>
                  <a:lnTo>
                    <a:pt x="36880" y="1194899"/>
                  </a:lnTo>
                  <a:lnTo>
                    <a:pt x="28793" y="1145273"/>
                  </a:lnTo>
                  <a:lnTo>
                    <a:pt x="21563" y="1090806"/>
                  </a:lnTo>
                  <a:lnTo>
                    <a:pt x="15258" y="1031917"/>
                  </a:lnTo>
                  <a:lnTo>
                    <a:pt x="9947" y="969025"/>
                  </a:lnTo>
                  <a:lnTo>
                    <a:pt x="5697" y="902549"/>
                  </a:lnTo>
                  <a:lnTo>
                    <a:pt x="2577" y="832907"/>
                  </a:lnTo>
                  <a:lnTo>
                    <a:pt x="655" y="760517"/>
                  </a:lnTo>
                  <a:lnTo>
                    <a:pt x="0" y="685800"/>
                  </a:lnTo>
                  <a:lnTo>
                    <a:pt x="655" y="611082"/>
                  </a:lnTo>
                  <a:lnTo>
                    <a:pt x="2577" y="538692"/>
                  </a:lnTo>
                  <a:lnTo>
                    <a:pt x="5697" y="469050"/>
                  </a:lnTo>
                  <a:lnTo>
                    <a:pt x="9947" y="402574"/>
                  </a:lnTo>
                  <a:lnTo>
                    <a:pt x="15258" y="339682"/>
                  </a:lnTo>
                  <a:lnTo>
                    <a:pt x="21563" y="280793"/>
                  </a:lnTo>
                  <a:lnTo>
                    <a:pt x="28793" y="226326"/>
                  </a:lnTo>
                  <a:lnTo>
                    <a:pt x="36880" y="176700"/>
                  </a:lnTo>
                  <a:lnTo>
                    <a:pt x="45756" y="132331"/>
                  </a:lnTo>
                  <a:lnTo>
                    <a:pt x="55353" y="93641"/>
                  </a:lnTo>
                  <a:lnTo>
                    <a:pt x="76435" y="34966"/>
                  </a:lnTo>
                  <a:lnTo>
                    <a:pt x="99582" y="402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240139" y="467105"/>
            <a:ext cx="28257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Gothic Uralic"/>
                <a:cs typeface="Gothic Uralic"/>
              </a:rPr>
              <a:t>P1  P2  P3  </a:t>
            </a:r>
            <a:r>
              <a:rPr sz="1800" b="1" dirty="0">
                <a:solidFill>
                  <a:srgbClr val="FF0000"/>
                </a:solidFill>
                <a:latin typeface="Gothic Uralic"/>
                <a:cs typeface="Gothic Uralic"/>
              </a:rPr>
              <a:t>P4  </a:t>
            </a:r>
            <a:r>
              <a:rPr sz="1800" b="1" dirty="0">
                <a:latin typeface="Gothic Uralic"/>
                <a:cs typeface="Gothic Uralic"/>
              </a:rPr>
              <a:t>P5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852659" y="237743"/>
            <a:ext cx="715010" cy="1629410"/>
            <a:chOff x="9852659" y="237743"/>
            <a:chExt cx="715010" cy="1629410"/>
          </a:xfrm>
        </p:grpSpPr>
        <p:sp>
          <p:nvSpPr>
            <p:cNvPr id="28" name="object 28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583183" y="0"/>
                  </a:moveTo>
                  <a:lnTo>
                    <a:pt x="111759" y="0"/>
                  </a:lnTo>
                  <a:lnTo>
                    <a:pt x="100996" y="3683"/>
                  </a:lnTo>
                  <a:lnTo>
                    <a:pt x="70631" y="56243"/>
                  </a:lnTo>
                  <a:lnTo>
                    <a:pt x="52459" y="122500"/>
                  </a:lnTo>
                  <a:lnTo>
                    <a:pt x="44135" y="163981"/>
                  </a:lnTo>
                  <a:lnTo>
                    <a:pt x="36382" y="210581"/>
                  </a:lnTo>
                  <a:lnTo>
                    <a:pt x="29246" y="261963"/>
                  </a:lnTo>
                  <a:lnTo>
                    <a:pt x="22774" y="317789"/>
                  </a:lnTo>
                  <a:lnTo>
                    <a:pt x="17013" y="377722"/>
                  </a:lnTo>
                  <a:lnTo>
                    <a:pt x="12009" y="441424"/>
                  </a:lnTo>
                  <a:lnTo>
                    <a:pt x="7811" y="508559"/>
                  </a:lnTo>
                  <a:lnTo>
                    <a:pt x="4464" y="578788"/>
                  </a:lnTo>
                  <a:lnTo>
                    <a:pt x="2015" y="651775"/>
                  </a:lnTo>
                  <a:lnTo>
                    <a:pt x="511" y="727182"/>
                  </a:lnTo>
                  <a:lnTo>
                    <a:pt x="0" y="804672"/>
                  </a:lnTo>
                  <a:lnTo>
                    <a:pt x="511" y="882161"/>
                  </a:lnTo>
                  <a:lnTo>
                    <a:pt x="2015" y="957568"/>
                  </a:lnTo>
                  <a:lnTo>
                    <a:pt x="4464" y="1030555"/>
                  </a:lnTo>
                  <a:lnTo>
                    <a:pt x="7811" y="1100784"/>
                  </a:lnTo>
                  <a:lnTo>
                    <a:pt x="12009" y="1167919"/>
                  </a:lnTo>
                  <a:lnTo>
                    <a:pt x="17013" y="1231621"/>
                  </a:lnTo>
                  <a:lnTo>
                    <a:pt x="22774" y="1291554"/>
                  </a:lnTo>
                  <a:lnTo>
                    <a:pt x="29246" y="1347380"/>
                  </a:lnTo>
                  <a:lnTo>
                    <a:pt x="36382" y="1398762"/>
                  </a:lnTo>
                  <a:lnTo>
                    <a:pt x="44135" y="1445362"/>
                  </a:lnTo>
                  <a:lnTo>
                    <a:pt x="52459" y="1486843"/>
                  </a:lnTo>
                  <a:lnTo>
                    <a:pt x="70631" y="1553100"/>
                  </a:lnTo>
                  <a:lnTo>
                    <a:pt x="90523" y="1594833"/>
                  </a:lnTo>
                  <a:lnTo>
                    <a:pt x="111759" y="1609344"/>
                  </a:lnTo>
                  <a:lnTo>
                    <a:pt x="583183" y="1609344"/>
                  </a:lnTo>
                  <a:lnTo>
                    <a:pt x="614557" y="1577200"/>
                  </a:lnTo>
                  <a:lnTo>
                    <a:pt x="633636" y="1522868"/>
                  </a:lnTo>
                  <a:lnTo>
                    <a:pt x="650808" y="1445362"/>
                  </a:lnTo>
                  <a:lnTo>
                    <a:pt x="658561" y="1398762"/>
                  </a:lnTo>
                  <a:lnTo>
                    <a:pt x="665697" y="1347380"/>
                  </a:lnTo>
                  <a:lnTo>
                    <a:pt x="672169" y="1291554"/>
                  </a:lnTo>
                  <a:lnTo>
                    <a:pt x="677930" y="1231621"/>
                  </a:lnTo>
                  <a:lnTo>
                    <a:pt x="682934" y="1167919"/>
                  </a:lnTo>
                  <a:lnTo>
                    <a:pt x="687132" y="1100784"/>
                  </a:lnTo>
                  <a:lnTo>
                    <a:pt x="690479" y="1030555"/>
                  </a:lnTo>
                  <a:lnTo>
                    <a:pt x="692928" y="957568"/>
                  </a:lnTo>
                  <a:lnTo>
                    <a:pt x="694432" y="882161"/>
                  </a:lnTo>
                  <a:lnTo>
                    <a:pt x="694943" y="804672"/>
                  </a:lnTo>
                  <a:lnTo>
                    <a:pt x="694432" y="727182"/>
                  </a:lnTo>
                  <a:lnTo>
                    <a:pt x="692928" y="651775"/>
                  </a:lnTo>
                  <a:lnTo>
                    <a:pt x="690479" y="578788"/>
                  </a:lnTo>
                  <a:lnTo>
                    <a:pt x="687132" y="508559"/>
                  </a:lnTo>
                  <a:lnTo>
                    <a:pt x="682934" y="441424"/>
                  </a:lnTo>
                  <a:lnTo>
                    <a:pt x="677930" y="377722"/>
                  </a:lnTo>
                  <a:lnTo>
                    <a:pt x="672169" y="317789"/>
                  </a:lnTo>
                  <a:lnTo>
                    <a:pt x="665697" y="261963"/>
                  </a:lnTo>
                  <a:lnTo>
                    <a:pt x="658561" y="210581"/>
                  </a:lnTo>
                  <a:lnTo>
                    <a:pt x="650808" y="163981"/>
                  </a:lnTo>
                  <a:lnTo>
                    <a:pt x="642484" y="122500"/>
                  </a:lnTo>
                  <a:lnTo>
                    <a:pt x="624312" y="56243"/>
                  </a:lnTo>
                  <a:lnTo>
                    <a:pt x="604420" y="1451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111759" y="0"/>
                  </a:moveTo>
                  <a:lnTo>
                    <a:pt x="583183" y="0"/>
                  </a:lnTo>
                  <a:lnTo>
                    <a:pt x="593947" y="3683"/>
                  </a:lnTo>
                  <a:lnTo>
                    <a:pt x="624312" y="56243"/>
                  </a:lnTo>
                  <a:lnTo>
                    <a:pt x="642484" y="122500"/>
                  </a:lnTo>
                  <a:lnTo>
                    <a:pt x="650808" y="163981"/>
                  </a:lnTo>
                  <a:lnTo>
                    <a:pt x="658561" y="210581"/>
                  </a:lnTo>
                  <a:lnTo>
                    <a:pt x="665697" y="261963"/>
                  </a:lnTo>
                  <a:lnTo>
                    <a:pt x="672169" y="317789"/>
                  </a:lnTo>
                  <a:lnTo>
                    <a:pt x="677930" y="377722"/>
                  </a:lnTo>
                  <a:lnTo>
                    <a:pt x="682934" y="441424"/>
                  </a:lnTo>
                  <a:lnTo>
                    <a:pt x="687132" y="508559"/>
                  </a:lnTo>
                  <a:lnTo>
                    <a:pt x="690479" y="578788"/>
                  </a:lnTo>
                  <a:lnTo>
                    <a:pt x="692928" y="651775"/>
                  </a:lnTo>
                  <a:lnTo>
                    <a:pt x="694432" y="727182"/>
                  </a:lnTo>
                  <a:lnTo>
                    <a:pt x="694943" y="804672"/>
                  </a:lnTo>
                  <a:lnTo>
                    <a:pt x="694432" y="882161"/>
                  </a:lnTo>
                  <a:lnTo>
                    <a:pt x="692928" y="957568"/>
                  </a:lnTo>
                  <a:lnTo>
                    <a:pt x="690479" y="1030555"/>
                  </a:lnTo>
                  <a:lnTo>
                    <a:pt x="687132" y="1100784"/>
                  </a:lnTo>
                  <a:lnTo>
                    <a:pt x="682934" y="1167919"/>
                  </a:lnTo>
                  <a:lnTo>
                    <a:pt x="677930" y="1231621"/>
                  </a:lnTo>
                  <a:lnTo>
                    <a:pt x="672169" y="1291554"/>
                  </a:lnTo>
                  <a:lnTo>
                    <a:pt x="665697" y="1347380"/>
                  </a:lnTo>
                  <a:lnTo>
                    <a:pt x="658561" y="1398762"/>
                  </a:lnTo>
                  <a:lnTo>
                    <a:pt x="650808" y="1445362"/>
                  </a:lnTo>
                  <a:lnTo>
                    <a:pt x="642484" y="1486843"/>
                  </a:lnTo>
                  <a:lnTo>
                    <a:pt x="624312" y="1553100"/>
                  </a:lnTo>
                  <a:lnTo>
                    <a:pt x="604420" y="1594833"/>
                  </a:lnTo>
                  <a:lnTo>
                    <a:pt x="583183" y="1609344"/>
                  </a:lnTo>
                  <a:lnTo>
                    <a:pt x="111759" y="1609344"/>
                  </a:lnTo>
                  <a:lnTo>
                    <a:pt x="80386" y="1577200"/>
                  </a:lnTo>
                  <a:lnTo>
                    <a:pt x="61307" y="1522868"/>
                  </a:lnTo>
                  <a:lnTo>
                    <a:pt x="44135" y="1445362"/>
                  </a:lnTo>
                  <a:lnTo>
                    <a:pt x="36382" y="1398762"/>
                  </a:lnTo>
                  <a:lnTo>
                    <a:pt x="29246" y="1347380"/>
                  </a:lnTo>
                  <a:lnTo>
                    <a:pt x="22774" y="1291554"/>
                  </a:lnTo>
                  <a:lnTo>
                    <a:pt x="17013" y="1231621"/>
                  </a:lnTo>
                  <a:lnTo>
                    <a:pt x="12009" y="1167919"/>
                  </a:lnTo>
                  <a:lnTo>
                    <a:pt x="7811" y="1100784"/>
                  </a:lnTo>
                  <a:lnTo>
                    <a:pt x="4464" y="1030555"/>
                  </a:lnTo>
                  <a:lnTo>
                    <a:pt x="2015" y="957568"/>
                  </a:lnTo>
                  <a:lnTo>
                    <a:pt x="511" y="882161"/>
                  </a:lnTo>
                  <a:lnTo>
                    <a:pt x="0" y="804672"/>
                  </a:lnTo>
                  <a:lnTo>
                    <a:pt x="511" y="727182"/>
                  </a:lnTo>
                  <a:lnTo>
                    <a:pt x="2015" y="651775"/>
                  </a:lnTo>
                  <a:lnTo>
                    <a:pt x="4464" y="578788"/>
                  </a:lnTo>
                  <a:lnTo>
                    <a:pt x="7811" y="508559"/>
                  </a:lnTo>
                  <a:lnTo>
                    <a:pt x="12009" y="441424"/>
                  </a:lnTo>
                  <a:lnTo>
                    <a:pt x="17013" y="377722"/>
                  </a:lnTo>
                  <a:lnTo>
                    <a:pt x="22774" y="317789"/>
                  </a:lnTo>
                  <a:lnTo>
                    <a:pt x="29246" y="261963"/>
                  </a:lnTo>
                  <a:lnTo>
                    <a:pt x="36382" y="210581"/>
                  </a:lnTo>
                  <a:lnTo>
                    <a:pt x="44135" y="163981"/>
                  </a:lnTo>
                  <a:lnTo>
                    <a:pt x="52459" y="122500"/>
                  </a:lnTo>
                  <a:lnTo>
                    <a:pt x="70631" y="56243"/>
                  </a:lnTo>
                  <a:lnTo>
                    <a:pt x="90523" y="14510"/>
                  </a:lnTo>
                  <a:lnTo>
                    <a:pt x="111759" y="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069448" y="211073"/>
            <a:ext cx="28194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P4  P5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P6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663428" y="0"/>
            <a:ext cx="715010" cy="1876425"/>
            <a:chOff x="10663428" y="0"/>
            <a:chExt cx="715010" cy="1876425"/>
          </a:xfrm>
        </p:grpSpPr>
        <p:sp>
          <p:nvSpPr>
            <p:cNvPr id="32" name="object 32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583184" y="0"/>
                  </a:moveTo>
                  <a:lnTo>
                    <a:pt x="111760" y="0"/>
                  </a:lnTo>
                  <a:lnTo>
                    <a:pt x="102594" y="3076"/>
                  </a:lnTo>
                  <a:lnTo>
                    <a:pt x="76435" y="47317"/>
                  </a:lnTo>
                  <a:lnTo>
                    <a:pt x="60400" y="103596"/>
                  </a:lnTo>
                  <a:lnTo>
                    <a:pt x="45756" y="179076"/>
                  </a:lnTo>
                  <a:lnTo>
                    <a:pt x="39028" y="223418"/>
                  </a:lnTo>
                  <a:lnTo>
                    <a:pt x="32734" y="271843"/>
                  </a:lnTo>
                  <a:lnTo>
                    <a:pt x="26903" y="324113"/>
                  </a:lnTo>
                  <a:lnTo>
                    <a:pt x="21563" y="379988"/>
                  </a:lnTo>
                  <a:lnTo>
                    <a:pt x="16744" y="439229"/>
                  </a:lnTo>
                  <a:lnTo>
                    <a:pt x="12474" y="501598"/>
                  </a:lnTo>
                  <a:lnTo>
                    <a:pt x="8782" y="566856"/>
                  </a:lnTo>
                  <a:lnTo>
                    <a:pt x="5697" y="634764"/>
                  </a:lnTo>
                  <a:lnTo>
                    <a:pt x="3248" y="705082"/>
                  </a:lnTo>
                  <a:lnTo>
                    <a:pt x="1462" y="777573"/>
                  </a:lnTo>
                  <a:lnTo>
                    <a:pt x="370" y="851997"/>
                  </a:lnTo>
                  <a:lnTo>
                    <a:pt x="0" y="928116"/>
                  </a:lnTo>
                  <a:lnTo>
                    <a:pt x="370" y="1004234"/>
                  </a:lnTo>
                  <a:lnTo>
                    <a:pt x="1462" y="1078658"/>
                  </a:lnTo>
                  <a:lnTo>
                    <a:pt x="3248" y="1151149"/>
                  </a:lnTo>
                  <a:lnTo>
                    <a:pt x="5697" y="1221467"/>
                  </a:lnTo>
                  <a:lnTo>
                    <a:pt x="8782" y="1289375"/>
                  </a:lnTo>
                  <a:lnTo>
                    <a:pt x="12474" y="1354633"/>
                  </a:lnTo>
                  <a:lnTo>
                    <a:pt x="16744" y="1417002"/>
                  </a:lnTo>
                  <a:lnTo>
                    <a:pt x="21563" y="1476243"/>
                  </a:lnTo>
                  <a:lnTo>
                    <a:pt x="26903" y="1532118"/>
                  </a:lnTo>
                  <a:lnTo>
                    <a:pt x="32734" y="1584388"/>
                  </a:lnTo>
                  <a:lnTo>
                    <a:pt x="39028" y="1632813"/>
                  </a:lnTo>
                  <a:lnTo>
                    <a:pt x="45756" y="1677155"/>
                  </a:lnTo>
                  <a:lnTo>
                    <a:pt x="52890" y="1717175"/>
                  </a:lnTo>
                  <a:lnTo>
                    <a:pt x="68258" y="1783294"/>
                  </a:lnTo>
                  <a:lnTo>
                    <a:pt x="84903" y="1829257"/>
                  </a:lnTo>
                  <a:lnTo>
                    <a:pt x="111760" y="1856232"/>
                  </a:lnTo>
                  <a:lnTo>
                    <a:pt x="583184" y="1856232"/>
                  </a:lnTo>
                  <a:lnTo>
                    <a:pt x="618508" y="1808914"/>
                  </a:lnTo>
                  <a:lnTo>
                    <a:pt x="634543" y="1752635"/>
                  </a:lnTo>
                  <a:lnTo>
                    <a:pt x="649187" y="1677155"/>
                  </a:lnTo>
                  <a:lnTo>
                    <a:pt x="655915" y="1632813"/>
                  </a:lnTo>
                  <a:lnTo>
                    <a:pt x="662209" y="1584388"/>
                  </a:lnTo>
                  <a:lnTo>
                    <a:pt x="668040" y="1532118"/>
                  </a:lnTo>
                  <a:lnTo>
                    <a:pt x="673380" y="1476243"/>
                  </a:lnTo>
                  <a:lnTo>
                    <a:pt x="678199" y="1417002"/>
                  </a:lnTo>
                  <a:lnTo>
                    <a:pt x="682469" y="1354633"/>
                  </a:lnTo>
                  <a:lnTo>
                    <a:pt x="686161" y="1289375"/>
                  </a:lnTo>
                  <a:lnTo>
                    <a:pt x="689246" y="1221467"/>
                  </a:lnTo>
                  <a:lnTo>
                    <a:pt x="691695" y="1151149"/>
                  </a:lnTo>
                  <a:lnTo>
                    <a:pt x="693481" y="1078658"/>
                  </a:lnTo>
                  <a:lnTo>
                    <a:pt x="694573" y="1004234"/>
                  </a:lnTo>
                  <a:lnTo>
                    <a:pt x="694944" y="928116"/>
                  </a:lnTo>
                  <a:lnTo>
                    <a:pt x="694573" y="851997"/>
                  </a:lnTo>
                  <a:lnTo>
                    <a:pt x="693481" y="777573"/>
                  </a:lnTo>
                  <a:lnTo>
                    <a:pt x="691695" y="705082"/>
                  </a:lnTo>
                  <a:lnTo>
                    <a:pt x="689246" y="634764"/>
                  </a:lnTo>
                  <a:lnTo>
                    <a:pt x="686161" y="566856"/>
                  </a:lnTo>
                  <a:lnTo>
                    <a:pt x="682469" y="501598"/>
                  </a:lnTo>
                  <a:lnTo>
                    <a:pt x="678199" y="439229"/>
                  </a:lnTo>
                  <a:lnTo>
                    <a:pt x="673380" y="379988"/>
                  </a:lnTo>
                  <a:lnTo>
                    <a:pt x="668040" y="324113"/>
                  </a:lnTo>
                  <a:lnTo>
                    <a:pt x="662209" y="271843"/>
                  </a:lnTo>
                  <a:lnTo>
                    <a:pt x="655915" y="223418"/>
                  </a:lnTo>
                  <a:lnTo>
                    <a:pt x="649187" y="179076"/>
                  </a:lnTo>
                  <a:lnTo>
                    <a:pt x="642053" y="139056"/>
                  </a:lnTo>
                  <a:lnTo>
                    <a:pt x="626685" y="72937"/>
                  </a:lnTo>
                  <a:lnTo>
                    <a:pt x="610040" y="2697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111760" y="0"/>
                  </a:moveTo>
                  <a:lnTo>
                    <a:pt x="583184" y="0"/>
                  </a:lnTo>
                  <a:lnTo>
                    <a:pt x="592349" y="3076"/>
                  </a:lnTo>
                  <a:lnTo>
                    <a:pt x="618508" y="47317"/>
                  </a:lnTo>
                  <a:lnTo>
                    <a:pt x="634543" y="103596"/>
                  </a:lnTo>
                  <a:lnTo>
                    <a:pt x="649187" y="179076"/>
                  </a:lnTo>
                  <a:lnTo>
                    <a:pt x="655915" y="223418"/>
                  </a:lnTo>
                  <a:lnTo>
                    <a:pt x="662209" y="271843"/>
                  </a:lnTo>
                  <a:lnTo>
                    <a:pt x="668040" y="324113"/>
                  </a:lnTo>
                  <a:lnTo>
                    <a:pt x="673380" y="379988"/>
                  </a:lnTo>
                  <a:lnTo>
                    <a:pt x="678199" y="439229"/>
                  </a:lnTo>
                  <a:lnTo>
                    <a:pt x="682469" y="501598"/>
                  </a:lnTo>
                  <a:lnTo>
                    <a:pt x="686161" y="566856"/>
                  </a:lnTo>
                  <a:lnTo>
                    <a:pt x="689246" y="634764"/>
                  </a:lnTo>
                  <a:lnTo>
                    <a:pt x="691695" y="705082"/>
                  </a:lnTo>
                  <a:lnTo>
                    <a:pt x="693481" y="777573"/>
                  </a:lnTo>
                  <a:lnTo>
                    <a:pt x="694573" y="851997"/>
                  </a:lnTo>
                  <a:lnTo>
                    <a:pt x="694944" y="928116"/>
                  </a:lnTo>
                  <a:lnTo>
                    <a:pt x="694573" y="1004234"/>
                  </a:lnTo>
                  <a:lnTo>
                    <a:pt x="693481" y="1078658"/>
                  </a:lnTo>
                  <a:lnTo>
                    <a:pt x="691695" y="1151149"/>
                  </a:lnTo>
                  <a:lnTo>
                    <a:pt x="689246" y="1221467"/>
                  </a:lnTo>
                  <a:lnTo>
                    <a:pt x="686161" y="1289375"/>
                  </a:lnTo>
                  <a:lnTo>
                    <a:pt x="682469" y="1354633"/>
                  </a:lnTo>
                  <a:lnTo>
                    <a:pt x="678199" y="1417002"/>
                  </a:lnTo>
                  <a:lnTo>
                    <a:pt x="673380" y="1476243"/>
                  </a:lnTo>
                  <a:lnTo>
                    <a:pt x="668040" y="1532118"/>
                  </a:lnTo>
                  <a:lnTo>
                    <a:pt x="662209" y="1584388"/>
                  </a:lnTo>
                  <a:lnTo>
                    <a:pt x="655915" y="1632813"/>
                  </a:lnTo>
                  <a:lnTo>
                    <a:pt x="649187" y="1677155"/>
                  </a:lnTo>
                  <a:lnTo>
                    <a:pt x="642053" y="1717175"/>
                  </a:lnTo>
                  <a:lnTo>
                    <a:pt x="626685" y="1783294"/>
                  </a:lnTo>
                  <a:lnTo>
                    <a:pt x="610040" y="1829257"/>
                  </a:lnTo>
                  <a:lnTo>
                    <a:pt x="583184" y="1856232"/>
                  </a:lnTo>
                  <a:lnTo>
                    <a:pt x="111760" y="1856232"/>
                  </a:lnTo>
                  <a:lnTo>
                    <a:pt x="76435" y="1808914"/>
                  </a:lnTo>
                  <a:lnTo>
                    <a:pt x="60400" y="1752635"/>
                  </a:lnTo>
                  <a:lnTo>
                    <a:pt x="45756" y="1677155"/>
                  </a:lnTo>
                  <a:lnTo>
                    <a:pt x="39028" y="1632813"/>
                  </a:lnTo>
                  <a:lnTo>
                    <a:pt x="32734" y="1584388"/>
                  </a:lnTo>
                  <a:lnTo>
                    <a:pt x="26903" y="1532118"/>
                  </a:lnTo>
                  <a:lnTo>
                    <a:pt x="21563" y="1476243"/>
                  </a:lnTo>
                  <a:lnTo>
                    <a:pt x="16744" y="1417002"/>
                  </a:lnTo>
                  <a:lnTo>
                    <a:pt x="12474" y="1354633"/>
                  </a:lnTo>
                  <a:lnTo>
                    <a:pt x="8782" y="1289375"/>
                  </a:lnTo>
                  <a:lnTo>
                    <a:pt x="5697" y="1221467"/>
                  </a:lnTo>
                  <a:lnTo>
                    <a:pt x="3248" y="1151149"/>
                  </a:lnTo>
                  <a:lnTo>
                    <a:pt x="1462" y="1078658"/>
                  </a:lnTo>
                  <a:lnTo>
                    <a:pt x="370" y="1004234"/>
                  </a:lnTo>
                  <a:lnTo>
                    <a:pt x="0" y="928116"/>
                  </a:lnTo>
                  <a:lnTo>
                    <a:pt x="370" y="851997"/>
                  </a:lnTo>
                  <a:lnTo>
                    <a:pt x="1462" y="777573"/>
                  </a:lnTo>
                  <a:lnTo>
                    <a:pt x="3248" y="705082"/>
                  </a:lnTo>
                  <a:lnTo>
                    <a:pt x="5697" y="634764"/>
                  </a:lnTo>
                  <a:lnTo>
                    <a:pt x="8782" y="566856"/>
                  </a:lnTo>
                  <a:lnTo>
                    <a:pt x="12474" y="501598"/>
                  </a:lnTo>
                  <a:lnTo>
                    <a:pt x="16744" y="439229"/>
                  </a:lnTo>
                  <a:lnTo>
                    <a:pt x="21563" y="379988"/>
                  </a:lnTo>
                  <a:lnTo>
                    <a:pt x="26903" y="324113"/>
                  </a:lnTo>
                  <a:lnTo>
                    <a:pt x="32734" y="271843"/>
                  </a:lnTo>
                  <a:lnTo>
                    <a:pt x="39028" y="223418"/>
                  </a:lnTo>
                  <a:lnTo>
                    <a:pt x="45756" y="179076"/>
                  </a:lnTo>
                  <a:lnTo>
                    <a:pt x="52890" y="139056"/>
                  </a:lnTo>
                  <a:lnTo>
                    <a:pt x="68258" y="72937"/>
                  </a:lnTo>
                  <a:lnTo>
                    <a:pt x="84903" y="2697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879963" y="0"/>
            <a:ext cx="281940" cy="1946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P4  P5  P6  P7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853684" y="1861947"/>
            <a:ext cx="834390" cy="17145"/>
          </a:xfrm>
          <a:custGeom>
            <a:avLst/>
            <a:gdLst/>
            <a:ahLst/>
            <a:cxnLst/>
            <a:rect l="l" t="t" r="r" b="b"/>
            <a:pathLst>
              <a:path w="834390" h="17144">
                <a:moveTo>
                  <a:pt x="0" y="16636"/>
                </a:moveTo>
                <a:lnTo>
                  <a:pt x="834389" y="16636"/>
                </a:lnTo>
              </a:path>
              <a:path w="834390" h="17144">
                <a:moveTo>
                  <a:pt x="0" y="0"/>
                </a:moveTo>
                <a:lnTo>
                  <a:pt x="834389" y="0"/>
                </a:lnTo>
              </a:path>
            </a:pathLst>
          </a:custGeom>
          <a:ln w="3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927597" y="187680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68807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775442" y="185394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11123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5917691" y="1850453"/>
          <a:ext cx="5438769" cy="255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47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16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84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683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65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5783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5783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86714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481329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33401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142239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</a:tblGrid>
              <a:tr h="248094">
                <a:tc>
                  <a:txBody>
                    <a:bodyPr/>
                    <a:lstStyle/>
                    <a:p>
                      <a:pPr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5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6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" name="object 41"/>
          <p:cNvSpPr txBox="1"/>
          <p:nvPr/>
        </p:nvSpPr>
        <p:spPr>
          <a:xfrm>
            <a:off x="5759322" y="125983"/>
            <a:ext cx="144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0000"/>
                </a:solidFill>
                <a:latin typeface="Gothic Uralic"/>
                <a:cs typeface="Gothic Uralic"/>
              </a:rPr>
              <a:t>Arrival</a:t>
            </a:r>
            <a:r>
              <a:rPr sz="2000" b="1" spc="-75" dirty="0">
                <a:solidFill>
                  <a:srgbClr val="FF0000"/>
                </a:solidFill>
                <a:latin typeface="Gothic Uralic"/>
                <a:cs typeface="Gothic Ural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Gothic Uralic"/>
                <a:cs typeface="Gothic Uralic"/>
              </a:rPr>
              <a:t>Time</a:t>
            </a:r>
            <a:endParaRPr sz="2000">
              <a:latin typeface="Gothic Uralic"/>
              <a:cs typeface="Gothic Uralic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448814" y="4227321"/>
            <a:ext cx="1274445" cy="788670"/>
            <a:chOff x="2448814" y="4227321"/>
            <a:chExt cx="1274445" cy="788670"/>
          </a:xfrm>
        </p:grpSpPr>
        <p:sp>
          <p:nvSpPr>
            <p:cNvPr id="43" name="object 43"/>
            <p:cNvSpPr/>
            <p:nvPr/>
          </p:nvSpPr>
          <p:spPr>
            <a:xfrm>
              <a:off x="2458974" y="4237481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5" h="778510">
                  <a:moveTo>
                    <a:pt x="1264158" y="278892"/>
                  </a:moveTo>
                  <a:lnTo>
                    <a:pt x="1261948" y="267906"/>
                  </a:lnTo>
                  <a:lnTo>
                    <a:pt x="1255915" y="258940"/>
                  </a:lnTo>
                  <a:lnTo>
                    <a:pt x="1246949" y="252907"/>
                  </a:lnTo>
                  <a:lnTo>
                    <a:pt x="1235964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2218" y="445008"/>
                  </a:lnTo>
                  <a:lnTo>
                    <a:pt x="982218" y="749808"/>
                  </a:lnTo>
                  <a:lnTo>
                    <a:pt x="984415" y="760806"/>
                  </a:lnTo>
                  <a:lnTo>
                    <a:pt x="990447" y="769772"/>
                  </a:lnTo>
                  <a:lnTo>
                    <a:pt x="999413" y="775804"/>
                  </a:lnTo>
                  <a:lnTo>
                    <a:pt x="1010412" y="778002"/>
                  </a:lnTo>
                  <a:lnTo>
                    <a:pt x="1235964" y="778002"/>
                  </a:lnTo>
                  <a:lnTo>
                    <a:pt x="1246949" y="775804"/>
                  </a:lnTo>
                  <a:lnTo>
                    <a:pt x="1255915" y="769772"/>
                  </a:lnTo>
                  <a:lnTo>
                    <a:pt x="1261948" y="760806"/>
                  </a:lnTo>
                  <a:lnTo>
                    <a:pt x="1264158" y="749808"/>
                  </a:lnTo>
                  <a:lnTo>
                    <a:pt x="1264158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58974" y="423748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789682" y="4195698"/>
            <a:ext cx="908685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0"/>
              </a:spcBef>
            </a:pPr>
            <a:r>
              <a:rPr sz="2900" spc="-235" dirty="0">
                <a:latin typeface="Verdana"/>
                <a:cs typeface="Verdana"/>
              </a:rPr>
              <a:t>2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657346" y="4216653"/>
            <a:ext cx="1274445" cy="786765"/>
            <a:chOff x="3657346" y="4216653"/>
            <a:chExt cx="1274445" cy="786765"/>
          </a:xfrm>
        </p:grpSpPr>
        <p:sp>
          <p:nvSpPr>
            <p:cNvPr id="47" name="object 47"/>
            <p:cNvSpPr/>
            <p:nvPr/>
          </p:nvSpPr>
          <p:spPr>
            <a:xfrm>
              <a:off x="3667506" y="4226813"/>
              <a:ext cx="1264285" cy="776605"/>
            </a:xfrm>
            <a:custGeom>
              <a:avLst/>
              <a:gdLst/>
              <a:ahLst/>
              <a:cxnLst/>
              <a:rect l="l" t="t" r="r" b="b"/>
              <a:pathLst>
                <a:path w="1264285" h="776604">
                  <a:moveTo>
                    <a:pt x="1264158" y="278765"/>
                  </a:moveTo>
                  <a:lnTo>
                    <a:pt x="1261948" y="267855"/>
                  </a:lnTo>
                  <a:lnTo>
                    <a:pt x="1255928" y="258927"/>
                  </a:lnTo>
                  <a:lnTo>
                    <a:pt x="1247000" y="252907"/>
                  </a:lnTo>
                  <a:lnTo>
                    <a:pt x="1236091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3742" y="445008"/>
                  </a:lnTo>
                  <a:lnTo>
                    <a:pt x="983742" y="748411"/>
                  </a:lnTo>
                  <a:lnTo>
                    <a:pt x="985939" y="759333"/>
                  </a:lnTo>
                  <a:lnTo>
                    <a:pt x="991958" y="768261"/>
                  </a:lnTo>
                  <a:lnTo>
                    <a:pt x="1000887" y="774280"/>
                  </a:lnTo>
                  <a:lnTo>
                    <a:pt x="1011809" y="776478"/>
                  </a:lnTo>
                  <a:lnTo>
                    <a:pt x="1236091" y="776478"/>
                  </a:lnTo>
                  <a:lnTo>
                    <a:pt x="1247013" y="774280"/>
                  </a:lnTo>
                  <a:lnTo>
                    <a:pt x="1255928" y="768261"/>
                  </a:lnTo>
                  <a:lnTo>
                    <a:pt x="1261948" y="759333"/>
                  </a:lnTo>
                  <a:lnTo>
                    <a:pt x="1264158" y="748411"/>
                  </a:lnTo>
                  <a:lnTo>
                    <a:pt x="1264158" y="278765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67506" y="4226813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998721" y="4184396"/>
            <a:ext cx="908050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0"/>
              </a:spcBef>
            </a:pPr>
            <a:r>
              <a:rPr sz="2900" spc="-235" dirty="0">
                <a:latin typeface="Verdana"/>
                <a:cs typeface="Verdana"/>
              </a:rPr>
              <a:t>3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914646" y="4212082"/>
            <a:ext cx="1276350" cy="788670"/>
            <a:chOff x="4914646" y="4212082"/>
            <a:chExt cx="1276350" cy="788670"/>
          </a:xfrm>
        </p:grpSpPr>
        <p:sp>
          <p:nvSpPr>
            <p:cNvPr id="51" name="object 51"/>
            <p:cNvSpPr/>
            <p:nvPr/>
          </p:nvSpPr>
          <p:spPr>
            <a:xfrm>
              <a:off x="4924806" y="4222241"/>
              <a:ext cx="1266190" cy="778510"/>
            </a:xfrm>
            <a:custGeom>
              <a:avLst/>
              <a:gdLst/>
              <a:ahLst/>
              <a:cxnLst/>
              <a:rect l="l" t="t" r="r" b="b"/>
              <a:pathLst>
                <a:path w="1266189" h="778510">
                  <a:moveTo>
                    <a:pt x="1265682" y="278892"/>
                  </a:moveTo>
                  <a:lnTo>
                    <a:pt x="1263472" y="267906"/>
                  </a:lnTo>
                  <a:lnTo>
                    <a:pt x="1257439" y="258940"/>
                  </a:lnTo>
                  <a:lnTo>
                    <a:pt x="1248473" y="252907"/>
                  </a:lnTo>
                  <a:lnTo>
                    <a:pt x="1237488" y="250698"/>
                  </a:lnTo>
                  <a:lnTo>
                    <a:pt x="1110996" y="250698"/>
                  </a:lnTo>
                  <a:lnTo>
                    <a:pt x="1110996" y="44450"/>
                  </a:lnTo>
                  <a:lnTo>
                    <a:pt x="1107490" y="27165"/>
                  </a:lnTo>
                  <a:lnTo>
                    <a:pt x="1097953" y="13042"/>
                  </a:lnTo>
                  <a:lnTo>
                    <a:pt x="1083830" y="3505"/>
                  </a:lnTo>
                  <a:lnTo>
                    <a:pt x="1066546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3742" y="445008"/>
                  </a:lnTo>
                  <a:lnTo>
                    <a:pt x="983742" y="749808"/>
                  </a:lnTo>
                  <a:lnTo>
                    <a:pt x="985939" y="760806"/>
                  </a:lnTo>
                  <a:lnTo>
                    <a:pt x="991971" y="769772"/>
                  </a:lnTo>
                  <a:lnTo>
                    <a:pt x="1000937" y="775804"/>
                  </a:lnTo>
                  <a:lnTo>
                    <a:pt x="1011936" y="778002"/>
                  </a:lnTo>
                  <a:lnTo>
                    <a:pt x="1237488" y="778002"/>
                  </a:lnTo>
                  <a:lnTo>
                    <a:pt x="1248473" y="775804"/>
                  </a:lnTo>
                  <a:lnTo>
                    <a:pt x="1257439" y="769772"/>
                  </a:lnTo>
                  <a:lnTo>
                    <a:pt x="1263472" y="760806"/>
                  </a:lnTo>
                  <a:lnTo>
                    <a:pt x="1265682" y="749808"/>
                  </a:lnTo>
                  <a:lnTo>
                    <a:pt x="1265682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924806" y="4222242"/>
              <a:ext cx="1111250" cy="445134"/>
            </a:xfrm>
            <a:custGeom>
              <a:avLst/>
              <a:gdLst/>
              <a:ahLst/>
              <a:cxnLst/>
              <a:rect l="l" t="t" r="r" b="b"/>
              <a:pathLst>
                <a:path w="1111250" h="445135">
                  <a:moveTo>
                    <a:pt x="0" y="44449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6546" y="0"/>
                  </a:lnTo>
                  <a:lnTo>
                    <a:pt x="1083831" y="3498"/>
                  </a:lnTo>
                  <a:lnTo>
                    <a:pt x="1097962" y="13033"/>
                  </a:lnTo>
                  <a:lnTo>
                    <a:pt x="1107497" y="27164"/>
                  </a:lnTo>
                  <a:lnTo>
                    <a:pt x="1110996" y="44449"/>
                  </a:lnTo>
                  <a:lnTo>
                    <a:pt x="1110996" y="400557"/>
                  </a:lnTo>
                  <a:lnTo>
                    <a:pt x="1107497" y="417843"/>
                  </a:lnTo>
                  <a:lnTo>
                    <a:pt x="1097962" y="431974"/>
                  </a:lnTo>
                  <a:lnTo>
                    <a:pt x="1083831" y="441509"/>
                  </a:lnTo>
                  <a:lnTo>
                    <a:pt x="1066546" y="445007"/>
                  </a:lnTo>
                  <a:lnTo>
                    <a:pt x="44450" y="445007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7"/>
                  </a:lnTo>
                  <a:lnTo>
                    <a:pt x="0" y="44449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256657" y="4179773"/>
            <a:ext cx="908685" cy="9188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P4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5"/>
              </a:spcBef>
            </a:pPr>
            <a:r>
              <a:rPr sz="2900" spc="-235" dirty="0">
                <a:latin typeface="Verdana"/>
                <a:cs typeface="Verdana"/>
              </a:rPr>
              <a:t>4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139941" y="4196841"/>
            <a:ext cx="1274445" cy="788670"/>
            <a:chOff x="6139941" y="4196841"/>
            <a:chExt cx="1274445" cy="788670"/>
          </a:xfrm>
        </p:grpSpPr>
        <p:sp>
          <p:nvSpPr>
            <p:cNvPr id="55" name="object 55"/>
            <p:cNvSpPr/>
            <p:nvPr/>
          </p:nvSpPr>
          <p:spPr>
            <a:xfrm>
              <a:off x="6150102" y="4207001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4" h="778510">
                  <a:moveTo>
                    <a:pt x="1264158" y="278892"/>
                  </a:moveTo>
                  <a:lnTo>
                    <a:pt x="1261948" y="267906"/>
                  </a:lnTo>
                  <a:lnTo>
                    <a:pt x="1255915" y="258940"/>
                  </a:lnTo>
                  <a:lnTo>
                    <a:pt x="1246949" y="252907"/>
                  </a:lnTo>
                  <a:lnTo>
                    <a:pt x="1235964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2218" y="445008"/>
                  </a:lnTo>
                  <a:lnTo>
                    <a:pt x="982218" y="749808"/>
                  </a:lnTo>
                  <a:lnTo>
                    <a:pt x="984415" y="760806"/>
                  </a:lnTo>
                  <a:lnTo>
                    <a:pt x="990447" y="769772"/>
                  </a:lnTo>
                  <a:lnTo>
                    <a:pt x="999413" y="775804"/>
                  </a:lnTo>
                  <a:lnTo>
                    <a:pt x="1010412" y="778002"/>
                  </a:lnTo>
                  <a:lnTo>
                    <a:pt x="1235964" y="778002"/>
                  </a:lnTo>
                  <a:lnTo>
                    <a:pt x="1246949" y="775804"/>
                  </a:lnTo>
                  <a:lnTo>
                    <a:pt x="1255915" y="769772"/>
                  </a:lnTo>
                  <a:lnTo>
                    <a:pt x="1261948" y="760806"/>
                  </a:lnTo>
                  <a:lnTo>
                    <a:pt x="1264158" y="749808"/>
                  </a:lnTo>
                  <a:lnTo>
                    <a:pt x="1264158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150101" y="420700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481064" y="4164838"/>
            <a:ext cx="908050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P4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5"/>
              </a:spcBef>
            </a:pPr>
            <a:r>
              <a:rPr sz="2900" spc="-235" dirty="0">
                <a:latin typeface="Verdana"/>
                <a:cs typeface="Verdana"/>
              </a:rPr>
              <a:t>5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042153" y="2392426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rlito"/>
                <a:cs typeface="Carlito"/>
              </a:rPr>
              <a:t>0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376159" y="4197096"/>
            <a:ext cx="1274445" cy="788035"/>
            <a:chOff x="7376159" y="4197096"/>
            <a:chExt cx="1274445" cy="788035"/>
          </a:xfrm>
        </p:grpSpPr>
        <p:sp>
          <p:nvSpPr>
            <p:cNvPr id="60" name="object 60"/>
            <p:cNvSpPr/>
            <p:nvPr/>
          </p:nvSpPr>
          <p:spPr>
            <a:xfrm>
              <a:off x="7386066" y="4207002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4" h="778510">
                  <a:moveTo>
                    <a:pt x="1264158" y="278765"/>
                  </a:moveTo>
                  <a:lnTo>
                    <a:pt x="1261948" y="267855"/>
                  </a:lnTo>
                  <a:lnTo>
                    <a:pt x="1255928" y="258927"/>
                  </a:lnTo>
                  <a:lnTo>
                    <a:pt x="1247013" y="252907"/>
                  </a:lnTo>
                  <a:lnTo>
                    <a:pt x="1236091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3742" y="445008"/>
                  </a:lnTo>
                  <a:lnTo>
                    <a:pt x="983742" y="749935"/>
                  </a:lnTo>
                  <a:lnTo>
                    <a:pt x="985939" y="760857"/>
                  </a:lnTo>
                  <a:lnTo>
                    <a:pt x="991958" y="769785"/>
                  </a:lnTo>
                  <a:lnTo>
                    <a:pt x="1000887" y="775804"/>
                  </a:lnTo>
                  <a:lnTo>
                    <a:pt x="1011809" y="778002"/>
                  </a:lnTo>
                  <a:lnTo>
                    <a:pt x="1236091" y="778002"/>
                  </a:lnTo>
                  <a:lnTo>
                    <a:pt x="1247013" y="775804"/>
                  </a:lnTo>
                  <a:lnTo>
                    <a:pt x="1255928" y="769785"/>
                  </a:lnTo>
                  <a:lnTo>
                    <a:pt x="1261948" y="760869"/>
                  </a:lnTo>
                  <a:lnTo>
                    <a:pt x="1264158" y="749935"/>
                  </a:lnTo>
                  <a:lnTo>
                    <a:pt x="1264158" y="278765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386065" y="4207002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7717663" y="4164838"/>
            <a:ext cx="835025" cy="85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P6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140"/>
              </a:spcBef>
            </a:pPr>
            <a:r>
              <a:rPr sz="2400" spc="-200" dirty="0">
                <a:latin typeface="Verdana"/>
                <a:cs typeface="Verdana"/>
              </a:rPr>
              <a:t>9</a:t>
            </a:r>
            <a:endParaRPr sz="24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984184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07947" y="4215129"/>
            <a:ext cx="1407160" cy="786765"/>
            <a:chOff x="1107947" y="4215129"/>
            <a:chExt cx="1407160" cy="786765"/>
          </a:xfrm>
        </p:grpSpPr>
        <p:sp>
          <p:nvSpPr>
            <p:cNvPr id="3" name="object 3"/>
            <p:cNvSpPr/>
            <p:nvPr/>
          </p:nvSpPr>
          <p:spPr>
            <a:xfrm>
              <a:off x="1107948" y="4225289"/>
              <a:ext cx="1407160" cy="776605"/>
            </a:xfrm>
            <a:custGeom>
              <a:avLst/>
              <a:gdLst/>
              <a:ahLst/>
              <a:cxnLst/>
              <a:rect l="l" t="t" r="r" b="b"/>
              <a:pathLst>
                <a:path w="1407160" h="776604">
                  <a:moveTo>
                    <a:pt x="1406652" y="278892"/>
                  </a:moveTo>
                  <a:lnTo>
                    <a:pt x="1404442" y="267906"/>
                  </a:lnTo>
                  <a:lnTo>
                    <a:pt x="1398409" y="258940"/>
                  </a:lnTo>
                  <a:lnTo>
                    <a:pt x="1389443" y="252907"/>
                  </a:lnTo>
                  <a:lnTo>
                    <a:pt x="1378458" y="250698"/>
                  </a:lnTo>
                  <a:lnTo>
                    <a:pt x="1251966" y="250698"/>
                  </a:lnTo>
                  <a:lnTo>
                    <a:pt x="1251966" y="44450"/>
                  </a:lnTo>
                  <a:lnTo>
                    <a:pt x="1248460" y="27165"/>
                  </a:lnTo>
                  <a:lnTo>
                    <a:pt x="1238923" y="13042"/>
                  </a:lnTo>
                  <a:lnTo>
                    <a:pt x="1224800" y="3505"/>
                  </a:lnTo>
                  <a:lnTo>
                    <a:pt x="1207516" y="0"/>
                  </a:lnTo>
                  <a:lnTo>
                    <a:pt x="186944" y="0"/>
                  </a:lnTo>
                  <a:lnTo>
                    <a:pt x="169646" y="3505"/>
                  </a:lnTo>
                  <a:lnTo>
                    <a:pt x="155524" y="13042"/>
                  </a:lnTo>
                  <a:lnTo>
                    <a:pt x="145986" y="27165"/>
                  </a:lnTo>
                  <a:lnTo>
                    <a:pt x="142494" y="44450"/>
                  </a:lnTo>
                  <a:lnTo>
                    <a:pt x="142494" y="250698"/>
                  </a:lnTo>
                  <a:lnTo>
                    <a:pt x="28194" y="250698"/>
                  </a:lnTo>
                  <a:lnTo>
                    <a:pt x="17208" y="252907"/>
                  </a:lnTo>
                  <a:lnTo>
                    <a:pt x="8255" y="258940"/>
                  </a:lnTo>
                  <a:lnTo>
                    <a:pt x="2209" y="267906"/>
                  </a:lnTo>
                  <a:lnTo>
                    <a:pt x="0" y="278892"/>
                  </a:lnTo>
                  <a:lnTo>
                    <a:pt x="0" y="748284"/>
                  </a:lnTo>
                  <a:lnTo>
                    <a:pt x="2209" y="759282"/>
                  </a:lnTo>
                  <a:lnTo>
                    <a:pt x="8255" y="768248"/>
                  </a:lnTo>
                  <a:lnTo>
                    <a:pt x="17208" y="774280"/>
                  </a:lnTo>
                  <a:lnTo>
                    <a:pt x="28194" y="776478"/>
                  </a:lnTo>
                  <a:lnTo>
                    <a:pt x="253746" y="776478"/>
                  </a:lnTo>
                  <a:lnTo>
                    <a:pt x="264731" y="774280"/>
                  </a:lnTo>
                  <a:lnTo>
                    <a:pt x="273697" y="768248"/>
                  </a:lnTo>
                  <a:lnTo>
                    <a:pt x="279730" y="759282"/>
                  </a:lnTo>
                  <a:lnTo>
                    <a:pt x="281940" y="748284"/>
                  </a:lnTo>
                  <a:lnTo>
                    <a:pt x="281940" y="445008"/>
                  </a:lnTo>
                  <a:lnTo>
                    <a:pt x="1124712" y="445008"/>
                  </a:lnTo>
                  <a:lnTo>
                    <a:pt x="1124712" y="748284"/>
                  </a:lnTo>
                  <a:lnTo>
                    <a:pt x="1126909" y="759282"/>
                  </a:lnTo>
                  <a:lnTo>
                    <a:pt x="1132941" y="768248"/>
                  </a:lnTo>
                  <a:lnTo>
                    <a:pt x="1141907" y="774280"/>
                  </a:lnTo>
                  <a:lnTo>
                    <a:pt x="1152906" y="776478"/>
                  </a:lnTo>
                  <a:lnTo>
                    <a:pt x="1378458" y="776478"/>
                  </a:lnTo>
                  <a:lnTo>
                    <a:pt x="1389443" y="774280"/>
                  </a:lnTo>
                  <a:lnTo>
                    <a:pt x="1398409" y="768248"/>
                  </a:lnTo>
                  <a:lnTo>
                    <a:pt x="1404442" y="759282"/>
                  </a:lnTo>
                  <a:lnTo>
                    <a:pt x="1406652" y="748284"/>
                  </a:lnTo>
                  <a:lnTo>
                    <a:pt x="1406652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50441" y="4225289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80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34262" y="4182313"/>
            <a:ext cx="1355090" cy="918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  <a:tabLst>
                <a:tab pos="1124585" algn="l"/>
              </a:tabLst>
            </a:pPr>
            <a:r>
              <a:rPr sz="2900" spc="-235" dirty="0">
                <a:latin typeface="Verdana"/>
                <a:cs typeface="Verdana"/>
              </a:rPr>
              <a:t>0	1</a:t>
            </a:r>
            <a:endParaRPr sz="2900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76008" y="240411"/>
          <a:ext cx="3977639" cy="2792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44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944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91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Pno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Priority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160" dirty="0">
                          <a:latin typeface="Carlito"/>
                          <a:cs typeface="Carlito"/>
                        </a:rPr>
                        <a:t>AT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45" dirty="0">
                          <a:latin typeface="Carlito"/>
                          <a:cs typeface="Carlito"/>
                        </a:rPr>
                        <a:t>BT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2(L)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8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12</a:t>
                      </a:r>
                      <a:r>
                        <a:rPr sz="2000" b="1" spc="-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b="1" dirty="0">
                          <a:latin typeface="Carlito"/>
                          <a:cs typeface="Carlito"/>
                        </a:rPr>
                        <a:t>(H)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P7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9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5819902" y="1042161"/>
            <a:ext cx="674370" cy="845185"/>
            <a:chOff x="5819902" y="1042161"/>
            <a:chExt cx="674370" cy="845185"/>
          </a:xfrm>
        </p:grpSpPr>
        <p:sp>
          <p:nvSpPr>
            <p:cNvPr id="8" name="object 8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548639" y="0"/>
                  </a:moveTo>
                  <a:lnTo>
                    <a:pt x="105155" y="0"/>
                  </a:lnTo>
                  <a:lnTo>
                    <a:pt x="86263" y="6640"/>
                  </a:lnTo>
                  <a:lnTo>
                    <a:pt x="52098" y="56275"/>
                  </a:lnTo>
                  <a:lnTo>
                    <a:pt x="37420" y="96942"/>
                  </a:lnTo>
                  <a:lnTo>
                    <a:pt x="24743" y="146624"/>
                  </a:lnTo>
                  <a:lnTo>
                    <a:pt x="14365" y="204159"/>
                  </a:lnTo>
                  <a:lnTo>
                    <a:pt x="6583" y="268382"/>
                  </a:lnTo>
                  <a:lnTo>
                    <a:pt x="1695" y="338131"/>
                  </a:lnTo>
                  <a:lnTo>
                    <a:pt x="0" y="412241"/>
                  </a:lnTo>
                  <a:lnTo>
                    <a:pt x="1695" y="486352"/>
                  </a:lnTo>
                  <a:lnTo>
                    <a:pt x="6583" y="556101"/>
                  </a:lnTo>
                  <a:lnTo>
                    <a:pt x="14365" y="620324"/>
                  </a:lnTo>
                  <a:lnTo>
                    <a:pt x="24743" y="677859"/>
                  </a:lnTo>
                  <a:lnTo>
                    <a:pt x="37420" y="727541"/>
                  </a:lnTo>
                  <a:lnTo>
                    <a:pt x="52098" y="768208"/>
                  </a:lnTo>
                  <a:lnTo>
                    <a:pt x="86263" y="817843"/>
                  </a:lnTo>
                  <a:lnTo>
                    <a:pt x="105155" y="824483"/>
                  </a:lnTo>
                  <a:lnTo>
                    <a:pt x="548639" y="824483"/>
                  </a:lnTo>
                  <a:lnTo>
                    <a:pt x="585317" y="798697"/>
                  </a:lnTo>
                  <a:lnTo>
                    <a:pt x="616375" y="727541"/>
                  </a:lnTo>
                  <a:lnTo>
                    <a:pt x="629052" y="677859"/>
                  </a:lnTo>
                  <a:lnTo>
                    <a:pt x="639430" y="620324"/>
                  </a:lnTo>
                  <a:lnTo>
                    <a:pt x="647212" y="556101"/>
                  </a:lnTo>
                  <a:lnTo>
                    <a:pt x="652100" y="486352"/>
                  </a:lnTo>
                  <a:lnTo>
                    <a:pt x="653796" y="412241"/>
                  </a:lnTo>
                  <a:lnTo>
                    <a:pt x="652100" y="338131"/>
                  </a:lnTo>
                  <a:lnTo>
                    <a:pt x="647212" y="268382"/>
                  </a:lnTo>
                  <a:lnTo>
                    <a:pt x="639430" y="204159"/>
                  </a:lnTo>
                  <a:lnTo>
                    <a:pt x="629052" y="146624"/>
                  </a:lnTo>
                  <a:lnTo>
                    <a:pt x="616375" y="96942"/>
                  </a:lnTo>
                  <a:lnTo>
                    <a:pt x="601697" y="56275"/>
                  </a:lnTo>
                  <a:lnTo>
                    <a:pt x="567532" y="6640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105155" y="0"/>
                  </a:moveTo>
                  <a:lnTo>
                    <a:pt x="548639" y="0"/>
                  </a:lnTo>
                  <a:lnTo>
                    <a:pt x="567532" y="6640"/>
                  </a:lnTo>
                  <a:lnTo>
                    <a:pt x="601697" y="56275"/>
                  </a:lnTo>
                  <a:lnTo>
                    <a:pt x="616375" y="96942"/>
                  </a:lnTo>
                  <a:lnTo>
                    <a:pt x="629052" y="146624"/>
                  </a:lnTo>
                  <a:lnTo>
                    <a:pt x="639430" y="204159"/>
                  </a:lnTo>
                  <a:lnTo>
                    <a:pt x="647212" y="268382"/>
                  </a:lnTo>
                  <a:lnTo>
                    <a:pt x="652100" y="338131"/>
                  </a:lnTo>
                  <a:lnTo>
                    <a:pt x="653796" y="412241"/>
                  </a:lnTo>
                  <a:lnTo>
                    <a:pt x="652100" y="486352"/>
                  </a:lnTo>
                  <a:lnTo>
                    <a:pt x="647212" y="556101"/>
                  </a:lnTo>
                  <a:lnTo>
                    <a:pt x="639430" y="620324"/>
                  </a:lnTo>
                  <a:lnTo>
                    <a:pt x="629052" y="677859"/>
                  </a:lnTo>
                  <a:lnTo>
                    <a:pt x="616375" y="727541"/>
                  </a:lnTo>
                  <a:lnTo>
                    <a:pt x="601697" y="768208"/>
                  </a:lnTo>
                  <a:lnTo>
                    <a:pt x="567532" y="817843"/>
                  </a:lnTo>
                  <a:lnTo>
                    <a:pt x="548639" y="824483"/>
                  </a:lnTo>
                  <a:lnTo>
                    <a:pt x="105155" y="824483"/>
                  </a:lnTo>
                  <a:lnTo>
                    <a:pt x="68478" y="798697"/>
                  </a:lnTo>
                  <a:lnTo>
                    <a:pt x="37420" y="727541"/>
                  </a:lnTo>
                  <a:lnTo>
                    <a:pt x="24743" y="677859"/>
                  </a:lnTo>
                  <a:lnTo>
                    <a:pt x="14365" y="620324"/>
                  </a:lnTo>
                  <a:lnTo>
                    <a:pt x="6583" y="556101"/>
                  </a:lnTo>
                  <a:lnTo>
                    <a:pt x="1695" y="486352"/>
                  </a:lnTo>
                  <a:lnTo>
                    <a:pt x="0" y="412241"/>
                  </a:lnTo>
                  <a:lnTo>
                    <a:pt x="1695" y="338131"/>
                  </a:lnTo>
                  <a:lnTo>
                    <a:pt x="6583" y="268382"/>
                  </a:lnTo>
                  <a:lnTo>
                    <a:pt x="14365" y="204159"/>
                  </a:lnTo>
                  <a:lnTo>
                    <a:pt x="24743" y="146624"/>
                  </a:lnTo>
                  <a:lnTo>
                    <a:pt x="37420" y="96942"/>
                  </a:lnTo>
                  <a:lnTo>
                    <a:pt x="52098" y="56275"/>
                  </a:lnTo>
                  <a:lnTo>
                    <a:pt x="86263" y="6640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16244" y="1309496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89521" y="1020825"/>
            <a:ext cx="674370" cy="846455"/>
            <a:chOff x="6589521" y="1020825"/>
            <a:chExt cx="674370" cy="846455"/>
          </a:xfrm>
        </p:grpSpPr>
        <p:sp>
          <p:nvSpPr>
            <p:cNvPr id="12" name="object 12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6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6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6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6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6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86118" y="1151890"/>
            <a:ext cx="281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P2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400543" y="1021080"/>
            <a:ext cx="673735" cy="845819"/>
            <a:chOff x="7400543" y="1021080"/>
            <a:chExt cx="673735" cy="845819"/>
          </a:xfrm>
        </p:grpSpPr>
        <p:sp>
          <p:nvSpPr>
            <p:cNvPr id="16" name="object 16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5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5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5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5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597520" y="1014729"/>
            <a:ext cx="2819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P3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212835" y="833627"/>
            <a:ext cx="715010" cy="1033780"/>
            <a:chOff x="8212835" y="833627"/>
            <a:chExt cx="715010" cy="1033780"/>
          </a:xfrm>
        </p:grpSpPr>
        <p:sp>
          <p:nvSpPr>
            <p:cNvPr id="20" name="object 20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583183" y="0"/>
                  </a:moveTo>
                  <a:lnTo>
                    <a:pt x="111759" y="0"/>
                  </a:lnTo>
                  <a:lnTo>
                    <a:pt x="95245" y="5493"/>
                  </a:lnTo>
                  <a:lnTo>
                    <a:pt x="64645" y="47088"/>
                  </a:lnTo>
                  <a:lnTo>
                    <a:pt x="38437" y="124275"/>
                  </a:lnTo>
                  <a:lnTo>
                    <a:pt x="27413" y="174258"/>
                  </a:lnTo>
                  <a:lnTo>
                    <a:pt x="18005" y="230788"/>
                  </a:lnTo>
                  <a:lnTo>
                    <a:pt x="10387" y="293084"/>
                  </a:lnTo>
                  <a:lnTo>
                    <a:pt x="4731" y="360361"/>
                  </a:lnTo>
                  <a:lnTo>
                    <a:pt x="1211" y="431838"/>
                  </a:lnTo>
                  <a:lnTo>
                    <a:pt x="0" y="506729"/>
                  </a:lnTo>
                  <a:lnTo>
                    <a:pt x="1211" y="581621"/>
                  </a:lnTo>
                  <a:lnTo>
                    <a:pt x="4731" y="653098"/>
                  </a:lnTo>
                  <a:lnTo>
                    <a:pt x="10387" y="720375"/>
                  </a:lnTo>
                  <a:lnTo>
                    <a:pt x="18005" y="782671"/>
                  </a:lnTo>
                  <a:lnTo>
                    <a:pt x="27413" y="839201"/>
                  </a:lnTo>
                  <a:lnTo>
                    <a:pt x="38437" y="889184"/>
                  </a:lnTo>
                  <a:lnTo>
                    <a:pt x="50906" y="931834"/>
                  </a:lnTo>
                  <a:lnTo>
                    <a:pt x="79482" y="992009"/>
                  </a:lnTo>
                  <a:lnTo>
                    <a:pt x="111759" y="1013460"/>
                  </a:lnTo>
                  <a:lnTo>
                    <a:pt x="583183" y="1013460"/>
                  </a:lnTo>
                  <a:lnTo>
                    <a:pt x="615461" y="992009"/>
                  </a:lnTo>
                  <a:lnTo>
                    <a:pt x="644037" y="931834"/>
                  </a:lnTo>
                  <a:lnTo>
                    <a:pt x="656506" y="889184"/>
                  </a:lnTo>
                  <a:lnTo>
                    <a:pt x="667530" y="839201"/>
                  </a:lnTo>
                  <a:lnTo>
                    <a:pt x="676938" y="782671"/>
                  </a:lnTo>
                  <a:lnTo>
                    <a:pt x="684556" y="720375"/>
                  </a:lnTo>
                  <a:lnTo>
                    <a:pt x="690212" y="653098"/>
                  </a:lnTo>
                  <a:lnTo>
                    <a:pt x="693732" y="581621"/>
                  </a:lnTo>
                  <a:lnTo>
                    <a:pt x="694943" y="506729"/>
                  </a:lnTo>
                  <a:lnTo>
                    <a:pt x="693732" y="431838"/>
                  </a:lnTo>
                  <a:lnTo>
                    <a:pt x="690212" y="360361"/>
                  </a:lnTo>
                  <a:lnTo>
                    <a:pt x="684556" y="293084"/>
                  </a:lnTo>
                  <a:lnTo>
                    <a:pt x="676938" y="230788"/>
                  </a:lnTo>
                  <a:lnTo>
                    <a:pt x="667530" y="174258"/>
                  </a:lnTo>
                  <a:lnTo>
                    <a:pt x="656506" y="124275"/>
                  </a:lnTo>
                  <a:lnTo>
                    <a:pt x="644037" y="81625"/>
                  </a:lnTo>
                  <a:lnTo>
                    <a:pt x="615461" y="2145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111759" y="0"/>
                  </a:moveTo>
                  <a:lnTo>
                    <a:pt x="583183" y="0"/>
                  </a:lnTo>
                  <a:lnTo>
                    <a:pt x="599698" y="5493"/>
                  </a:lnTo>
                  <a:lnTo>
                    <a:pt x="630298" y="47088"/>
                  </a:lnTo>
                  <a:lnTo>
                    <a:pt x="656506" y="124275"/>
                  </a:lnTo>
                  <a:lnTo>
                    <a:pt x="667530" y="174258"/>
                  </a:lnTo>
                  <a:lnTo>
                    <a:pt x="676938" y="230788"/>
                  </a:lnTo>
                  <a:lnTo>
                    <a:pt x="684556" y="293084"/>
                  </a:lnTo>
                  <a:lnTo>
                    <a:pt x="690212" y="360361"/>
                  </a:lnTo>
                  <a:lnTo>
                    <a:pt x="693732" y="431838"/>
                  </a:lnTo>
                  <a:lnTo>
                    <a:pt x="694943" y="506729"/>
                  </a:lnTo>
                  <a:lnTo>
                    <a:pt x="693732" y="581621"/>
                  </a:lnTo>
                  <a:lnTo>
                    <a:pt x="690212" y="653098"/>
                  </a:lnTo>
                  <a:lnTo>
                    <a:pt x="684556" y="720375"/>
                  </a:lnTo>
                  <a:lnTo>
                    <a:pt x="676938" y="782671"/>
                  </a:lnTo>
                  <a:lnTo>
                    <a:pt x="667530" y="839201"/>
                  </a:lnTo>
                  <a:lnTo>
                    <a:pt x="656506" y="889184"/>
                  </a:lnTo>
                  <a:lnTo>
                    <a:pt x="644037" y="931834"/>
                  </a:lnTo>
                  <a:lnTo>
                    <a:pt x="615461" y="992009"/>
                  </a:lnTo>
                  <a:lnTo>
                    <a:pt x="583183" y="1013460"/>
                  </a:lnTo>
                  <a:lnTo>
                    <a:pt x="111759" y="1013460"/>
                  </a:lnTo>
                  <a:lnTo>
                    <a:pt x="79482" y="992009"/>
                  </a:lnTo>
                  <a:lnTo>
                    <a:pt x="50906" y="931834"/>
                  </a:lnTo>
                  <a:lnTo>
                    <a:pt x="38437" y="889184"/>
                  </a:lnTo>
                  <a:lnTo>
                    <a:pt x="27413" y="839201"/>
                  </a:lnTo>
                  <a:lnTo>
                    <a:pt x="18005" y="782671"/>
                  </a:lnTo>
                  <a:lnTo>
                    <a:pt x="10387" y="720375"/>
                  </a:lnTo>
                  <a:lnTo>
                    <a:pt x="4731" y="653098"/>
                  </a:lnTo>
                  <a:lnTo>
                    <a:pt x="1211" y="581621"/>
                  </a:lnTo>
                  <a:lnTo>
                    <a:pt x="0" y="506729"/>
                  </a:lnTo>
                  <a:lnTo>
                    <a:pt x="1211" y="431838"/>
                  </a:lnTo>
                  <a:lnTo>
                    <a:pt x="4731" y="360361"/>
                  </a:lnTo>
                  <a:lnTo>
                    <a:pt x="10387" y="293084"/>
                  </a:lnTo>
                  <a:lnTo>
                    <a:pt x="18005" y="230788"/>
                  </a:lnTo>
                  <a:lnTo>
                    <a:pt x="27413" y="174258"/>
                  </a:lnTo>
                  <a:lnTo>
                    <a:pt x="38437" y="124275"/>
                  </a:lnTo>
                  <a:lnTo>
                    <a:pt x="50906" y="81625"/>
                  </a:lnTo>
                  <a:lnTo>
                    <a:pt x="79482" y="21450"/>
                  </a:lnTo>
                  <a:lnTo>
                    <a:pt x="111759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428735" y="783463"/>
            <a:ext cx="2819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P4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023604" y="475487"/>
            <a:ext cx="715010" cy="1391920"/>
            <a:chOff x="9023604" y="475487"/>
            <a:chExt cx="715010" cy="1391920"/>
          </a:xfrm>
        </p:grpSpPr>
        <p:sp>
          <p:nvSpPr>
            <p:cNvPr id="24" name="object 24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583184" y="0"/>
                  </a:moveTo>
                  <a:lnTo>
                    <a:pt x="111760" y="0"/>
                  </a:lnTo>
                  <a:lnTo>
                    <a:pt x="99582" y="4024"/>
                  </a:lnTo>
                  <a:lnTo>
                    <a:pt x="76435" y="34966"/>
                  </a:lnTo>
                  <a:lnTo>
                    <a:pt x="55353" y="93641"/>
                  </a:lnTo>
                  <a:lnTo>
                    <a:pt x="45756" y="132331"/>
                  </a:lnTo>
                  <a:lnTo>
                    <a:pt x="36880" y="176700"/>
                  </a:lnTo>
                  <a:lnTo>
                    <a:pt x="28793" y="226326"/>
                  </a:lnTo>
                  <a:lnTo>
                    <a:pt x="21563" y="280793"/>
                  </a:lnTo>
                  <a:lnTo>
                    <a:pt x="15258" y="339682"/>
                  </a:lnTo>
                  <a:lnTo>
                    <a:pt x="9947" y="402574"/>
                  </a:lnTo>
                  <a:lnTo>
                    <a:pt x="5697" y="469050"/>
                  </a:lnTo>
                  <a:lnTo>
                    <a:pt x="2577" y="538692"/>
                  </a:lnTo>
                  <a:lnTo>
                    <a:pt x="655" y="611082"/>
                  </a:lnTo>
                  <a:lnTo>
                    <a:pt x="0" y="685800"/>
                  </a:lnTo>
                  <a:lnTo>
                    <a:pt x="655" y="760517"/>
                  </a:lnTo>
                  <a:lnTo>
                    <a:pt x="2577" y="832907"/>
                  </a:lnTo>
                  <a:lnTo>
                    <a:pt x="5697" y="902549"/>
                  </a:lnTo>
                  <a:lnTo>
                    <a:pt x="9947" y="969025"/>
                  </a:lnTo>
                  <a:lnTo>
                    <a:pt x="15258" y="1031917"/>
                  </a:lnTo>
                  <a:lnTo>
                    <a:pt x="21563" y="1090806"/>
                  </a:lnTo>
                  <a:lnTo>
                    <a:pt x="28793" y="1145273"/>
                  </a:lnTo>
                  <a:lnTo>
                    <a:pt x="36880" y="1194899"/>
                  </a:lnTo>
                  <a:lnTo>
                    <a:pt x="45756" y="1239268"/>
                  </a:lnTo>
                  <a:lnTo>
                    <a:pt x="55353" y="1277958"/>
                  </a:lnTo>
                  <a:lnTo>
                    <a:pt x="76435" y="1336633"/>
                  </a:lnTo>
                  <a:lnTo>
                    <a:pt x="99582" y="1367575"/>
                  </a:lnTo>
                  <a:lnTo>
                    <a:pt x="111760" y="1371600"/>
                  </a:lnTo>
                  <a:lnTo>
                    <a:pt x="583184" y="1371600"/>
                  </a:lnTo>
                  <a:lnTo>
                    <a:pt x="618508" y="1336633"/>
                  </a:lnTo>
                  <a:lnTo>
                    <a:pt x="639590" y="1277958"/>
                  </a:lnTo>
                  <a:lnTo>
                    <a:pt x="649187" y="1239268"/>
                  </a:lnTo>
                  <a:lnTo>
                    <a:pt x="658063" y="1194899"/>
                  </a:lnTo>
                  <a:lnTo>
                    <a:pt x="666150" y="1145273"/>
                  </a:lnTo>
                  <a:lnTo>
                    <a:pt x="673380" y="1090806"/>
                  </a:lnTo>
                  <a:lnTo>
                    <a:pt x="679685" y="1031917"/>
                  </a:lnTo>
                  <a:lnTo>
                    <a:pt x="684996" y="969025"/>
                  </a:lnTo>
                  <a:lnTo>
                    <a:pt x="689246" y="902549"/>
                  </a:lnTo>
                  <a:lnTo>
                    <a:pt x="692366" y="832907"/>
                  </a:lnTo>
                  <a:lnTo>
                    <a:pt x="694288" y="760517"/>
                  </a:lnTo>
                  <a:lnTo>
                    <a:pt x="694944" y="685800"/>
                  </a:lnTo>
                  <a:lnTo>
                    <a:pt x="694288" y="611082"/>
                  </a:lnTo>
                  <a:lnTo>
                    <a:pt x="692366" y="538692"/>
                  </a:lnTo>
                  <a:lnTo>
                    <a:pt x="689246" y="469050"/>
                  </a:lnTo>
                  <a:lnTo>
                    <a:pt x="684996" y="402574"/>
                  </a:lnTo>
                  <a:lnTo>
                    <a:pt x="679685" y="339682"/>
                  </a:lnTo>
                  <a:lnTo>
                    <a:pt x="673380" y="280793"/>
                  </a:lnTo>
                  <a:lnTo>
                    <a:pt x="666150" y="226326"/>
                  </a:lnTo>
                  <a:lnTo>
                    <a:pt x="658063" y="176700"/>
                  </a:lnTo>
                  <a:lnTo>
                    <a:pt x="649187" y="132331"/>
                  </a:lnTo>
                  <a:lnTo>
                    <a:pt x="639590" y="93641"/>
                  </a:lnTo>
                  <a:lnTo>
                    <a:pt x="618508" y="34966"/>
                  </a:lnTo>
                  <a:lnTo>
                    <a:pt x="595361" y="402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111760" y="0"/>
                  </a:moveTo>
                  <a:lnTo>
                    <a:pt x="583184" y="0"/>
                  </a:lnTo>
                  <a:lnTo>
                    <a:pt x="595361" y="4024"/>
                  </a:lnTo>
                  <a:lnTo>
                    <a:pt x="618508" y="34966"/>
                  </a:lnTo>
                  <a:lnTo>
                    <a:pt x="639590" y="93641"/>
                  </a:lnTo>
                  <a:lnTo>
                    <a:pt x="649187" y="132331"/>
                  </a:lnTo>
                  <a:lnTo>
                    <a:pt x="658063" y="176700"/>
                  </a:lnTo>
                  <a:lnTo>
                    <a:pt x="666150" y="226326"/>
                  </a:lnTo>
                  <a:lnTo>
                    <a:pt x="673380" y="280793"/>
                  </a:lnTo>
                  <a:lnTo>
                    <a:pt x="679685" y="339682"/>
                  </a:lnTo>
                  <a:lnTo>
                    <a:pt x="684996" y="402574"/>
                  </a:lnTo>
                  <a:lnTo>
                    <a:pt x="689246" y="469050"/>
                  </a:lnTo>
                  <a:lnTo>
                    <a:pt x="692366" y="538692"/>
                  </a:lnTo>
                  <a:lnTo>
                    <a:pt x="694288" y="611082"/>
                  </a:lnTo>
                  <a:lnTo>
                    <a:pt x="694944" y="685800"/>
                  </a:lnTo>
                  <a:lnTo>
                    <a:pt x="694288" y="760517"/>
                  </a:lnTo>
                  <a:lnTo>
                    <a:pt x="692366" y="832907"/>
                  </a:lnTo>
                  <a:lnTo>
                    <a:pt x="689246" y="902549"/>
                  </a:lnTo>
                  <a:lnTo>
                    <a:pt x="684996" y="969025"/>
                  </a:lnTo>
                  <a:lnTo>
                    <a:pt x="679685" y="1031917"/>
                  </a:lnTo>
                  <a:lnTo>
                    <a:pt x="673380" y="1090806"/>
                  </a:lnTo>
                  <a:lnTo>
                    <a:pt x="666150" y="1145273"/>
                  </a:lnTo>
                  <a:lnTo>
                    <a:pt x="658063" y="1194899"/>
                  </a:lnTo>
                  <a:lnTo>
                    <a:pt x="649187" y="1239268"/>
                  </a:lnTo>
                  <a:lnTo>
                    <a:pt x="639590" y="1277958"/>
                  </a:lnTo>
                  <a:lnTo>
                    <a:pt x="618508" y="1336633"/>
                  </a:lnTo>
                  <a:lnTo>
                    <a:pt x="595361" y="1367575"/>
                  </a:lnTo>
                  <a:lnTo>
                    <a:pt x="583184" y="1371600"/>
                  </a:lnTo>
                  <a:lnTo>
                    <a:pt x="111760" y="1371600"/>
                  </a:lnTo>
                  <a:lnTo>
                    <a:pt x="76435" y="1336633"/>
                  </a:lnTo>
                  <a:lnTo>
                    <a:pt x="55353" y="1277958"/>
                  </a:lnTo>
                  <a:lnTo>
                    <a:pt x="45756" y="1239268"/>
                  </a:lnTo>
                  <a:lnTo>
                    <a:pt x="36880" y="1194899"/>
                  </a:lnTo>
                  <a:lnTo>
                    <a:pt x="28793" y="1145273"/>
                  </a:lnTo>
                  <a:lnTo>
                    <a:pt x="21563" y="1090806"/>
                  </a:lnTo>
                  <a:lnTo>
                    <a:pt x="15258" y="1031917"/>
                  </a:lnTo>
                  <a:lnTo>
                    <a:pt x="9947" y="969025"/>
                  </a:lnTo>
                  <a:lnTo>
                    <a:pt x="5697" y="902549"/>
                  </a:lnTo>
                  <a:lnTo>
                    <a:pt x="2577" y="832907"/>
                  </a:lnTo>
                  <a:lnTo>
                    <a:pt x="655" y="760517"/>
                  </a:lnTo>
                  <a:lnTo>
                    <a:pt x="0" y="685800"/>
                  </a:lnTo>
                  <a:lnTo>
                    <a:pt x="655" y="611082"/>
                  </a:lnTo>
                  <a:lnTo>
                    <a:pt x="2577" y="538692"/>
                  </a:lnTo>
                  <a:lnTo>
                    <a:pt x="5697" y="469050"/>
                  </a:lnTo>
                  <a:lnTo>
                    <a:pt x="9947" y="402574"/>
                  </a:lnTo>
                  <a:lnTo>
                    <a:pt x="15258" y="339682"/>
                  </a:lnTo>
                  <a:lnTo>
                    <a:pt x="21563" y="280793"/>
                  </a:lnTo>
                  <a:lnTo>
                    <a:pt x="28793" y="226326"/>
                  </a:lnTo>
                  <a:lnTo>
                    <a:pt x="36880" y="176700"/>
                  </a:lnTo>
                  <a:lnTo>
                    <a:pt x="45756" y="132331"/>
                  </a:lnTo>
                  <a:lnTo>
                    <a:pt x="55353" y="93641"/>
                  </a:lnTo>
                  <a:lnTo>
                    <a:pt x="76435" y="34966"/>
                  </a:lnTo>
                  <a:lnTo>
                    <a:pt x="99582" y="402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240139" y="467105"/>
            <a:ext cx="28257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Gothic Uralic"/>
                <a:cs typeface="Gothic Uralic"/>
              </a:rPr>
              <a:t>P1  P2  P3  </a:t>
            </a:r>
            <a:r>
              <a:rPr sz="1800" b="1" dirty="0">
                <a:solidFill>
                  <a:srgbClr val="FF0000"/>
                </a:solidFill>
                <a:latin typeface="Gothic Uralic"/>
                <a:cs typeface="Gothic Uralic"/>
              </a:rPr>
              <a:t>P4  </a:t>
            </a:r>
            <a:r>
              <a:rPr sz="1800" b="1" dirty="0">
                <a:latin typeface="Gothic Uralic"/>
                <a:cs typeface="Gothic Uralic"/>
              </a:rPr>
              <a:t>P5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852659" y="237743"/>
            <a:ext cx="715010" cy="1629410"/>
            <a:chOff x="9852659" y="237743"/>
            <a:chExt cx="715010" cy="1629410"/>
          </a:xfrm>
        </p:grpSpPr>
        <p:sp>
          <p:nvSpPr>
            <p:cNvPr id="28" name="object 28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583183" y="0"/>
                  </a:moveTo>
                  <a:lnTo>
                    <a:pt x="111759" y="0"/>
                  </a:lnTo>
                  <a:lnTo>
                    <a:pt x="100996" y="3683"/>
                  </a:lnTo>
                  <a:lnTo>
                    <a:pt x="70631" y="56243"/>
                  </a:lnTo>
                  <a:lnTo>
                    <a:pt x="52459" y="122500"/>
                  </a:lnTo>
                  <a:lnTo>
                    <a:pt x="44135" y="163981"/>
                  </a:lnTo>
                  <a:lnTo>
                    <a:pt x="36382" y="210581"/>
                  </a:lnTo>
                  <a:lnTo>
                    <a:pt x="29246" y="261963"/>
                  </a:lnTo>
                  <a:lnTo>
                    <a:pt x="22774" y="317789"/>
                  </a:lnTo>
                  <a:lnTo>
                    <a:pt x="17013" y="377722"/>
                  </a:lnTo>
                  <a:lnTo>
                    <a:pt x="12009" y="441424"/>
                  </a:lnTo>
                  <a:lnTo>
                    <a:pt x="7811" y="508559"/>
                  </a:lnTo>
                  <a:lnTo>
                    <a:pt x="4464" y="578788"/>
                  </a:lnTo>
                  <a:lnTo>
                    <a:pt x="2015" y="651775"/>
                  </a:lnTo>
                  <a:lnTo>
                    <a:pt x="511" y="727182"/>
                  </a:lnTo>
                  <a:lnTo>
                    <a:pt x="0" y="804672"/>
                  </a:lnTo>
                  <a:lnTo>
                    <a:pt x="511" y="882161"/>
                  </a:lnTo>
                  <a:lnTo>
                    <a:pt x="2015" y="957568"/>
                  </a:lnTo>
                  <a:lnTo>
                    <a:pt x="4464" y="1030555"/>
                  </a:lnTo>
                  <a:lnTo>
                    <a:pt x="7811" y="1100784"/>
                  </a:lnTo>
                  <a:lnTo>
                    <a:pt x="12009" y="1167919"/>
                  </a:lnTo>
                  <a:lnTo>
                    <a:pt x="17013" y="1231621"/>
                  </a:lnTo>
                  <a:lnTo>
                    <a:pt x="22774" y="1291554"/>
                  </a:lnTo>
                  <a:lnTo>
                    <a:pt x="29246" y="1347380"/>
                  </a:lnTo>
                  <a:lnTo>
                    <a:pt x="36382" y="1398762"/>
                  </a:lnTo>
                  <a:lnTo>
                    <a:pt x="44135" y="1445362"/>
                  </a:lnTo>
                  <a:lnTo>
                    <a:pt x="52459" y="1486843"/>
                  </a:lnTo>
                  <a:lnTo>
                    <a:pt x="70631" y="1553100"/>
                  </a:lnTo>
                  <a:lnTo>
                    <a:pt x="90523" y="1594833"/>
                  </a:lnTo>
                  <a:lnTo>
                    <a:pt x="111759" y="1609344"/>
                  </a:lnTo>
                  <a:lnTo>
                    <a:pt x="583183" y="1609344"/>
                  </a:lnTo>
                  <a:lnTo>
                    <a:pt x="614557" y="1577200"/>
                  </a:lnTo>
                  <a:lnTo>
                    <a:pt x="633636" y="1522868"/>
                  </a:lnTo>
                  <a:lnTo>
                    <a:pt x="650808" y="1445362"/>
                  </a:lnTo>
                  <a:lnTo>
                    <a:pt x="658561" y="1398762"/>
                  </a:lnTo>
                  <a:lnTo>
                    <a:pt x="665697" y="1347380"/>
                  </a:lnTo>
                  <a:lnTo>
                    <a:pt x="672169" y="1291554"/>
                  </a:lnTo>
                  <a:lnTo>
                    <a:pt x="677930" y="1231621"/>
                  </a:lnTo>
                  <a:lnTo>
                    <a:pt x="682934" y="1167919"/>
                  </a:lnTo>
                  <a:lnTo>
                    <a:pt x="687132" y="1100784"/>
                  </a:lnTo>
                  <a:lnTo>
                    <a:pt x="690479" y="1030555"/>
                  </a:lnTo>
                  <a:lnTo>
                    <a:pt x="692928" y="957568"/>
                  </a:lnTo>
                  <a:lnTo>
                    <a:pt x="694432" y="882161"/>
                  </a:lnTo>
                  <a:lnTo>
                    <a:pt x="694943" y="804672"/>
                  </a:lnTo>
                  <a:lnTo>
                    <a:pt x="694432" y="727182"/>
                  </a:lnTo>
                  <a:lnTo>
                    <a:pt x="692928" y="651775"/>
                  </a:lnTo>
                  <a:lnTo>
                    <a:pt x="690479" y="578788"/>
                  </a:lnTo>
                  <a:lnTo>
                    <a:pt x="687132" y="508559"/>
                  </a:lnTo>
                  <a:lnTo>
                    <a:pt x="682934" y="441424"/>
                  </a:lnTo>
                  <a:lnTo>
                    <a:pt x="677930" y="377722"/>
                  </a:lnTo>
                  <a:lnTo>
                    <a:pt x="672169" y="317789"/>
                  </a:lnTo>
                  <a:lnTo>
                    <a:pt x="665697" y="261963"/>
                  </a:lnTo>
                  <a:lnTo>
                    <a:pt x="658561" y="210581"/>
                  </a:lnTo>
                  <a:lnTo>
                    <a:pt x="650808" y="163981"/>
                  </a:lnTo>
                  <a:lnTo>
                    <a:pt x="642484" y="122500"/>
                  </a:lnTo>
                  <a:lnTo>
                    <a:pt x="624312" y="56243"/>
                  </a:lnTo>
                  <a:lnTo>
                    <a:pt x="604420" y="1451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111759" y="0"/>
                  </a:moveTo>
                  <a:lnTo>
                    <a:pt x="583183" y="0"/>
                  </a:lnTo>
                  <a:lnTo>
                    <a:pt x="593947" y="3683"/>
                  </a:lnTo>
                  <a:lnTo>
                    <a:pt x="624312" y="56243"/>
                  </a:lnTo>
                  <a:lnTo>
                    <a:pt x="642484" y="122500"/>
                  </a:lnTo>
                  <a:lnTo>
                    <a:pt x="650808" y="163981"/>
                  </a:lnTo>
                  <a:lnTo>
                    <a:pt x="658561" y="210581"/>
                  </a:lnTo>
                  <a:lnTo>
                    <a:pt x="665697" y="261963"/>
                  </a:lnTo>
                  <a:lnTo>
                    <a:pt x="672169" y="317789"/>
                  </a:lnTo>
                  <a:lnTo>
                    <a:pt x="677930" y="377722"/>
                  </a:lnTo>
                  <a:lnTo>
                    <a:pt x="682934" y="441424"/>
                  </a:lnTo>
                  <a:lnTo>
                    <a:pt x="687132" y="508559"/>
                  </a:lnTo>
                  <a:lnTo>
                    <a:pt x="690479" y="578788"/>
                  </a:lnTo>
                  <a:lnTo>
                    <a:pt x="692928" y="651775"/>
                  </a:lnTo>
                  <a:lnTo>
                    <a:pt x="694432" y="727182"/>
                  </a:lnTo>
                  <a:lnTo>
                    <a:pt x="694943" y="804672"/>
                  </a:lnTo>
                  <a:lnTo>
                    <a:pt x="694432" y="882161"/>
                  </a:lnTo>
                  <a:lnTo>
                    <a:pt x="692928" y="957568"/>
                  </a:lnTo>
                  <a:lnTo>
                    <a:pt x="690479" y="1030555"/>
                  </a:lnTo>
                  <a:lnTo>
                    <a:pt x="687132" y="1100784"/>
                  </a:lnTo>
                  <a:lnTo>
                    <a:pt x="682934" y="1167919"/>
                  </a:lnTo>
                  <a:lnTo>
                    <a:pt x="677930" y="1231621"/>
                  </a:lnTo>
                  <a:lnTo>
                    <a:pt x="672169" y="1291554"/>
                  </a:lnTo>
                  <a:lnTo>
                    <a:pt x="665697" y="1347380"/>
                  </a:lnTo>
                  <a:lnTo>
                    <a:pt x="658561" y="1398762"/>
                  </a:lnTo>
                  <a:lnTo>
                    <a:pt x="650808" y="1445362"/>
                  </a:lnTo>
                  <a:lnTo>
                    <a:pt x="642484" y="1486843"/>
                  </a:lnTo>
                  <a:lnTo>
                    <a:pt x="624312" y="1553100"/>
                  </a:lnTo>
                  <a:lnTo>
                    <a:pt x="604420" y="1594833"/>
                  </a:lnTo>
                  <a:lnTo>
                    <a:pt x="583183" y="1609344"/>
                  </a:lnTo>
                  <a:lnTo>
                    <a:pt x="111759" y="1609344"/>
                  </a:lnTo>
                  <a:lnTo>
                    <a:pt x="80386" y="1577200"/>
                  </a:lnTo>
                  <a:lnTo>
                    <a:pt x="61307" y="1522868"/>
                  </a:lnTo>
                  <a:lnTo>
                    <a:pt x="44135" y="1445362"/>
                  </a:lnTo>
                  <a:lnTo>
                    <a:pt x="36382" y="1398762"/>
                  </a:lnTo>
                  <a:lnTo>
                    <a:pt x="29246" y="1347380"/>
                  </a:lnTo>
                  <a:lnTo>
                    <a:pt x="22774" y="1291554"/>
                  </a:lnTo>
                  <a:lnTo>
                    <a:pt x="17013" y="1231621"/>
                  </a:lnTo>
                  <a:lnTo>
                    <a:pt x="12009" y="1167919"/>
                  </a:lnTo>
                  <a:lnTo>
                    <a:pt x="7811" y="1100784"/>
                  </a:lnTo>
                  <a:lnTo>
                    <a:pt x="4464" y="1030555"/>
                  </a:lnTo>
                  <a:lnTo>
                    <a:pt x="2015" y="957568"/>
                  </a:lnTo>
                  <a:lnTo>
                    <a:pt x="511" y="882161"/>
                  </a:lnTo>
                  <a:lnTo>
                    <a:pt x="0" y="804672"/>
                  </a:lnTo>
                  <a:lnTo>
                    <a:pt x="511" y="727182"/>
                  </a:lnTo>
                  <a:lnTo>
                    <a:pt x="2015" y="651775"/>
                  </a:lnTo>
                  <a:lnTo>
                    <a:pt x="4464" y="578788"/>
                  </a:lnTo>
                  <a:lnTo>
                    <a:pt x="7811" y="508559"/>
                  </a:lnTo>
                  <a:lnTo>
                    <a:pt x="12009" y="441424"/>
                  </a:lnTo>
                  <a:lnTo>
                    <a:pt x="17013" y="377722"/>
                  </a:lnTo>
                  <a:lnTo>
                    <a:pt x="22774" y="317789"/>
                  </a:lnTo>
                  <a:lnTo>
                    <a:pt x="29246" y="261963"/>
                  </a:lnTo>
                  <a:lnTo>
                    <a:pt x="36382" y="210581"/>
                  </a:lnTo>
                  <a:lnTo>
                    <a:pt x="44135" y="163981"/>
                  </a:lnTo>
                  <a:lnTo>
                    <a:pt x="52459" y="122500"/>
                  </a:lnTo>
                  <a:lnTo>
                    <a:pt x="70631" y="56243"/>
                  </a:lnTo>
                  <a:lnTo>
                    <a:pt x="90523" y="14510"/>
                  </a:lnTo>
                  <a:lnTo>
                    <a:pt x="111759" y="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069448" y="211073"/>
            <a:ext cx="28194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P4  P5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P6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663428" y="0"/>
            <a:ext cx="715010" cy="1876425"/>
            <a:chOff x="10663428" y="0"/>
            <a:chExt cx="715010" cy="1876425"/>
          </a:xfrm>
        </p:grpSpPr>
        <p:sp>
          <p:nvSpPr>
            <p:cNvPr id="32" name="object 32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583184" y="0"/>
                  </a:moveTo>
                  <a:lnTo>
                    <a:pt x="111760" y="0"/>
                  </a:lnTo>
                  <a:lnTo>
                    <a:pt x="102594" y="3076"/>
                  </a:lnTo>
                  <a:lnTo>
                    <a:pt x="76435" y="47317"/>
                  </a:lnTo>
                  <a:lnTo>
                    <a:pt x="60400" y="103596"/>
                  </a:lnTo>
                  <a:lnTo>
                    <a:pt x="45756" y="179076"/>
                  </a:lnTo>
                  <a:lnTo>
                    <a:pt x="39028" y="223418"/>
                  </a:lnTo>
                  <a:lnTo>
                    <a:pt x="32734" y="271843"/>
                  </a:lnTo>
                  <a:lnTo>
                    <a:pt x="26903" y="324113"/>
                  </a:lnTo>
                  <a:lnTo>
                    <a:pt x="21563" y="379988"/>
                  </a:lnTo>
                  <a:lnTo>
                    <a:pt x="16744" y="439229"/>
                  </a:lnTo>
                  <a:lnTo>
                    <a:pt x="12474" y="501598"/>
                  </a:lnTo>
                  <a:lnTo>
                    <a:pt x="8782" y="566856"/>
                  </a:lnTo>
                  <a:lnTo>
                    <a:pt x="5697" y="634764"/>
                  </a:lnTo>
                  <a:lnTo>
                    <a:pt x="3248" y="705082"/>
                  </a:lnTo>
                  <a:lnTo>
                    <a:pt x="1462" y="777573"/>
                  </a:lnTo>
                  <a:lnTo>
                    <a:pt x="370" y="851997"/>
                  </a:lnTo>
                  <a:lnTo>
                    <a:pt x="0" y="928116"/>
                  </a:lnTo>
                  <a:lnTo>
                    <a:pt x="370" y="1004234"/>
                  </a:lnTo>
                  <a:lnTo>
                    <a:pt x="1462" y="1078658"/>
                  </a:lnTo>
                  <a:lnTo>
                    <a:pt x="3248" y="1151149"/>
                  </a:lnTo>
                  <a:lnTo>
                    <a:pt x="5697" y="1221467"/>
                  </a:lnTo>
                  <a:lnTo>
                    <a:pt x="8782" y="1289375"/>
                  </a:lnTo>
                  <a:lnTo>
                    <a:pt x="12474" y="1354633"/>
                  </a:lnTo>
                  <a:lnTo>
                    <a:pt x="16744" y="1417002"/>
                  </a:lnTo>
                  <a:lnTo>
                    <a:pt x="21563" y="1476243"/>
                  </a:lnTo>
                  <a:lnTo>
                    <a:pt x="26903" y="1532118"/>
                  </a:lnTo>
                  <a:lnTo>
                    <a:pt x="32734" y="1584388"/>
                  </a:lnTo>
                  <a:lnTo>
                    <a:pt x="39028" y="1632813"/>
                  </a:lnTo>
                  <a:lnTo>
                    <a:pt x="45756" y="1677155"/>
                  </a:lnTo>
                  <a:lnTo>
                    <a:pt x="52890" y="1717175"/>
                  </a:lnTo>
                  <a:lnTo>
                    <a:pt x="68258" y="1783294"/>
                  </a:lnTo>
                  <a:lnTo>
                    <a:pt x="84903" y="1829257"/>
                  </a:lnTo>
                  <a:lnTo>
                    <a:pt x="111760" y="1856232"/>
                  </a:lnTo>
                  <a:lnTo>
                    <a:pt x="583184" y="1856232"/>
                  </a:lnTo>
                  <a:lnTo>
                    <a:pt x="618508" y="1808914"/>
                  </a:lnTo>
                  <a:lnTo>
                    <a:pt x="634543" y="1752635"/>
                  </a:lnTo>
                  <a:lnTo>
                    <a:pt x="649187" y="1677155"/>
                  </a:lnTo>
                  <a:lnTo>
                    <a:pt x="655915" y="1632813"/>
                  </a:lnTo>
                  <a:lnTo>
                    <a:pt x="662209" y="1584388"/>
                  </a:lnTo>
                  <a:lnTo>
                    <a:pt x="668040" y="1532118"/>
                  </a:lnTo>
                  <a:lnTo>
                    <a:pt x="673380" y="1476243"/>
                  </a:lnTo>
                  <a:lnTo>
                    <a:pt x="678199" y="1417002"/>
                  </a:lnTo>
                  <a:lnTo>
                    <a:pt x="682469" y="1354633"/>
                  </a:lnTo>
                  <a:lnTo>
                    <a:pt x="686161" y="1289375"/>
                  </a:lnTo>
                  <a:lnTo>
                    <a:pt x="689246" y="1221467"/>
                  </a:lnTo>
                  <a:lnTo>
                    <a:pt x="691695" y="1151149"/>
                  </a:lnTo>
                  <a:lnTo>
                    <a:pt x="693481" y="1078658"/>
                  </a:lnTo>
                  <a:lnTo>
                    <a:pt x="694573" y="1004234"/>
                  </a:lnTo>
                  <a:lnTo>
                    <a:pt x="694944" y="928116"/>
                  </a:lnTo>
                  <a:lnTo>
                    <a:pt x="694573" y="851997"/>
                  </a:lnTo>
                  <a:lnTo>
                    <a:pt x="693481" y="777573"/>
                  </a:lnTo>
                  <a:lnTo>
                    <a:pt x="691695" y="705082"/>
                  </a:lnTo>
                  <a:lnTo>
                    <a:pt x="689246" y="634764"/>
                  </a:lnTo>
                  <a:lnTo>
                    <a:pt x="686161" y="566856"/>
                  </a:lnTo>
                  <a:lnTo>
                    <a:pt x="682469" y="501598"/>
                  </a:lnTo>
                  <a:lnTo>
                    <a:pt x="678199" y="439229"/>
                  </a:lnTo>
                  <a:lnTo>
                    <a:pt x="673380" y="379988"/>
                  </a:lnTo>
                  <a:lnTo>
                    <a:pt x="668040" y="324113"/>
                  </a:lnTo>
                  <a:lnTo>
                    <a:pt x="662209" y="271843"/>
                  </a:lnTo>
                  <a:lnTo>
                    <a:pt x="655915" y="223418"/>
                  </a:lnTo>
                  <a:lnTo>
                    <a:pt x="649187" y="179076"/>
                  </a:lnTo>
                  <a:lnTo>
                    <a:pt x="642053" y="139056"/>
                  </a:lnTo>
                  <a:lnTo>
                    <a:pt x="626685" y="72937"/>
                  </a:lnTo>
                  <a:lnTo>
                    <a:pt x="610040" y="2697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111760" y="0"/>
                  </a:moveTo>
                  <a:lnTo>
                    <a:pt x="583184" y="0"/>
                  </a:lnTo>
                  <a:lnTo>
                    <a:pt x="592349" y="3076"/>
                  </a:lnTo>
                  <a:lnTo>
                    <a:pt x="618508" y="47317"/>
                  </a:lnTo>
                  <a:lnTo>
                    <a:pt x="634543" y="103596"/>
                  </a:lnTo>
                  <a:lnTo>
                    <a:pt x="649187" y="179076"/>
                  </a:lnTo>
                  <a:lnTo>
                    <a:pt x="655915" y="223418"/>
                  </a:lnTo>
                  <a:lnTo>
                    <a:pt x="662209" y="271843"/>
                  </a:lnTo>
                  <a:lnTo>
                    <a:pt x="668040" y="324113"/>
                  </a:lnTo>
                  <a:lnTo>
                    <a:pt x="673380" y="379988"/>
                  </a:lnTo>
                  <a:lnTo>
                    <a:pt x="678199" y="439229"/>
                  </a:lnTo>
                  <a:lnTo>
                    <a:pt x="682469" y="501598"/>
                  </a:lnTo>
                  <a:lnTo>
                    <a:pt x="686161" y="566856"/>
                  </a:lnTo>
                  <a:lnTo>
                    <a:pt x="689246" y="634764"/>
                  </a:lnTo>
                  <a:lnTo>
                    <a:pt x="691695" y="705082"/>
                  </a:lnTo>
                  <a:lnTo>
                    <a:pt x="693481" y="777573"/>
                  </a:lnTo>
                  <a:lnTo>
                    <a:pt x="694573" y="851997"/>
                  </a:lnTo>
                  <a:lnTo>
                    <a:pt x="694944" y="928116"/>
                  </a:lnTo>
                  <a:lnTo>
                    <a:pt x="694573" y="1004234"/>
                  </a:lnTo>
                  <a:lnTo>
                    <a:pt x="693481" y="1078658"/>
                  </a:lnTo>
                  <a:lnTo>
                    <a:pt x="691695" y="1151149"/>
                  </a:lnTo>
                  <a:lnTo>
                    <a:pt x="689246" y="1221467"/>
                  </a:lnTo>
                  <a:lnTo>
                    <a:pt x="686161" y="1289375"/>
                  </a:lnTo>
                  <a:lnTo>
                    <a:pt x="682469" y="1354633"/>
                  </a:lnTo>
                  <a:lnTo>
                    <a:pt x="678199" y="1417002"/>
                  </a:lnTo>
                  <a:lnTo>
                    <a:pt x="673380" y="1476243"/>
                  </a:lnTo>
                  <a:lnTo>
                    <a:pt x="668040" y="1532118"/>
                  </a:lnTo>
                  <a:lnTo>
                    <a:pt x="662209" y="1584388"/>
                  </a:lnTo>
                  <a:lnTo>
                    <a:pt x="655915" y="1632813"/>
                  </a:lnTo>
                  <a:lnTo>
                    <a:pt x="649187" y="1677155"/>
                  </a:lnTo>
                  <a:lnTo>
                    <a:pt x="642053" y="1717175"/>
                  </a:lnTo>
                  <a:lnTo>
                    <a:pt x="626685" y="1783294"/>
                  </a:lnTo>
                  <a:lnTo>
                    <a:pt x="610040" y="1829257"/>
                  </a:lnTo>
                  <a:lnTo>
                    <a:pt x="583184" y="1856232"/>
                  </a:lnTo>
                  <a:lnTo>
                    <a:pt x="111760" y="1856232"/>
                  </a:lnTo>
                  <a:lnTo>
                    <a:pt x="76435" y="1808914"/>
                  </a:lnTo>
                  <a:lnTo>
                    <a:pt x="60400" y="1752635"/>
                  </a:lnTo>
                  <a:lnTo>
                    <a:pt x="45756" y="1677155"/>
                  </a:lnTo>
                  <a:lnTo>
                    <a:pt x="39028" y="1632813"/>
                  </a:lnTo>
                  <a:lnTo>
                    <a:pt x="32734" y="1584388"/>
                  </a:lnTo>
                  <a:lnTo>
                    <a:pt x="26903" y="1532118"/>
                  </a:lnTo>
                  <a:lnTo>
                    <a:pt x="21563" y="1476243"/>
                  </a:lnTo>
                  <a:lnTo>
                    <a:pt x="16744" y="1417002"/>
                  </a:lnTo>
                  <a:lnTo>
                    <a:pt x="12474" y="1354633"/>
                  </a:lnTo>
                  <a:lnTo>
                    <a:pt x="8782" y="1289375"/>
                  </a:lnTo>
                  <a:lnTo>
                    <a:pt x="5697" y="1221467"/>
                  </a:lnTo>
                  <a:lnTo>
                    <a:pt x="3248" y="1151149"/>
                  </a:lnTo>
                  <a:lnTo>
                    <a:pt x="1462" y="1078658"/>
                  </a:lnTo>
                  <a:lnTo>
                    <a:pt x="370" y="1004234"/>
                  </a:lnTo>
                  <a:lnTo>
                    <a:pt x="0" y="928116"/>
                  </a:lnTo>
                  <a:lnTo>
                    <a:pt x="370" y="851997"/>
                  </a:lnTo>
                  <a:lnTo>
                    <a:pt x="1462" y="777573"/>
                  </a:lnTo>
                  <a:lnTo>
                    <a:pt x="3248" y="705082"/>
                  </a:lnTo>
                  <a:lnTo>
                    <a:pt x="5697" y="634764"/>
                  </a:lnTo>
                  <a:lnTo>
                    <a:pt x="8782" y="566856"/>
                  </a:lnTo>
                  <a:lnTo>
                    <a:pt x="12474" y="501598"/>
                  </a:lnTo>
                  <a:lnTo>
                    <a:pt x="16744" y="439229"/>
                  </a:lnTo>
                  <a:lnTo>
                    <a:pt x="21563" y="379988"/>
                  </a:lnTo>
                  <a:lnTo>
                    <a:pt x="26903" y="324113"/>
                  </a:lnTo>
                  <a:lnTo>
                    <a:pt x="32734" y="271843"/>
                  </a:lnTo>
                  <a:lnTo>
                    <a:pt x="39028" y="223418"/>
                  </a:lnTo>
                  <a:lnTo>
                    <a:pt x="45756" y="179076"/>
                  </a:lnTo>
                  <a:lnTo>
                    <a:pt x="52890" y="139056"/>
                  </a:lnTo>
                  <a:lnTo>
                    <a:pt x="68258" y="72937"/>
                  </a:lnTo>
                  <a:lnTo>
                    <a:pt x="84903" y="2697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879963" y="87325"/>
            <a:ext cx="28194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P4  </a:t>
            </a:r>
            <a:r>
              <a:rPr sz="1800" b="1" spc="-5" dirty="0">
                <a:latin typeface="Gothic Uralic"/>
                <a:cs typeface="Gothic Uralic"/>
              </a:rPr>
              <a:t>P5  P7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853684" y="1861947"/>
            <a:ext cx="834390" cy="17145"/>
          </a:xfrm>
          <a:custGeom>
            <a:avLst/>
            <a:gdLst/>
            <a:ahLst/>
            <a:cxnLst/>
            <a:rect l="l" t="t" r="r" b="b"/>
            <a:pathLst>
              <a:path w="834390" h="17144">
                <a:moveTo>
                  <a:pt x="0" y="16636"/>
                </a:moveTo>
                <a:lnTo>
                  <a:pt x="834389" y="16636"/>
                </a:lnTo>
              </a:path>
              <a:path w="834390" h="17144">
                <a:moveTo>
                  <a:pt x="0" y="0"/>
                </a:moveTo>
                <a:lnTo>
                  <a:pt x="834389" y="0"/>
                </a:lnTo>
              </a:path>
            </a:pathLst>
          </a:custGeom>
          <a:ln w="3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927597" y="187680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68807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775442" y="185394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11123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5917691" y="1850453"/>
          <a:ext cx="5438769" cy="255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47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16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84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683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65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5783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5783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86714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481329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33401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142239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</a:tblGrid>
              <a:tr h="248094">
                <a:tc>
                  <a:txBody>
                    <a:bodyPr/>
                    <a:lstStyle/>
                    <a:p>
                      <a:pPr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5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6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" name="object 41"/>
          <p:cNvSpPr txBox="1"/>
          <p:nvPr/>
        </p:nvSpPr>
        <p:spPr>
          <a:xfrm>
            <a:off x="5759322" y="125983"/>
            <a:ext cx="144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0000"/>
                </a:solidFill>
                <a:latin typeface="Gothic Uralic"/>
                <a:cs typeface="Gothic Uralic"/>
              </a:rPr>
              <a:t>Arrival</a:t>
            </a:r>
            <a:r>
              <a:rPr sz="2000" b="1" spc="-75" dirty="0">
                <a:solidFill>
                  <a:srgbClr val="FF0000"/>
                </a:solidFill>
                <a:latin typeface="Gothic Uralic"/>
                <a:cs typeface="Gothic Ural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Gothic Uralic"/>
                <a:cs typeface="Gothic Uralic"/>
              </a:rPr>
              <a:t>Time</a:t>
            </a:r>
            <a:endParaRPr sz="2000">
              <a:latin typeface="Gothic Uralic"/>
              <a:cs typeface="Gothic Uralic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448814" y="4227321"/>
            <a:ext cx="1274445" cy="788670"/>
            <a:chOff x="2448814" y="4227321"/>
            <a:chExt cx="1274445" cy="788670"/>
          </a:xfrm>
        </p:grpSpPr>
        <p:sp>
          <p:nvSpPr>
            <p:cNvPr id="43" name="object 43"/>
            <p:cNvSpPr/>
            <p:nvPr/>
          </p:nvSpPr>
          <p:spPr>
            <a:xfrm>
              <a:off x="2458974" y="4237481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5" h="778510">
                  <a:moveTo>
                    <a:pt x="1264158" y="278892"/>
                  </a:moveTo>
                  <a:lnTo>
                    <a:pt x="1261948" y="267906"/>
                  </a:lnTo>
                  <a:lnTo>
                    <a:pt x="1255915" y="258940"/>
                  </a:lnTo>
                  <a:lnTo>
                    <a:pt x="1246949" y="252907"/>
                  </a:lnTo>
                  <a:lnTo>
                    <a:pt x="1235964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2218" y="445008"/>
                  </a:lnTo>
                  <a:lnTo>
                    <a:pt x="982218" y="749808"/>
                  </a:lnTo>
                  <a:lnTo>
                    <a:pt x="984415" y="760806"/>
                  </a:lnTo>
                  <a:lnTo>
                    <a:pt x="990447" y="769772"/>
                  </a:lnTo>
                  <a:lnTo>
                    <a:pt x="999413" y="775804"/>
                  </a:lnTo>
                  <a:lnTo>
                    <a:pt x="1010412" y="778002"/>
                  </a:lnTo>
                  <a:lnTo>
                    <a:pt x="1235964" y="778002"/>
                  </a:lnTo>
                  <a:lnTo>
                    <a:pt x="1246949" y="775804"/>
                  </a:lnTo>
                  <a:lnTo>
                    <a:pt x="1255915" y="769772"/>
                  </a:lnTo>
                  <a:lnTo>
                    <a:pt x="1261948" y="760806"/>
                  </a:lnTo>
                  <a:lnTo>
                    <a:pt x="1264158" y="749808"/>
                  </a:lnTo>
                  <a:lnTo>
                    <a:pt x="1264158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58974" y="423748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789682" y="4195698"/>
            <a:ext cx="908685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0"/>
              </a:spcBef>
            </a:pPr>
            <a:r>
              <a:rPr sz="2900" spc="-235" dirty="0">
                <a:latin typeface="Verdana"/>
                <a:cs typeface="Verdana"/>
              </a:rPr>
              <a:t>2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657346" y="4216653"/>
            <a:ext cx="1274445" cy="786765"/>
            <a:chOff x="3657346" y="4216653"/>
            <a:chExt cx="1274445" cy="786765"/>
          </a:xfrm>
        </p:grpSpPr>
        <p:sp>
          <p:nvSpPr>
            <p:cNvPr id="47" name="object 47"/>
            <p:cNvSpPr/>
            <p:nvPr/>
          </p:nvSpPr>
          <p:spPr>
            <a:xfrm>
              <a:off x="3667506" y="4226813"/>
              <a:ext cx="1264285" cy="776605"/>
            </a:xfrm>
            <a:custGeom>
              <a:avLst/>
              <a:gdLst/>
              <a:ahLst/>
              <a:cxnLst/>
              <a:rect l="l" t="t" r="r" b="b"/>
              <a:pathLst>
                <a:path w="1264285" h="776604">
                  <a:moveTo>
                    <a:pt x="1264158" y="278765"/>
                  </a:moveTo>
                  <a:lnTo>
                    <a:pt x="1261948" y="267855"/>
                  </a:lnTo>
                  <a:lnTo>
                    <a:pt x="1255928" y="258927"/>
                  </a:lnTo>
                  <a:lnTo>
                    <a:pt x="1247000" y="252907"/>
                  </a:lnTo>
                  <a:lnTo>
                    <a:pt x="1236091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3742" y="445008"/>
                  </a:lnTo>
                  <a:lnTo>
                    <a:pt x="983742" y="748411"/>
                  </a:lnTo>
                  <a:lnTo>
                    <a:pt x="985939" y="759333"/>
                  </a:lnTo>
                  <a:lnTo>
                    <a:pt x="991958" y="768261"/>
                  </a:lnTo>
                  <a:lnTo>
                    <a:pt x="1000887" y="774280"/>
                  </a:lnTo>
                  <a:lnTo>
                    <a:pt x="1011809" y="776478"/>
                  </a:lnTo>
                  <a:lnTo>
                    <a:pt x="1236091" y="776478"/>
                  </a:lnTo>
                  <a:lnTo>
                    <a:pt x="1247013" y="774280"/>
                  </a:lnTo>
                  <a:lnTo>
                    <a:pt x="1255928" y="768261"/>
                  </a:lnTo>
                  <a:lnTo>
                    <a:pt x="1261948" y="759333"/>
                  </a:lnTo>
                  <a:lnTo>
                    <a:pt x="1264158" y="748411"/>
                  </a:lnTo>
                  <a:lnTo>
                    <a:pt x="1264158" y="278765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67506" y="4226813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998721" y="4184396"/>
            <a:ext cx="908050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0"/>
              </a:spcBef>
            </a:pPr>
            <a:r>
              <a:rPr sz="2900" spc="-235" dirty="0">
                <a:latin typeface="Verdana"/>
                <a:cs typeface="Verdana"/>
              </a:rPr>
              <a:t>3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914646" y="4212082"/>
            <a:ext cx="1276350" cy="788670"/>
            <a:chOff x="4914646" y="4212082"/>
            <a:chExt cx="1276350" cy="788670"/>
          </a:xfrm>
        </p:grpSpPr>
        <p:sp>
          <p:nvSpPr>
            <p:cNvPr id="51" name="object 51"/>
            <p:cNvSpPr/>
            <p:nvPr/>
          </p:nvSpPr>
          <p:spPr>
            <a:xfrm>
              <a:off x="4924806" y="4222241"/>
              <a:ext cx="1266190" cy="778510"/>
            </a:xfrm>
            <a:custGeom>
              <a:avLst/>
              <a:gdLst/>
              <a:ahLst/>
              <a:cxnLst/>
              <a:rect l="l" t="t" r="r" b="b"/>
              <a:pathLst>
                <a:path w="1266189" h="778510">
                  <a:moveTo>
                    <a:pt x="1265682" y="278892"/>
                  </a:moveTo>
                  <a:lnTo>
                    <a:pt x="1263472" y="267906"/>
                  </a:lnTo>
                  <a:lnTo>
                    <a:pt x="1257439" y="258940"/>
                  </a:lnTo>
                  <a:lnTo>
                    <a:pt x="1248473" y="252907"/>
                  </a:lnTo>
                  <a:lnTo>
                    <a:pt x="1237488" y="250698"/>
                  </a:lnTo>
                  <a:lnTo>
                    <a:pt x="1110996" y="250698"/>
                  </a:lnTo>
                  <a:lnTo>
                    <a:pt x="1110996" y="44450"/>
                  </a:lnTo>
                  <a:lnTo>
                    <a:pt x="1107490" y="27165"/>
                  </a:lnTo>
                  <a:lnTo>
                    <a:pt x="1097953" y="13042"/>
                  </a:lnTo>
                  <a:lnTo>
                    <a:pt x="1083830" y="3505"/>
                  </a:lnTo>
                  <a:lnTo>
                    <a:pt x="1066546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3742" y="445008"/>
                  </a:lnTo>
                  <a:lnTo>
                    <a:pt x="983742" y="749808"/>
                  </a:lnTo>
                  <a:lnTo>
                    <a:pt x="985939" y="760806"/>
                  </a:lnTo>
                  <a:lnTo>
                    <a:pt x="991971" y="769772"/>
                  </a:lnTo>
                  <a:lnTo>
                    <a:pt x="1000937" y="775804"/>
                  </a:lnTo>
                  <a:lnTo>
                    <a:pt x="1011936" y="778002"/>
                  </a:lnTo>
                  <a:lnTo>
                    <a:pt x="1237488" y="778002"/>
                  </a:lnTo>
                  <a:lnTo>
                    <a:pt x="1248473" y="775804"/>
                  </a:lnTo>
                  <a:lnTo>
                    <a:pt x="1257439" y="769772"/>
                  </a:lnTo>
                  <a:lnTo>
                    <a:pt x="1263472" y="760806"/>
                  </a:lnTo>
                  <a:lnTo>
                    <a:pt x="1265682" y="749808"/>
                  </a:lnTo>
                  <a:lnTo>
                    <a:pt x="1265682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924806" y="4222242"/>
              <a:ext cx="1111250" cy="445134"/>
            </a:xfrm>
            <a:custGeom>
              <a:avLst/>
              <a:gdLst/>
              <a:ahLst/>
              <a:cxnLst/>
              <a:rect l="l" t="t" r="r" b="b"/>
              <a:pathLst>
                <a:path w="1111250" h="445135">
                  <a:moveTo>
                    <a:pt x="0" y="44449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6546" y="0"/>
                  </a:lnTo>
                  <a:lnTo>
                    <a:pt x="1083831" y="3498"/>
                  </a:lnTo>
                  <a:lnTo>
                    <a:pt x="1097962" y="13033"/>
                  </a:lnTo>
                  <a:lnTo>
                    <a:pt x="1107497" y="27164"/>
                  </a:lnTo>
                  <a:lnTo>
                    <a:pt x="1110996" y="44449"/>
                  </a:lnTo>
                  <a:lnTo>
                    <a:pt x="1110996" y="400557"/>
                  </a:lnTo>
                  <a:lnTo>
                    <a:pt x="1107497" y="417843"/>
                  </a:lnTo>
                  <a:lnTo>
                    <a:pt x="1097962" y="431974"/>
                  </a:lnTo>
                  <a:lnTo>
                    <a:pt x="1083831" y="441509"/>
                  </a:lnTo>
                  <a:lnTo>
                    <a:pt x="1066546" y="445007"/>
                  </a:lnTo>
                  <a:lnTo>
                    <a:pt x="44450" y="445007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7"/>
                  </a:lnTo>
                  <a:lnTo>
                    <a:pt x="0" y="44449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256657" y="4179773"/>
            <a:ext cx="908685" cy="9188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P4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5"/>
              </a:spcBef>
            </a:pPr>
            <a:r>
              <a:rPr sz="2900" spc="-235" dirty="0">
                <a:latin typeface="Verdana"/>
                <a:cs typeface="Verdana"/>
              </a:rPr>
              <a:t>4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139941" y="4196841"/>
            <a:ext cx="1274445" cy="788670"/>
            <a:chOff x="6139941" y="4196841"/>
            <a:chExt cx="1274445" cy="788670"/>
          </a:xfrm>
        </p:grpSpPr>
        <p:sp>
          <p:nvSpPr>
            <p:cNvPr id="55" name="object 55"/>
            <p:cNvSpPr/>
            <p:nvPr/>
          </p:nvSpPr>
          <p:spPr>
            <a:xfrm>
              <a:off x="6150102" y="4207001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4" h="778510">
                  <a:moveTo>
                    <a:pt x="1264158" y="278892"/>
                  </a:moveTo>
                  <a:lnTo>
                    <a:pt x="1261948" y="267906"/>
                  </a:lnTo>
                  <a:lnTo>
                    <a:pt x="1255915" y="258940"/>
                  </a:lnTo>
                  <a:lnTo>
                    <a:pt x="1246949" y="252907"/>
                  </a:lnTo>
                  <a:lnTo>
                    <a:pt x="1235964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2218" y="445008"/>
                  </a:lnTo>
                  <a:lnTo>
                    <a:pt x="982218" y="749808"/>
                  </a:lnTo>
                  <a:lnTo>
                    <a:pt x="984415" y="760806"/>
                  </a:lnTo>
                  <a:lnTo>
                    <a:pt x="990447" y="769772"/>
                  </a:lnTo>
                  <a:lnTo>
                    <a:pt x="999413" y="775804"/>
                  </a:lnTo>
                  <a:lnTo>
                    <a:pt x="1010412" y="778002"/>
                  </a:lnTo>
                  <a:lnTo>
                    <a:pt x="1235964" y="778002"/>
                  </a:lnTo>
                  <a:lnTo>
                    <a:pt x="1246949" y="775804"/>
                  </a:lnTo>
                  <a:lnTo>
                    <a:pt x="1255915" y="769772"/>
                  </a:lnTo>
                  <a:lnTo>
                    <a:pt x="1261948" y="760806"/>
                  </a:lnTo>
                  <a:lnTo>
                    <a:pt x="1264158" y="749808"/>
                  </a:lnTo>
                  <a:lnTo>
                    <a:pt x="1264158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150101" y="420700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481064" y="4164838"/>
            <a:ext cx="908050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P4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5"/>
              </a:spcBef>
            </a:pPr>
            <a:r>
              <a:rPr sz="2900" spc="-235" dirty="0">
                <a:latin typeface="Verdana"/>
                <a:cs typeface="Verdana"/>
              </a:rPr>
              <a:t>5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042153" y="1763649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rlito"/>
                <a:cs typeface="Carlito"/>
              </a:rPr>
              <a:t>0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375906" y="4196841"/>
            <a:ext cx="1274445" cy="788670"/>
            <a:chOff x="7375906" y="4196841"/>
            <a:chExt cx="1274445" cy="788670"/>
          </a:xfrm>
        </p:grpSpPr>
        <p:sp>
          <p:nvSpPr>
            <p:cNvPr id="60" name="object 60"/>
            <p:cNvSpPr/>
            <p:nvPr/>
          </p:nvSpPr>
          <p:spPr>
            <a:xfrm>
              <a:off x="7386066" y="4207001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4" h="778510">
                  <a:moveTo>
                    <a:pt x="1264158" y="278765"/>
                  </a:moveTo>
                  <a:lnTo>
                    <a:pt x="1261948" y="267855"/>
                  </a:lnTo>
                  <a:lnTo>
                    <a:pt x="1255928" y="258927"/>
                  </a:lnTo>
                  <a:lnTo>
                    <a:pt x="1247013" y="252907"/>
                  </a:lnTo>
                  <a:lnTo>
                    <a:pt x="1236091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3742" y="445008"/>
                  </a:lnTo>
                  <a:lnTo>
                    <a:pt x="983742" y="749935"/>
                  </a:lnTo>
                  <a:lnTo>
                    <a:pt x="985939" y="760857"/>
                  </a:lnTo>
                  <a:lnTo>
                    <a:pt x="991958" y="769785"/>
                  </a:lnTo>
                  <a:lnTo>
                    <a:pt x="1000887" y="775804"/>
                  </a:lnTo>
                  <a:lnTo>
                    <a:pt x="1011809" y="778002"/>
                  </a:lnTo>
                  <a:lnTo>
                    <a:pt x="1236091" y="778002"/>
                  </a:lnTo>
                  <a:lnTo>
                    <a:pt x="1247013" y="775804"/>
                  </a:lnTo>
                  <a:lnTo>
                    <a:pt x="1255928" y="769785"/>
                  </a:lnTo>
                  <a:lnTo>
                    <a:pt x="1261948" y="760869"/>
                  </a:lnTo>
                  <a:lnTo>
                    <a:pt x="1264158" y="749935"/>
                  </a:lnTo>
                  <a:lnTo>
                    <a:pt x="1264158" y="278765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386066" y="420700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7717663" y="4164838"/>
            <a:ext cx="835025" cy="85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P6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140"/>
              </a:spcBef>
            </a:pPr>
            <a:r>
              <a:rPr sz="2400" spc="-200" dirty="0">
                <a:latin typeface="Verdana"/>
                <a:cs typeface="Verdana"/>
              </a:rPr>
              <a:t>9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8606028" y="4180332"/>
            <a:ext cx="1274445" cy="786765"/>
            <a:chOff x="8606028" y="4180332"/>
            <a:chExt cx="1274445" cy="786765"/>
          </a:xfrm>
        </p:grpSpPr>
        <p:sp>
          <p:nvSpPr>
            <p:cNvPr id="64" name="object 64"/>
            <p:cNvSpPr/>
            <p:nvPr/>
          </p:nvSpPr>
          <p:spPr>
            <a:xfrm>
              <a:off x="8615934" y="4190237"/>
              <a:ext cx="1264285" cy="776605"/>
            </a:xfrm>
            <a:custGeom>
              <a:avLst/>
              <a:gdLst/>
              <a:ahLst/>
              <a:cxnLst/>
              <a:rect l="l" t="t" r="r" b="b"/>
              <a:pathLst>
                <a:path w="1264284" h="776604">
                  <a:moveTo>
                    <a:pt x="1264158" y="277368"/>
                  </a:moveTo>
                  <a:lnTo>
                    <a:pt x="1261948" y="266382"/>
                  </a:lnTo>
                  <a:lnTo>
                    <a:pt x="1255915" y="257416"/>
                  </a:lnTo>
                  <a:lnTo>
                    <a:pt x="1246949" y="251383"/>
                  </a:lnTo>
                  <a:lnTo>
                    <a:pt x="1235964" y="249174"/>
                  </a:lnTo>
                  <a:lnTo>
                    <a:pt x="1109472" y="249174"/>
                  </a:lnTo>
                  <a:lnTo>
                    <a:pt x="1109472" y="44323"/>
                  </a:lnTo>
                  <a:lnTo>
                    <a:pt x="1105992" y="27063"/>
                  </a:lnTo>
                  <a:lnTo>
                    <a:pt x="1096492" y="12979"/>
                  </a:lnTo>
                  <a:lnTo>
                    <a:pt x="1082408" y="3479"/>
                  </a:lnTo>
                  <a:lnTo>
                    <a:pt x="1065149" y="0"/>
                  </a:lnTo>
                  <a:lnTo>
                    <a:pt x="44323" y="0"/>
                  </a:lnTo>
                  <a:lnTo>
                    <a:pt x="27051" y="3479"/>
                  </a:lnTo>
                  <a:lnTo>
                    <a:pt x="12966" y="12979"/>
                  </a:lnTo>
                  <a:lnTo>
                    <a:pt x="3467" y="27063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67" y="416433"/>
                  </a:lnTo>
                  <a:lnTo>
                    <a:pt x="12966" y="430517"/>
                  </a:lnTo>
                  <a:lnTo>
                    <a:pt x="27051" y="440016"/>
                  </a:lnTo>
                  <a:lnTo>
                    <a:pt x="44323" y="443484"/>
                  </a:lnTo>
                  <a:lnTo>
                    <a:pt x="982218" y="443484"/>
                  </a:lnTo>
                  <a:lnTo>
                    <a:pt x="982218" y="748284"/>
                  </a:lnTo>
                  <a:lnTo>
                    <a:pt x="984415" y="759282"/>
                  </a:lnTo>
                  <a:lnTo>
                    <a:pt x="990447" y="768248"/>
                  </a:lnTo>
                  <a:lnTo>
                    <a:pt x="999413" y="774280"/>
                  </a:lnTo>
                  <a:lnTo>
                    <a:pt x="1010412" y="776478"/>
                  </a:lnTo>
                  <a:lnTo>
                    <a:pt x="1235964" y="776478"/>
                  </a:lnTo>
                  <a:lnTo>
                    <a:pt x="1246949" y="774280"/>
                  </a:lnTo>
                  <a:lnTo>
                    <a:pt x="1255915" y="768248"/>
                  </a:lnTo>
                  <a:lnTo>
                    <a:pt x="1261948" y="759282"/>
                  </a:lnTo>
                  <a:lnTo>
                    <a:pt x="1264158" y="748284"/>
                  </a:lnTo>
                  <a:lnTo>
                    <a:pt x="1264158" y="277368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615934" y="4190238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0" y="44323"/>
                  </a:moveTo>
                  <a:lnTo>
                    <a:pt x="3478" y="27056"/>
                  </a:lnTo>
                  <a:lnTo>
                    <a:pt x="12969" y="12969"/>
                  </a:lnTo>
                  <a:lnTo>
                    <a:pt x="27056" y="3478"/>
                  </a:lnTo>
                  <a:lnTo>
                    <a:pt x="44323" y="0"/>
                  </a:lnTo>
                  <a:lnTo>
                    <a:pt x="1065149" y="0"/>
                  </a:lnTo>
                  <a:lnTo>
                    <a:pt x="1082415" y="3478"/>
                  </a:lnTo>
                  <a:lnTo>
                    <a:pt x="1096502" y="12969"/>
                  </a:lnTo>
                  <a:lnTo>
                    <a:pt x="1105993" y="27056"/>
                  </a:lnTo>
                  <a:lnTo>
                    <a:pt x="1109472" y="44323"/>
                  </a:lnTo>
                  <a:lnTo>
                    <a:pt x="1109472" y="399161"/>
                  </a:lnTo>
                  <a:lnTo>
                    <a:pt x="1105993" y="416427"/>
                  </a:lnTo>
                  <a:lnTo>
                    <a:pt x="1096502" y="430514"/>
                  </a:lnTo>
                  <a:lnTo>
                    <a:pt x="1082415" y="440005"/>
                  </a:lnTo>
                  <a:lnTo>
                    <a:pt x="1065149" y="443484"/>
                  </a:lnTo>
                  <a:lnTo>
                    <a:pt x="44323" y="443484"/>
                  </a:lnTo>
                  <a:lnTo>
                    <a:pt x="27056" y="440005"/>
                  </a:lnTo>
                  <a:lnTo>
                    <a:pt x="12969" y="430514"/>
                  </a:lnTo>
                  <a:lnTo>
                    <a:pt x="3478" y="416427"/>
                  </a:lnTo>
                  <a:lnTo>
                    <a:pt x="0" y="399161"/>
                  </a:lnTo>
                  <a:lnTo>
                    <a:pt x="0" y="4432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8947150" y="4147184"/>
            <a:ext cx="918844" cy="85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P4</a:t>
            </a:r>
            <a:endParaRPr sz="2900">
              <a:latin typeface="Verdana"/>
              <a:cs typeface="Verdana"/>
            </a:endParaRPr>
          </a:p>
          <a:p>
            <a:pPr marL="567055">
              <a:lnSpc>
                <a:spcPct val="100000"/>
              </a:lnSpc>
              <a:spcBef>
                <a:spcPts val="140"/>
              </a:spcBef>
            </a:pPr>
            <a:r>
              <a:rPr sz="2400" spc="-200" dirty="0">
                <a:latin typeface="Verdana"/>
                <a:cs typeface="Verdana"/>
              </a:rPr>
              <a:t>11</a:t>
            </a:r>
            <a:endParaRPr sz="24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461158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07947" y="4215129"/>
            <a:ext cx="1407160" cy="786765"/>
            <a:chOff x="1107947" y="4215129"/>
            <a:chExt cx="1407160" cy="786765"/>
          </a:xfrm>
        </p:grpSpPr>
        <p:sp>
          <p:nvSpPr>
            <p:cNvPr id="3" name="object 3"/>
            <p:cNvSpPr/>
            <p:nvPr/>
          </p:nvSpPr>
          <p:spPr>
            <a:xfrm>
              <a:off x="1107948" y="4225289"/>
              <a:ext cx="1407160" cy="776605"/>
            </a:xfrm>
            <a:custGeom>
              <a:avLst/>
              <a:gdLst/>
              <a:ahLst/>
              <a:cxnLst/>
              <a:rect l="l" t="t" r="r" b="b"/>
              <a:pathLst>
                <a:path w="1407160" h="776604">
                  <a:moveTo>
                    <a:pt x="1406652" y="278892"/>
                  </a:moveTo>
                  <a:lnTo>
                    <a:pt x="1404442" y="267906"/>
                  </a:lnTo>
                  <a:lnTo>
                    <a:pt x="1398409" y="258940"/>
                  </a:lnTo>
                  <a:lnTo>
                    <a:pt x="1389443" y="252907"/>
                  </a:lnTo>
                  <a:lnTo>
                    <a:pt x="1378458" y="250698"/>
                  </a:lnTo>
                  <a:lnTo>
                    <a:pt x="1251966" y="250698"/>
                  </a:lnTo>
                  <a:lnTo>
                    <a:pt x="1251966" y="44450"/>
                  </a:lnTo>
                  <a:lnTo>
                    <a:pt x="1248460" y="27165"/>
                  </a:lnTo>
                  <a:lnTo>
                    <a:pt x="1238923" y="13042"/>
                  </a:lnTo>
                  <a:lnTo>
                    <a:pt x="1224800" y="3505"/>
                  </a:lnTo>
                  <a:lnTo>
                    <a:pt x="1207516" y="0"/>
                  </a:lnTo>
                  <a:lnTo>
                    <a:pt x="186944" y="0"/>
                  </a:lnTo>
                  <a:lnTo>
                    <a:pt x="169646" y="3505"/>
                  </a:lnTo>
                  <a:lnTo>
                    <a:pt x="155524" y="13042"/>
                  </a:lnTo>
                  <a:lnTo>
                    <a:pt x="145986" y="27165"/>
                  </a:lnTo>
                  <a:lnTo>
                    <a:pt x="142494" y="44450"/>
                  </a:lnTo>
                  <a:lnTo>
                    <a:pt x="142494" y="250698"/>
                  </a:lnTo>
                  <a:lnTo>
                    <a:pt x="28194" y="250698"/>
                  </a:lnTo>
                  <a:lnTo>
                    <a:pt x="17208" y="252907"/>
                  </a:lnTo>
                  <a:lnTo>
                    <a:pt x="8255" y="258940"/>
                  </a:lnTo>
                  <a:lnTo>
                    <a:pt x="2209" y="267906"/>
                  </a:lnTo>
                  <a:lnTo>
                    <a:pt x="0" y="278892"/>
                  </a:lnTo>
                  <a:lnTo>
                    <a:pt x="0" y="748284"/>
                  </a:lnTo>
                  <a:lnTo>
                    <a:pt x="2209" y="759282"/>
                  </a:lnTo>
                  <a:lnTo>
                    <a:pt x="8255" y="768248"/>
                  </a:lnTo>
                  <a:lnTo>
                    <a:pt x="17208" y="774280"/>
                  </a:lnTo>
                  <a:lnTo>
                    <a:pt x="28194" y="776478"/>
                  </a:lnTo>
                  <a:lnTo>
                    <a:pt x="253746" y="776478"/>
                  </a:lnTo>
                  <a:lnTo>
                    <a:pt x="264731" y="774280"/>
                  </a:lnTo>
                  <a:lnTo>
                    <a:pt x="273697" y="768248"/>
                  </a:lnTo>
                  <a:lnTo>
                    <a:pt x="279730" y="759282"/>
                  </a:lnTo>
                  <a:lnTo>
                    <a:pt x="281940" y="748284"/>
                  </a:lnTo>
                  <a:lnTo>
                    <a:pt x="281940" y="445008"/>
                  </a:lnTo>
                  <a:lnTo>
                    <a:pt x="1124712" y="445008"/>
                  </a:lnTo>
                  <a:lnTo>
                    <a:pt x="1124712" y="748284"/>
                  </a:lnTo>
                  <a:lnTo>
                    <a:pt x="1126909" y="759282"/>
                  </a:lnTo>
                  <a:lnTo>
                    <a:pt x="1132941" y="768248"/>
                  </a:lnTo>
                  <a:lnTo>
                    <a:pt x="1141907" y="774280"/>
                  </a:lnTo>
                  <a:lnTo>
                    <a:pt x="1152906" y="776478"/>
                  </a:lnTo>
                  <a:lnTo>
                    <a:pt x="1378458" y="776478"/>
                  </a:lnTo>
                  <a:lnTo>
                    <a:pt x="1389443" y="774280"/>
                  </a:lnTo>
                  <a:lnTo>
                    <a:pt x="1398409" y="768248"/>
                  </a:lnTo>
                  <a:lnTo>
                    <a:pt x="1404442" y="759282"/>
                  </a:lnTo>
                  <a:lnTo>
                    <a:pt x="1406652" y="748284"/>
                  </a:lnTo>
                  <a:lnTo>
                    <a:pt x="1406652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50441" y="4225289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80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34262" y="4182313"/>
            <a:ext cx="1355090" cy="918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  <a:tabLst>
                <a:tab pos="1124585" algn="l"/>
              </a:tabLst>
            </a:pPr>
            <a:r>
              <a:rPr sz="2900" spc="-235" dirty="0">
                <a:latin typeface="Verdana"/>
                <a:cs typeface="Verdana"/>
              </a:rPr>
              <a:t>0	1</a:t>
            </a:r>
            <a:endParaRPr sz="2900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76008" y="240411"/>
          <a:ext cx="3977639" cy="2792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44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944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91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Pno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Priority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160" dirty="0">
                          <a:latin typeface="Carlito"/>
                          <a:cs typeface="Carlito"/>
                        </a:rPr>
                        <a:t>AT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45" dirty="0">
                          <a:latin typeface="Carlito"/>
                          <a:cs typeface="Carlito"/>
                        </a:rPr>
                        <a:t>BT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2(L)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8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12</a:t>
                      </a:r>
                      <a:r>
                        <a:rPr sz="2000" b="1" spc="-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b="1" dirty="0">
                          <a:latin typeface="Carlito"/>
                          <a:cs typeface="Carlito"/>
                        </a:rPr>
                        <a:t>(H)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P7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9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5819902" y="1042161"/>
            <a:ext cx="674370" cy="845185"/>
            <a:chOff x="5819902" y="1042161"/>
            <a:chExt cx="674370" cy="845185"/>
          </a:xfrm>
        </p:grpSpPr>
        <p:sp>
          <p:nvSpPr>
            <p:cNvPr id="8" name="object 8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548639" y="0"/>
                  </a:moveTo>
                  <a:lnTo>
                    <a:pt x="105155" y="0"/>
                  </a:lnTo>
                  <a:lnTo>
                    <a:pt x="86263" y="6640"/>
                  </a:lnTo>
                  <a:lnTo>
                    <a:pt x="52098" y="56275"/>
                  </a:lnTo>
                  <a:lnTo>
                    <a:pt x="37420" y="96942"/>
                  </a:lnTo>
                  <a:lnTo>
                    <a:pt x="24743" y="146624"/>
                  </a:lnTo>
                  <a:lnTo>
                    <a:pt x="14365" y="204159"/>
                  </a:lnTo>
                  <a:lnTo>
                    <a:pt x="6583" y="268382"/>
                  </a:lnTo>
                  <a:lnTo>
                    <a:pt x="1695" y="338131"/>
                  </a:lnTo>
                  <a:lnTo>
                    <a:pt x="0" y="412241"/>
                  </a:lnTo>
                  <a:lnTo>
                    <a:pt x="1695" y="486352"/>
                  </a:lnTo>
                  <a:lnTo>
                    <a:pt x="6583" y="556101"/>
                  </a:lnTo>
                  <a:lnTo>
                    <a:pt x="14365" y="620324"/>
                  </a:lnTo>
                  <a:lnTo>
                    <a:pt x="24743" y="677859"/>
                  </a:lnTo>
                  <a:lnTo>
                    <a:pt x="37420" y="727541"/>
                  </a:lnTo>
                  <a:lnTo>
                    <a:pt x="52098" y="768208"/>
                  </a:lnTo>
                  <a:lnTo>
                    <a:pt x="86263" y="817843"/>
                  </a:lnTo>
                  <a:lnTo>
                    <a:pt x="105155" y="824483"/>
                  </a:lnTo>
                  <a:lnTo>
                    <a:pt x="548639" y="824483"/>
                  </a:lnTo>
                  <a:lnTo>
                    <a:pt x="585317" y="798697"/>
                  </a:lnTo>
                  <a:lnTo>
                    <a:pt x="616375" y="727541"/>
                  </a:lnTo>
                  <a:lnTo>
                    <a:pt x="629052" y="677859"/>
                  </a:lnTo>
                  <a:lnTo>
                    <a:pt x="639430" y="620324"/>
                  </a:lnTo>
                  <a:lnTo>
                    <a:pt x="647212" y="556101"/>
                  </a:lnTo>
                  <a:lnTo>
                    <a:pt x="652100" y="486352"/>
                  </a:lnTo>
                  <a:lnTo>
                    <a:pt x="653796" y="412241"/>
                  </a:lnTo>
                  <a:lnTo>
                    <a:pt x="652100" y="338131"/>
                  </a:lnTo>
                  <a:lnTo>
                    <a:pt x="647212" y="268382"/>
                  </a:lnTo>
                  <a:lnTo>
                    <a:pt x="639430" y="204159"/>
                  </a:lnTo>
                  <a:lnTo>
                    <a:pt x="629052" y="146624"/>
                  </a:lnTo>
                  <a:lnTo>
                    <a:pt x="616375" y="96942"/>
                  </a:lnTo>
                  <a:lnTo>
                    <a:pt x="601697" y="56275"/>
                  </a:lnTo>
                  <a:lnTo>
                    <a:pt x="567532" y="6640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105155" y="0"/>
                  </a:moveTo>
                  <a:lnTo>
                    <a:pt x="548639" y="0"/>
                  </a:lnTo>
                  <a:lnTo>
                    <a:pt x="567532" y="6640"/>
                  </a:lnTo>
                  <a:lnTo>
                    <a:pt x="601697" y="56275"/>
                  </a:lnTo>
                  <a:lnTo>
                    <a:pt x="616375" y="96942"/>
                  </a:lnTo>
                  <a:lnTo>
                    <a:pt x="629052" y="146624"/>
                  </a:lnTo>
                  <a:lnTo>
                    <a:pt x="639430" y="204159"/>
                  </a:lnTo>
                  <a:lnTo>
                    <a:pt x="647212" y="268382"/>
                  </a:lnTo>
                  <a:lnTo>
                    <a:pt x="652100" y="338131"/>
                  </a:lnTo>
                  <a:lnTo>
                    <a:pt x="653796" y="412241"/>
                  </a:lnTo>
                  <a:lnTo>
                    <a:pt x="652100" y="486352"/>
                  </a:lnTo>
                  <a:lnTo>
                    <a:pt x="647212" y="556101"/>
                  </a:lnTo>
                  <a:lnTo>
                    <a:pt x="639430" y="620324"/>
                  </a:lnTo>
                  <a:lnTo>
                    <a:pt x="629052" y="677859"/>
                  </a:lnTo>
                  <a:lnTo>
                    <a:pt x="616375" y="727541"/>
                  </a:lnTo>
                  <a:lnTo>
                    <a:pt x="601697" y="768208"/>
                  </a:lnTo>
                  <a:lnTo>
                    <a:pt x="567532" y="817843"/>
                  </a:lnTo>
                  <a:lnTo>
                    <a:pt x="548639" y="824483"/>
                  </a:lnTo>
                  <a:lnTo>
                    <a:pt x="105155" y="824483"/>
                  </a:lnTo>
                  <a:lnTo>
                    <a:pt x="68478" y="798697"/>
                  </a:lnTo>
                  <a:lnTo>
                    <a:pt x="37420" y="727541"/>
                  </a:lnTo>
                  <a:lnTo>
                    <a:pt x="24743" y="677859"/>
                  </a:lnTo>
                  <a:lnTo>
                    <a:pt x="14365" y="620324"/>
                  </a:lnTo>
                  <a:lnTo>
                    <a:pt x="6583" y="556101"/>
                  </a:lnTo>
                  <a:lnTo>
                    <a:pt x="1695" y="486352"/>
                  </a:lnTo>
                  <a:lnTo>
                    <a:pt x="0" y="412241"/>
                  </a:lnTo>
                  <a:lnTo>
                    <a:pt x="1695" y="338131"/>
                  </a:lnTo>
                  <a:lnTo>
                    <a:pt x="6583" y="268382"/>
                  </a:lnTo>
                  <a:lnTo>
                    <a:pt x="14365" y="204159"/>
                  </a:lnTo>
                  <a:lnTo>
                    <a:pt x="24743" y="146624"/>
                  </a:lnTo>
                  <a:lnTo>
                    <a:pt x="37420" y="96942"/>
                  </a:lnTo>
                  <a:lnTo>
                    <a:pt x="52098" y="56275"/>
                  </a:lnTo>
                  <a:lnTo>
                    <a:pt x="86263" y="6640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16244" y="1309496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89521" y="1020825"/>
            <a:ext cx="674370" cy="846455"/>
            <a:chOff x="6589521" y="1020825"/>
            <a:chExt cx="674370" cy="846455"/>
          </a:xfrm>
        </p:grpSpPr>
        <p:sp>
          <p:nvSpPr>
            <p:cNvPr id="12" name="object 12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6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6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6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6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6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86118" y="1151890"/>
            <a:ext cx="281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P2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400543" y="1021080"/>
            <a:ext cx="673735" cy="845819"/>
            <a:chOff x="7400543" y="1021080"/>
            <a:chExt cx="673735" cy="845819"/>
          </a:xfrm>
        </p:grpSpPr>
        <p:sp>
          <p:nvSpPr>
            <p:cNvPr id="16" name="object 16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5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5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5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5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597520" y="1014729"/>
            <a:ext cx="2819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P3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212835" y="833627"/>
            <a:ext cx="715010" cy="1033780"/>
            <a:chOff x="8212835" y="833627"/>
            <a:chExt cx="715010" cy="1033780"/>
          </a:xfrm>
        </p:grpSpPr>
        <p:sp>
          <p:nvSpPr>
            <p:cNvPr id="20" name="object 20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583183" y="0"/>
                  </a:moveTo>
                  <a:lnTo>
                    <a:pt x="111759" y="0"/>
                  </a:lnTo>
                  <a:lnTo>
                    <a:pt x="95245" y="5493"/>
                  </a:lnTo>
                  <a:lnTo>
                    <a:pt x="64645" y="47088"/>
                  </a:lnTo>
                  <a:lnTo>
                    <a:pt x="38437" y="124275"/>
                  </a:lnTo>
                  <a:lnTo>
                    <a:pt x="27413" y="174258"/>
                  </a:lnTo>
                  <a:lnTo>
                    <a:pt x="18005" y="230788"/>
                  </a:lnTo>
                  <a:lnTo>
                    <a:pt x="10387" y="293084"/>
                  </a:lnTo>
                  <a:lnTo>
                    <a:pt x="4731" y="360361"/>
                  </a:lnTo>
                  <a:lnTo>
                    <a:pt x="1211" y="431838"/>
                  </a:lnTo>
                  <a:lnTo>
                    <a:pt x="0" y="506729"/>
                  </a:lnTo>
                  <a:lnTo>
                    <a:pt x="1211" y="581621"/>
                  </a:lnTo>
                  <a:lnTo>
                    <a:pt x="4731" y="653098"/>
                  </a:lnTo>
                  <a:lnTo>
                    <a:pt x="10387" y="720375"/>
                  </a:lnTo>
                  <a:lnTo>
                    <a:pt x="18005" y="782671"/>
                  </a:lnTo>
                  <a:lnTo>
                    <a:pt x="27413" y="839201"/>
                  </a:lnTo>
                  <a:lnTo>
                    <a:pt x="38437" y="889184"/>
                  </a:lnTo>
                  <a:lnTo>
                    <a:pt x="50906" y="931834"/>
                  </a:lnTo>
                  <a:lnTo>
                    <a:pt x="79482" y="992009"/>
                  </a:lnTo>
                  <a:lnTo>
                    <a:pt x="111759" y="1013460"/>
                  </a:lnTo>
                  <a:lnTo>
                    <a:pt x="583183" y="1013460"/>
                  </a:lnTo>
                  <a:lnTo>
                    <a:pt x="615461" y="992009"/>
                  </a:lnTo>
                  <a:lnTo>
                    <a:pt x="644037" y="931834"/>
                  </a:lnTo>
                  <a:lnTo>
                    <a:pt x="656506" y="889184"/>
                  </a:lnTo>
                  <a:lnTo>
                    <a:pt x="667530" y="839201"/>
                  </a:lnTo>
                  <a:lnTo>
                    <a:pt x="676938" y="782671"/>
                  </a:lnTo>
                  <a:lnTo>
                    <a:pt x="684556" y="720375"/>
                  </a:lnTo>
                  <a:lnTo>
                    <a:pt x="690212" y="653098"/>
                  </a:lnTo>
                  <a:lnTo>
                    <a:pt x="693732" y="581621"/>
                  </a:lnTo>
                  <a:lnTo>
                    <a:pt x="694943" y="506729"/>
                  </a:lnTo>
                  <a:lnTo>
                    <a:pt x="693732" y="431838"/>
                  </a:lnTo>
                  <a:lnTo>
                    <a:pt x="690212" y="360361"/>
                  </a:lnTo>
                  <a:lnTo>
                    <a:pt x="684556" y="293084"/>
                  </a:lnTo>
                  <a:lnTo>
                    <a:pt x="676938" y="230788"/>
                  </a:lnTo>
                  <a:lnTo>
                    <a:pt x="667530" y="174258"/>
                  </a:lnTo>
                  <a:lnTo>
                    <a:pt x="656506" y="124275"/>
                  </a:lnTo>
                  <a:lnTo>
                    <a:pt x="644037" y="81625"/>
                  </a:lnTo>
                  <a:lnTo>
                    <a:pt x="615461" y="2145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111759" y="0"/>
                  </a:moveTo>
                  <a:lnTo>
                    <a:pt x="583183" y="0"/>
                  </a:lnTo>
                  <a:lnTo>
                    <a:pt x="599698" y="5493"/>
                  </a:lnTo>
                  <a:lnTo>
                    <a:pt x="630298" y="47088"/>
                  </a:lnTo>
                  <a:lnTo>
                    <a:pt x="656506" y="124275"/>
                  </a:lnTo>
                  <a:lnTo>
                    <a:pt x="667530" y="174258"/>
                  </a:lnTo>
                  <a:lnTo>
                    <a:pt x="676938" y="230788"/>
                  </a:lnTo>
                  <a:lnTo>
                    <a:pt x="684556" y="293084"/>
                  </a:lnTo>
                  <a:lnTo>
                    <a:pt x="690212" y="360361"/>
                  </a:lnTo>
                  <a:lnTo>
                    <a:pt x="693732" y="431838"/>
                  </a:lnTo>
                  <a:lnTo>
                    <a:pt x="694943" y="506729"/>
                  </a:lnTo>
                  <a:lnTo>
                    <a:pt x="693732" y="581621"/>
                  </a:lnTo>
                  <a:lnTo>
                    <a:pt x="690212" y="653098"/>
                  </a:lnTo>
                  <a:lnTo>
                    <a:pt x="684556" y="720375"/>
                  </a:lnTo>
                  <a:lnTo>
                    <a:pt x="676938" y="782671"/>
                  </a:lnTo>
                  <a:lnTo>
                    <a:pt x="667530" y="839201"/>
                  </a:lnTo>
                  <a:lnTo>
                    <a:pt x="656506" y="889184"/>
                  </a:lnTo>
                  <a:lnTo>
                    <a:pt x="644037" y="931834"/>
                  </a:lnTo>
                  <a:lnTo>
                    <a:pt x="615461" y="992009"/>
                  </a:lnTo>
                  <a:lnTo>
                    <a:pt x="583183" y="1013460"/>
                  </a:lnTo>
                  <a:lnTo>
                    <a:pt x="111759" y="1013460"/>
                  </a:lnTo>
                  <a:lnTo>
                    <a:pt x="79482" y="992009"/>
                  </a:lnTo>
                  <a:lnTo>
                    <a:pt x="50906" y="931834"/>
                  </a:lnTo>
                  <a:lnTo>
                    <a:pt x="38437" y="889184"/>
                  </a:lnTo>
                  <a:lnTo>
                    <a:pt x="27413" y="839201"/>
                  </a:lnTo>
                  <a:lnTo>
                    <a:pt x="18005" y="782671"/>
                  </a:lnTo>
                  <a:lnTo>
                    <a:pt x="10387" y="720375"/>
                  </a:lnTo>
                  <a:lnTo>
                    <a:pt x="4731" y="653098"/>
                  </a:lnTo>
                  <a:lnTo>
                    <a:pt x="1211" y="581621"/>
                  </a:lnTo>
                  <a:lnTo>
                    <a:pt x="0" y="506729"/>
                  </a:lnTo>
                  <a:lnTo>
                    <a:pt x="1211" y="431838"/>
                  </a:lnTo>
                  <a:lnTo>
                    <a:pt x="4731" y="360361"/>
                  </a:lnTo>
                  <a:lnTo>
                    <a:pt x="10387" y="293084"/>
                  </a:lnTo>
                  <a:lnTo>
                    <a:pt x="18005" y="230788"/>
                  </a:lnTo>
                  <a:lnTo>
                    <a:pt x="27413" y="174258"/>
                  </a:lnTo>
                  <a:lnTo>
                    <a:pt x="38437" y="124275"/>
                  </a:lnTo>
                  <a:lnTo>
                    <a:pt x="50906" y="81625"/>
                  </a:lnTo>
                  <a:lnTo>
                    <a:pt x="79482" y="21450"/>
                  </a:lnTo>
                  <a:lnTo>
                    <a:pt x="111759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428735" y="783463"/>
            <a:ext cx="2819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P4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023604" y="475487"/>
            <a:ext cx="715010" cy="1391920"/>
            <a:chOff x="9023604" y="475487"/>
            <a:chExt cx="715010" cy="1391920"/>
          </a:xfrm>
        </p:grpSpPr>
        <p:sp>
          <p:nvSpPr>
            <p:cNvPr id="24" name="object 24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583184" y="0"/>
                  </a:moveTo>
                  <a:lnTo>
                    <a:pt x="111760" y="0"/>
                  </a:lnTo>
                  <a:lnTo>
                    <a:pt x="99582" y="4024"/>
                  </a:lnTo>
                  <a:lnTo>
                    <a:pt x="76435" y="34966"/>
                  </a:lnTo>
                  <a:lnTo>
                    <a:pt x="55353" y="93641"/>
                  </a:lnTo>
                  <a:lnTo>
                    <a:pt x="45756" y="132331"/>
                  </a:lnTo>
                  <a:lnTo>
                    <a:pt x="36880" y="176700"/>
                  </a:lnTo>
                  <a:lnTo>
                    <a:pt x="28793" y="226326"/>
                  </a:lnTo>
                  <a:lnTo>
                    <a:pt x="21563" y="280793"/>
                  </a:lnTo>
                  <a:lnTo>
                    <a:pt x="15258" y="339682"/>
                  </a:lnTo>
                  <a:lnTo>
                    <a:pt x="9947" y="402574"/>
                  </a:lnTo>
                  <a:lnTo>
                    <a:pt x="5697" y="469050"/>
                  </a:lnTo>
                  <a:lnTo>
                    <a:pt x="2577" y="538692"/>
                  </a:lnTo>
                  <a:lnTo>
                    <a:pt x="655" y="611082"/>
                  </a:lnTo>
                  <a:lnTo>
                    <a:pt x="0" y="685800"/>
                  </a:lnTo>
                  <a:lnTo>
                    <a:pt x="655" y="760517"/>
                  </a:lnTo>
                  <a:lnTo>
                    <a:pt x="2577" y="832907"/>
                  </a:lnTo>
                  <a:lnTo>
                    <a:pt x="5697" y="902549"/>
                  </a:lnTo>
                  <a:lnTo>
                    <a:pt x="9947" y="969025"/>
                  </a:lnTo>
                  <a:lnTo>
                    <a:pt x="15258" y="1031917"/>
                  </a:lnTo>
                  <a:lnTo>
                    <a:pt x="21563" y="1090806"/>
                  </a:lnTo>
                  <a:lnTo>
                    <a:pt x="28793" y="1145273"/>
                  </a:lnTo>
                  <a:lnTo>
                    <a:pt x="36880" y="1194899"/>
                  </a:lnTo>
                  <a:lnTo>
                    <a:pt x="45756" y="1239268"/>
                  </a:lnTo>
                  <a:lnTo>
                    <a:pt x="55353" y="1277958"/>
                  </a:lnTo>
                  <a:lnTo>
                    <a:pt x="76435" y="1336633"/>
                  </a:lnTo>
                  <a:lnTo>
                    <a:pt x="99582" y="1367575"/>
                  </a:lnTo>
                  <a:lnTo>
                    <a:pt x="111760" y="1371600"/>
                  </a:lnTo>
                  <a:lnTo>
                    <a:pt x="583184" y="1371600"/>
                  </a:lnTo>
                  <a:lnTo>
                    <a:pt x="618508" y="1336633"/>
                  </a:lnTo>
                  <a:lnTo>
                    <a:pt x="639590" y="1277958"/>
                  </a:lnTo>
                  <a:lnTo>
                    <a:pt x="649187" y="1239268"/>
                  </a:lnTo>
                  <a:lnTo>
                    <a:pt x="658063" y="1194899"/>
                  </a:lnTo>
                  <a:lnTo>
                    <a:pt x="666150" y="1145273"/>
                  </a:lnTo>
                  <a:lnTo>
                    <a:pt x="673380" y="1090806"/>
                  </a:lnTo>
                  <a:lnTo>
                    <a:pt x="679685" y="1031917"/>
                  </a:lnTo>
                  <a:lnTo>
                    <a:pt x="684996" y="969025"/>
                  </a:lnTo>
                  <a:lnTo>
                    <a:pt x="689246" y="902549"/>
                  </a:lnTo>
                  <a:lnTo>
                    <a:pt x="692366" y="832907"/>
                  </a:lnTo>
                  <a:lnTo>
                    <a:pt x="694288" y="760517"/>
                  </a:lnTo>
                  <a:lnTo>
                    <a:pt x="694944" y="685800"/>
                  </a:lnTo>
                  <a:lnTo>
                    <a:pt x="694288" y="611082"/>
                  </a:lnTo>
                  <a:lnTo>
                    <a:pt x="692366" y="538692"/>
                  </a:lnTo>
                  <a:lnTo>
                    <a:pt x="689246" y="469050"/>
                  </a:lnTo>
                  <a:lnTo>
                    <a:pt x="684996" y="402574"/>
                  </a:lnTo>
                  <a:lnTo>
                    <a:pt x="679685" y="339682"/>
                  </a:lnTo>
                  <a:lnTo>
                    <a:pt x="673380" y="280793"/>
                  </a:lnTo>
                  <a:lnTo>
                    <a:pt x="666150" y="226326"/>
                  </a:lnTo>
                  <a:lnTo>
                    <a:pt x="658063" y="176700"/>
                  </a:lnTo>
                  <a:lnTo>
                    <a:pt x="649187" y="132331"/>
                  </a:lnTo>
                  <a:lnTo>
                    <a:pt x="639590" y="93641"/>
                  </a:lnTo>
                  <a:lnTo>
                    <a:pt x="618508" y="34966"/>
                  </a:lnTo>
                  <a:lnTo>
                    <a:pt x="595361" y="402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111760" y="0"/>
                  </a:moveTo>
                  <a:lnTo>
                    <a:pt x="583184" y="0"/>
                  </a:lnTo>
                  <a:lnTo>
                    <a:pt x="595361" y="4024"/>
                  </a:lnTo>
                  <a:lnTo>
                    <a:pt x="618508" y="34966"/>
                  </a:lnTo>
                  <a:lnTo>
                    <a:pt x="639590" y="93641"/>
                  </a:lnTo>
                  <a:lnTo>
                    <a:pt x="649187" y="132331"/>
                  </a:lnTo>
                  <a:lnTo>
                    <a:pt x="658063" y="176700"/>
                  </a:lnTo>
                  <a:lnTo>
                    <a:pt x="666150" y="226326"/>
                  </a:lnTo>
                  <a:lnTo>
                    <a:pt x="673380" y="280793"/>
                  </a:lnTo>
                  <a:lnTo>
                    <a:pt x="679685" y="339682"/>
                  </a:lnTo>
                  <a:lnTo>
                    <a:pt x="684996" y="402574"/>
                  </a:lnTo>
                  <a:lnTo>
                    <a:pt x="689246" y="469050"/>
                  </a:lnTo>
                  <a:lnTo>
                    <a:pt x="692366" y="538692"/>
                  </a:lnTo>
                  <a:lnTo>
                    <a:pt x="694288" y="611082"/>
                  </a:lnTo>
                  <a:lnTo>
                    <a:pt x="694944" y="685800"/>
                  </a:lnTo>
                  <a:lnTo>
                    <a:pt x="694288" y="760517"/>
                  </a:lnTo>
                  <a:lnTo>
                    <a:pt x="692366" y="832907"/>
                  </a:lnTo>
                  <a:lnTo>
                    <a:pt x="689246" y="902549"/>
                  </a:lnTo>
                  <a:lnTo>
                    <a:pt x="684996" y="969025"/>
                  </a:lnTo>
                  <a:lnTo>
                    <a:pt x="679685" y="1031917"/>
                  </a:lnTo>
                  <a:lnTo>
                    <a:pt x="673380" y="1090806"/>
                  </a:lnTo>
                  <a:lnTo>
                    <a:pt x="666150" y="1145273"/>
                  </a:lnTo>
                  <a:lnTo>
                    <a:pt x="658063" y="1194899"/>
                  </a:lnTo>
                  <a:lnTo>
                    <a:pt x="649187" y="1239268"/>
                  </a:lnTo>
                  <a:lnTo>
                    <a:pt x="639590" y="1277958"/>
                  </a:lnTo>
                  <a:lnTo>
                    <a:pt x="618508" y="1336633"/>
                  </a:lnTo>
                  <a:lnTo>
                    <a:pt x="595361" y="1367575"/>
                  </a:lnTo>
                  <a:lnTo>
                    <a:pt x="583184" y="1371600"/>
                  </a:lnTo>
                  <a:lnTo>
                    <a:pt x="111760" y="1371600"/>
                  </a:lnTo>
                  <a:lnTo>
                    <a:pt x="76435" y="1336633"/>
                  </a:lnTo>
                  <a:lnTo>
                    <a:pt x="55353" y="1277958"/>
                  </a:lnTo>
                  <a:lnTo>
                    <a:pt x="45756" y="1239268"/>
                  </a:lnTo>
                  <a:lnTo>
                    <a:pt x="36880" y="1194899"/>
                  </a:lnTo>
                  <a:lnTo>
                    <a:pt x="28793" y="1145273"/>
                  </a:lnTo>
                  <a:lnTo>
                    <a:pt x="21563" y="1090806"/>
                  </a:lnTo>
                  <a:lnTo>
                    <a:pt x="15258" y="1031917"/>
                  </a:lnTo>
                  <a:lnTo>
                    <a:pt x="9947" y="969025"/>
                  </a:lnTo>
                  <a:lnTo>
                    <a:pt x="5697" y="902549"/>
                  </a:lnTo>
                  <a:lnTo>
                    <a:pt x="2577" y="832907"/>
                  </a:lnTo>
                  <a:lnTo>
                    <a:pt x="655" y="760517"/>
                  </a:lnTo>
                  <a:lnTo>
                    <a:pt x="0" y="685800"/>
                  </a:lnTo>
                  <a:lnTo>
                    <a:pt x="655" y="611082"/>
                  </a:lnTo>
                  <a:lnTo>
                    <a:pt x="2577" y="538692"/>
                  </a:lnTo>
                  <a:lnTo>
                    <a:pt x="5697" y="469050"/>
                  </a:lnTo>
                  <a:lnTo>
                    <a:pt x="9947" y="402574"/>
                  </a:lnTo>
                  <a:lnTo>
                    <a:pt x="15258" y="339682"/>
                  </a:lnTo>
                  <a:lnTo>
                    <a:pt x="21563" y="280793"/>
                  </a:lnTo>
                  <a:lnTo>
                    <a:pt x="28793" y="226326"/>
                  </a:lnTo>
                  <a:lnTo>
                    <a:pt x="36880" y="176700"/>
                  </a:lnTo>
                  <a:lnTo>
                    <a:pt x="45756" y="132331"/>
                  </a:lnTo>
                  <a:lnTo>
                    <a:pt x="55353" y="93641"/>
                  </a:lnTo>
                  <a:lnTo>
                    <a:pt x="76435" y="34966"/>
                  </a:lnTo>
                  <a:lnTo>
                    <a:pt x="99582" y="402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240139" y="467105"/>
            <a:ext cx="28257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Gothic Uralic"/>
                <a:cs typeface="Gothic Uralic"/>
              </a:rPr>
              <a:t>P1  P2  P3  </a:t>
            </a:r>
            <a:r>
              <a:rPr sz="1800" b="1" dirty="0">
                <a:solidFill>
                  <a:srgbClr val="FF0000"/>
                </a:solidFill>
                <a:latin typeface="Gothic Uralic"/>
                <a:cs typeface="Gothic Uralic"/>
              </a:rPr>
              <a:t>P4  </a:t>
            </a:r>
            <a:r>
              <a:rPr sz="1800" b="1" dirty="0">
                <a:latin typeface="Gothic Uralic"/>
                <a:cs typeface="Gothic Uralic"/>
              </a:rPr>
              <a:t>P5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852659" y="237743"/>
            <a:ext cx="715010" cy="1629410"/>
            <a:chOff x="9852659" y="237743"/>
            <a:chExt cx="715010" cy="1629410"/>
          </a:xfrm>
        </p:grpSpPr>
        <p:sp>
          <p:nvSpPr>
            <p:cNvPr id="28" name="object 28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583183" y="0"/>
                  </a:moveTo>
                  <a:lnTo>
                    <a:pt x="111759" y="0"/>
                  </a:lnTo>
                  <a:lnTo>
                    <a:pt x="100996" y="3683"/>
                  </a:lnTo>
                  <a:lnTo>
                    <a:pt x="70631" y="56243"/>
                  </a:lnTo>
                  <a:lnTo>
                    <a:pt x="52459" y="122500"/>
                  </a:lnTo>
                  <a:lnTo>
                    <a:pt x="44135" y="163981"/>
                  </a:lnTo>
                  <a:lnTo>
                    <a:pt x="36382" y="210581"/>
                  </a:lnTo>
                  <a:lnTo>
                    <a:pt x="29246" y="261963"/>
                  </a:lnTo>
                  <a:lnTo>
                    <a:pt x="22774" y="317789"/>
                  </a:lnTo>
                  <a:lnTo>
                    <a:pt x="17013" y="377722"/>
                  </a:lnTo>
                  <a:lnTo>
                    <a:pt x="12009" y="441424"/>
                  </a:lnTo>
                  <a:lnTo>
                    <a:pt x="7811" y="508559"/>
                  </a:lnTo>
                  <a:lnTo>
                    <a:pt x="4464" y="578788"/>
                  </a:lnTo>
                  <a:lnTo>
                    <a:pt x="2015" y="651775"/>
                  </a:lnTo>
                  <a:lnTo>
                    <a:pt x="511" y="727182"/>
                  </a:lnTo>
                  <a:lnTo>
                    <a:pt x="0" y="804672"/>
                  </a:lnTo>
                  <a:lnTo>
                    <a:pt x="511" y="882161"/>
                  </a:lnTo>
                  <a:lnTo>
                    <a:pt x="2015" y="957568"/>
                  </a:lnTo>
                  <a:lnTo>
                    <a:pt x="4464" y="1030555"/>
                  </a:lnTo>
                  <a:lnTo>
                    <a:pt x="7811" y="1100784"/>
                  </a:lnTo>
                  <a:lnTo>
                    <a:pt x="12009" y="1167919"/>
                  </a:lnTo>
                  <a:lnTo>
                    <a:pt x="17013" y="1231621"/>
                  </a:lnTo>
                  <a:lnTo>
                    <a:pt x="22774" y="1291554"/>
                  </a:lnTo>
                  <a:lnTo>
                    <a:pt x="29246" y="1347380"/>
                  </a:lnTo>
                  <a:lnTo>
                    <a:pt x="36382" y="1398762"/>
                  </a:lnTo>
                  <a:lnTo>
                    <a:pt x="44135" y="1445362"/>
                  </a:lnTo>
                  <a:lnTo>
                    <a:pt x="52459" y="1486843"/>
                  </a:lnTo>
                  <a:lnTo>
                    <a:pt x="70631" y="1553100"/>
                  </a:lnTo>
                  <a:lnTo>
                    <a:pt x="90523" y="1594833"/>
                  </a:lnTo>
                  <a:lnTo>
                    <a:pt x="111759" y="1609344"/>
                  </a:lnTo>
                  <a:lnTo>
                    <a:pt x="583183" y="1609344"/>
                  </a:lnTo>
                  <a:lnTo>
                    <a:pt x="614557" y="1577200"/>
                  </a:lnTo>
                  <a:lnTo>
                    <a:pt x="633636" y="1522868"/>
                  </a:lnTo>
                  <a:lnTo>
                    <a:pt x="650808" y="1445362"/>
                  </a:lnTo>
                  <a:lnTo>
                    <a:pt x="658561" y="1398762"/>
                  </a:lnTo>
                  <a:lnTo>
                    <a:pt x="665697" y="1347380"/>
                  </a:lnTo>
                  <a:lnTo>
                    <a:pt x="672169" y="1291554"/>
                  </a:lnTo>
                  <a:lnTo>
                    <a:pt x="677930" y="1231621"/>
                  </a:lnTo>
                  <a:lnTo>
                    <a:pt x="682934" y="1167919"/>
                  </a:lnTo>
                  <a:lnTo>
                    <a:pt x="687132" y="1100784"/>
                  </a:lnTo>
                  <a:lnTo>
                    <a:pt x="690479" y="1030555"/>
                  </a:lnTo>
                  <a:lnTo>
                    <a:pt x="692928" y="957568"/>
                  </a:lnTo>
                  <a:lnTo>
                    <a:pt x="694432" y="882161"/>
                  </a:lnTo>
                  <a:lnTo>
                    <a:pt x="694943" y="804672"/>
                  </a:lnTo>
                  <a:lnTo>
                    <a:pt x="694432" y="727182"/>
                  </a:lnTo>
                  <a:lnTo>
                    <a:pt x="692928" y="651775"/>
                  </a:lnTo>
                  <a:lnTo>
                    <a:pt x="690479" y="578788"/>
                  </a:lnTo>
                  <a:lnTo>
                    <a:pt x="687132" y="508559"/>
                  </a:lnTo>
                  <a:lnTo>
                    <a:pt x="682934" y="441424"/>
                  </a:lnTo>
                  <a:lnTo>
                    <a:pt x="677930" y="377722"/>
                  </a:lnTo>
                  <a:lnTo>
                    <a:pt x="672169" y="317789"/>
                  </a:lnTo>
                  <a:lnTo>
                    <a:pt x="665697" y="261963"/>
                  </a:lnTo>
                  <a:lnTo>
                    <a:pt x="658561" y="210581"/>
                  </a:lnTo>
                  <a:lnTo>
                    <a:pt x="650808" y="163981"/>
                  </a:lnTo>
                  <a:lnTo>
                    <a:pt x="642484" y="122500"/>
                  </a:lnTo>
                  <a:lnTo>
                    <a:pt x="624312" y="56243"/>
                  </a:lnTo>
                  <a:lnTo>
                    <a:pt x="604420" y="1451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111759" y="0"/>
                  </a:moveTo>
                  <a:lnTo>
                    <a:pt x="583183" y="0"/>
                  </a:lnTo>
                  <a:lnTo>
                    <a:pt x="593947" y="3683"/>
                  </a:lnTo>
                  <a:lnTo>
                    <a:pt x="624312" y="56243"/>
                  </a:lnTo>
                  <a:lnTo>
                    <a:pt x="642484" y="122500"/>
                  </a:lnTo>
                  <a:lnTo>
                    <a:pt x="650808" y="163981"/>
                  </a:lnTo>
                  <a:lnTo>
                    <a:pt x="658561" y="210581"/>
                  </a:lnTo>
                  <a:lnTo>
                    <a:pt x="665697" y="261963"/>
                  </a:lnTo>
                  <a:lnTo>
                    <a:pt x="672169" y="317789"/>
                  </a:lnTo>
                  <a:lnTo>
                    <a:pt x="677930" y="377722"/>
                  </a:lnTo>
                  <a:lnTo>
                    <a:pt x="682934" y="441424"/>
                  </a:lnTo>
                  <a:lnTo>
                    <a:pt x="687132" y="508559"/>
                  </a:lnTo>
                  <a:lnTo>
                    <a:pt x="690479" y="578788"/>
                  </a:lnTo>
                  <a:lnTo>
                    <a:pt x="692928" y="651775"/>
                  </a:lnTo>
                  <a:lnTo>
                    <a:pt x="694432" y="727182"/>
                  </a:lnTo>
                  <a:lnTo>
                    <a:pt x="694943" y="804672"/>
                  </a:lnTo>
                  <a:lnTo>
                    <a:pt x="694432" y="882161"/>
                  </a:lnTo>
                  <a:lnTo>
                    <a:pt x="692928" y="957568"/>
                  </a:lnTo>
                  <a:lnTo>
                    <a:pt x="690479" y="1030555"/>
                  </a:lnTo>
                  <a:lnTo>
                    <a:pt x="687132" y="1100784"/>
                  </a:lnTo>
                  <a:lnTo>
                    <a:pt x="682934" y="1167919"/>
                  </a:lnTo>
                  <a:lnTo>
                    <a:pt x="677930" y="1231621"/>
                  </a:lnTo>
                  <a:lnTo>
                    <a:pt x="672169" y="1291554"/>
                  </a:lnTo>
                  <a:lnTo>
                    <a:pt x="665697" y="1347380"/>
                  </a:lnTo>
                  <a:lnTo>
                    <a:pt x="658561" y="1398762"/>
                  </a:lnTo>
                  <a:lnTo>
                    <a:pt x="650808" y="1445362"/>
                  </a:lnTo>
                  <a:lnTo>
                    <a:pt x="642484" y="1486843"/>
                  </a:lnTo>
                  <a:lnTo>
                    <a:pt x="624312" y="1553100"/>
                  </a:lnTo>
                  <a:lnTo>
                    <a:pt x="604420" y="1594833"/>
                  </a:lnTo>
                  <a:lnTo>
                    <a:pt x="583183" y="1609344"/>
                  </a:lnTo>
                  <a:lnTo>
                    <a:pt x="111759" y="1609344"/>
                  </a:lnTo>
                  <a:lnTo>
                    <a:pt x="80386" y="1577200"/>
                  </a:lnTo>
                  <a:lnTo>
                    <a:pt x="61307" y="1522868"/>
                  </a:lnTo>
                  <a:lnTo>
                    <a:pt x="44135" y="1445362"/>
                  </a:lnTo>
                  <a:lnTo>
                    <a:pt x="36382" y="1398762"/>
                  </a:lnTo>
                  <a:lnTo>
                    <a:pt x="29246" y="1347380"/>
                  </a:lnTo>
                  <a:lnTo>
                    <a:pt x="22774" y="1291554"/>
                  </a:lnTo>
                  <a:lnTo>
                    <a:pt x="17013" y="1231621"/>
                  </a:lnTo>
                  <a:lnTo>
                    <a:pt x="12009" y="1167919"/>
                  </a:lnTo>
                  <a:lnTo>
                    <a:pt x="7811" y="1100784"/>
                  </a:lnTo>
                  <a:lnTo>
                    <a:pt x="4464" y="1030555"/>
                  </a:lnTo>
                  <a:lnTo>
                    <a:pt x="2015" y="957568"/>
                  </a:lnTo>
                  <a:lnTo>
                    <a:pt x="511" y="882161"/>
                  </a:lnTo>
                  <a:lnTo>
                    <a:pt x="0" y="804672"/>
                  </a:lnTo>
                  <a:lnTo>
                    <a:pt x="511" y="727182"/>
                  </a:lnTo>
                  <a:lnTo>
                    <a:pt x="2015" y="651775"/>
                  </a:lnTo>
                  <a:lnTo>
                    <a:pt x="4464" y="578788"/>
                  </a:lnTo>
                  <a:lnTo>
                    <a:pt x="7811" y="508559"/>
                  </a:lnTo>
                  <a:lnTo>
                    <a:pt x="12009" y="441424"/>
                  </a:lnTo>
                  <a:lnTo>
                    <a:pt x="17013" y="377722"/>
                  </a:lnTo>
                  <a:lnTo>
                    <a:pt x="22774" y="317789"/>
                  </a:lnTo>
                  <a:lnTo>
                    <a:pt x="29246" y="261963"/>
                  </a:lnTo>
                  <a:lnTo>
                    <a:pt x="36382" y="210581"/>
                  </a:lnTo>
                  <a:lnTo>
                    <a:pt x="44135" y="163981"/>
                  </a:lnTo>
                  <a:lnTo>
                    <a:pt x="52459" y="122500"/>
                  </a:lnTo>
                  <a:lnTo>
                    <a:pt x="70631" y="56243"/>
                  </a:lnTo>
                  <a:lnTo>
                    <a:pt x="90523" y="14510"/>
                  </a:lnTo>
                  <a:lnTo>
                    <a:pt x="111759" y="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069448" y="211073"/>
            <a:ext cx="28194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P4  P5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P6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663428" y="0"/>
            <a:ext cx="715010" cy="1876425"/>
            <a:chOff x="10663428" y="0"/>
            <a:chExt cx="715010" cy="1876425"/>
          </a:xfrm>
        </p:grpSpPr>
        <p:sp>
          <p:nvSpPr>
            <p:cNvPr id="32" name="object 32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583184" y="0"/>
                  </a:moveTo>
                  <a:lnTo>
                    <a:pt x="111760" y="0"/>
                  </a:lnTo>
                  <a:lnTo>
                    <a:pt x="102594" y="3076"/>
                  </a:lnTo>
                  <a:lnTo>
                    <a:pt x="76435" y="47317"/>
                  </a:lnTo>
                  <a:lnTo>
                    <a:pt x="60400" y="103596"/>
                  </a:lnTo>
                  <a:lnTo>
                    <a:pt x="45756" y="179076"/>
                  </a:lnTo>
                  <a:lnTo>
                    <a:pt x="39028" y="223418"/>
                  </a:lnTo>
                  <a:lnTo>
                    <a:pt x="32734" y="271843"/>
                  </a:lnTo>
                  <a:lnTo>
                    <a:pt x="26903" y="324113"/>
                  </a:lnTo>
                  <a:lnTo>
                    <a:pt x="21563" y="379988"/>
                  </a:lnTo>
                  <a:lnTo>
                    <a:pt x="16744" y="439229"/>
                  </a:lnTo>
                  <a:lnTo>
                    <a:pt x="12474" y="501598"/>
                  </a:lnTo>
                  <a:lnTo>
                    <a:pt x="8782" y="566856"/>
                  </a:lnTo>
                  <a:lnTo>
                    <a:pt x="5697" y="634764"/>
                  </a:lnTo>
                  <a:lnTo>
                    <a:pt x="3248" y="705082"/>
                  </a:lnTo>
                  <a:lnTo>
                    <a:pt x="1462" y="777573"/>
                  </a:lnTo>
                  <a:lnTo>
                    <a:pt x="370" y="851997"/>
                  </a:lnTo>
                  <a:lnTo>
                    <a:pt x="0" y="928116"/>
                  </a:lnTo>
                  <a:lnTo>
                    <a:pt x="370" y="1004234"/>
                  </a:lnTo>
                  <a:lnTo>
                    <a:pt x="1462" y="1078658"/>
                  </a:lnTo>
                  <a:lnTo>
                    <a:pt x="3248" y="1151149"/>
                  </a:lnTo>
                  <a:lnTo>
                    <a:pt x="5697" y="1221467"/>
                  </a:lnTo>
                  <a:lnTo>
                    <a:pt x="8782" y="1289375"/>
                  </a:lnTo>
                  <a:lnTo>
                    <a:pt x="12474" y="1354633"/>
                  </a:lnTo>
                  <a:lnTo>
                    <a:pt x="16744" y="1417002"/>
                  </a:lnTo>
                  <a:lnTo>
                    <a:pt x="21563" y="1476243"/>
                  </a:lnTo>
                  <a:lnTo>
                    <a:pt x="26903" y="1532118"/>
                  </a:lnTo>
                  <a:lnTo>
                    <a:pt x="32734" y="1584388"/>
                  </a:lnTo>
                  <a:lnTo>
                    <a:pt x="39028" y="1632813"/>
                  </a:lnTo>
                  <a:lnTo>
                    <a:pt x="45756" y="1677155"/>
                  </a:lnTo>
                  <a:lnTo>
                    <a:pt x="52890" y="1717175"/>
                  </a:lnTo>
                  <a:lnTo>
                    <a:pt x="68258" y="1783294"/>
                  </a:lnTo>
                  <a:lnTo>
                    <a:pt x="84903" y="1829257"/>
                  </a:lnTo>
                  <a:lnTo>
                    <a:pt x="111760" y="1856232"/>
                  </a:lnTo>
                  <a:lnTo>
                    <a:pt x="583184" y="1856232"/>
                  </a:lnTo>
                  <a:lnTo>
                    <a:pt x="618508" y="1808914"/>
                  </a:lnTo>
                  <a:lnTo>
                    <a:pt x="634543" y="1752635"/>
                  </a:lnTo>
                  <a:lnTo>
                    <a:pt x="649187" y="1677155"/>
                  </a:lnTo>
                  <a:lnTo>
                    <a:pt x="655915" y="1632813"/>
                  </a:lnTo>
                  <a:lnTo>
                    <a:pt x="662209" y="1584388"/>
                  </a:lnTo>
                  <a:lnTo>
                    <a:pt x="668040" y="1532118"/>
                  </a:lnTo>
                  <a:lnTo>
                    <a:pt x="673380" y="1476243"/>
                  </a:lnTo>
                  <a:lnTo>
                    <a:pt x="678199" y="1417002"/>
                  </a:lnTo>
                  <a:lnTo>
                    <a:pt x="682469" y="1354633"/>
                  </a:lnTo>
                  <a:lnTo>
                    <a:pt x="686161" y="1289375"/>
                  </a:lnTo>
                  <a:lnTo>
                    <a:pt x="689246" y="1221467"/>
                  </a:lnTo>
                  <a:lnTo>
                    <a:pt x="691695" y="1151149"/>
                  </a:lnTo>
                  <a:lnTo>
                    <a:pt x="693481" y="1078658"/>
                  </a:lnTo>
                  <a:lnTo>
                    <a:pt x="694573" y="1004234"/>
                  </a:lnTo>
                  <a:lnTo>
                    <a:pt x="694944" y="928116"/>
                  </a:lnTo>
                  <a:lnTo>
                    <a:pt x="694573" y="851997"/>
                  </a:lnTo>
                  <a:lnTo>
                    <a:pt x="693481" y="777573"/>
                  </a:lnTo>
                  <a:lnTo>
                    <a:pt x="691695" y="705082"/>
                  </a:lnTo>
                  <a:lnTo>
                    <a:pt x="689246" y="634764"/>
                  </a:lnTo>
                  <a:lnTo>
                    <a:pt x="686161" y="566856"/>
                  </a:lnTo>
                  <a:lnTo>
                    <a:pt x="682469" y="501598"/>
                  </a:lnTo>
                  <a:lnTo>
                    <a:pt x="678199" y="439229"/>
                  </a:lnTo>
                  <a:lnTo>
                    <a:pt x="673380" y="379988"/>
                  </a:lnTo>
                  <a:lnTo>
                    <a:pt x="668040" y="324113"/>
                  </a:lnTo>
                  <a:lnTo>
                    <a:pt x="662209" y="271843"/>
                  </a:lnTo>
                  <a:lnTo>
                    <a:pt x="655915" y="223418"/>
                  </a:lnTo>
                  <a:lnTo>
                    <a:pt x="649187" y="179076"/>
                  </a:lnTo>
                  <a:lnTo>
                    <a:pt x="642053" y="139056"/>
                  </a:lnTo>
                  <a:lnTo>
                    <a:pt x="626685" y="72937"/>
                  </a:lnTo>
                  <a:lnTo>
                    <a:pt x="610040" y="2697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111760" y="0"/>
                  </a:moveTo>
                  <a:lnTo>
                    <a:pt x="583184" y="0"/>
                  </a:lnTo>
                  <a:lnTo>
                    <a:pt x="592349" y="3076"/>
                  </a:lnTo>
                  <a:lnTo>
                    <a:pt x="618508" y="47317"/>
                  </a:lnTo>
                  <a:lnTo>
                    <a:pt x="634543" y="103596"/>
                  </a:lnTo>
                  <a:lnTo>
                    <a:pt x="649187" y="179076"/>
                  </a:lnTo>
                  <a:lnTo>
                    <a:pt x="655915" y="223418"/>
                  </a:lnTo>
                  <a:lnTo>
                    <a:pt x="662209" y="271843"/>
                  </a:lnTo>
                  <a:lnTo>
                    <a:pt x="668040" y="324113"/>
                  </a:lnTo>
                  <a:lnTo>
                    <a:pt x="673380" y="379988"/>
                  </a:lnTo>
                  <a:lnTo>
                    <a:pt x="678199" y="439229"/>
                  </a:lnTo>
                  <a:lnTo>
                    <a:pt x="682469" y="501598"/>
                  </a:lnTo>
                  <a:lnTo>
                    <a:pt x="686161" y="566856"/>
                  </a:lnTo>
                  <a:lnTo>
                    <a:pt x="689246" y="634764"/>
                  </a:lnTo>
                  <a:lnTo>
                    <a:pt x="691695" y="705082"/>
                  </a:lnTo>
                  <a:lnTo>
                    <a:pt x="693481" y="777573"/>
                  </a:lnTo>
                  <a:lnTo>
                    <a:pt x="694573" y="851997"/>
                  </a:lnTo>
                  <a:lnTo>
                    <a:pt x="694944" y="928116"/>
                  </a:lnTo>
                  <a:lnTo>
                    <a:pt x="694573" y="1004234"/>
                  </a:lnTo>
                  <a:lnTo>
                    <a:pt x="693481" y="1078658"/>
                  </a:lnTo>
                  <a:lnTo>
                    <a:pt x="691695" y="1151149"/>
                  </a:lnTo>
                  <a:lnTo>
                    <a:pt x="689246" y="1221467"/>
                  </a:lnTo>
                  <a:lnTo>
                    <a:pt x="686161" y="1289375"/>
                  </a:lnTo>
                  <a:lnTo>
                    <a:pt x="682469" y="1354633"/>
                  </a:lnTo>
                  <a:lnTo>
                    <a:pt x="678199" y="1417002"/>
                  </a:lnTo>
                  <a:lnTo>
                    <a:pt x="673380" y="1476243"/>
                  </a:lnTo>
                  <a:lnTo>
                    <a:pt x="668040" y="1532118"/>
                  </a:lnTo>
                  <a:lnTo>
                    <a:pt x="662209" y="1584388"/>
                  </a:lnTo>
                  <a:lnTo>
                    <a:pt x="655915" y="1632813"/>
                  </a:lnTo>
                  <a:lnTo>
                    <a:pt x="649187" y="1677155"/>
                  </a:lnTo>
                  <a:lnTo>
                    <a:pt x="642053" y="1717175"/>
                  </a:lnTo>
                  <a:lnTo>
                    <a:pt x="626685" y="1783294"/>
                  </a:lnTo>
                  <a:lnTo>
                    <a:pt x="610040" y="1829257"/>
                  </a:lnTo>
                  <a:lnTo>
                    <a:pt x="583184" y="1856232"/>
                  </a:lnTo>
                  <a:lnTo>
                    <a:pt x="111760" y="1856232"/>
                  </a:lnTo>
                  <a:lnTo>
                    <a:pt x="76435" y="1808914"/>
                  </a:lnTo>
                  <a:lnTo>
                    <a:pt x="60400" y="1752635"/>
                  </a:lnTo>
                  <a:lnTo>
                    <a:pt x="45756" y="1677155"/>
                  </a:lnTo>
                  <a:lnTo>
                    <a:pt x="39028" y="1632813"/>
                  </a:lnTo>
                  <a:lnTo>
                    <a:pt x="32734" y="1584388"/>
                  </a:lnTo>
                  <a:lnTo>
                    <a:pt x="26903" y="1532118"/>
                  </a:lnTo>
                  <a:lnTo>
                    <a:pt x="21563" y="1476243"/>
                  </a:lnTo>
                  <a:lnTo>
                    <a:pt x="16744" y="1417002"/>
                  </a:lnTo>
                  <a:lnTo>
                    <a:pt x="12474" y="1354633"/>
                  </a:lnTo>
                  <a:lnTo>
                    <a:pt x="8782" y="1289375"/>
                  </a:lnTo>
                  <a:lnTo>
                    <a:pt x="5697" y="1221467"/>
                  </a:lnTo>
                  <a:lnTo>
                    <a:pt x="3248" y="1151149"/>
                  </a:lnTo>
                  <a:lnTo>
                    <a:pt x="1462" y="1078658"/>
                  </a:lnTo>
                  <a:lnTo>
                    <a:pt x="370" y="1004234"/>
                  </a:lnTo>
                  <a:lnTo>
                    <a:pt x="0" y="928116"/>
                  </a:lnTo>
                  <a:lnTo>
                    <a:pt x="370" y="851997"/>
                  </a:lnTo>
                  <a:lnTo>
                    <a:pt x="1462" y="777573"/>
                  </a:lnTo>
                  <a:lnTo>
                    <a:pt x="3248" y="705082"/>
                  </a:lnTo>
                  <a:lnTo>
                    <a:pt x="5697" y="634764"/>
                  </a:lnTo>
                  <a:lnTo>
                    <a:pt x="8782" y="566856"/>
                  </a:lnTo>
                  <a:lnTo>
                    <a:pt x="12474" y="501598"/>
                  </a:lnTo>
                  <a:lnTo>
                    <a:pt x="16744" y="439229"/>
                  </a:lnTo>
                  <a:lnTo>
                    <a:pt x="21563" y="379988"/>
                  </a:lnTo>
                  <a:lnTo>
                    <a:pt x="26903" y="324113"/>
                  </a:lnTo>
                  <a:lnTo>
                    <a:pt x="32734" y="271843"/>
                  </a:lnTo>
                  <a:lnTo>
                    <a:pt x="39028" y="223418"/>
                  </a:lnTo>
                  <a:lnTo>
                    <a:pt x="45756" y="179076"/>
                  </a:lnTo>
                  <a:lnTo>
                    <a:pt x="52890" y="139056"/>
                  </a:lnTo>
                  <a:lnTo>
                    <a:pt x="68258" y="72937"/>
                  </a:lnTo>
                  <a:lnTo>
                    <a:pt x="84903" y="2697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879963" y="224485"/>
            <a:ext cx="28194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P5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P7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853684" y="1861947"/>
            <a:ext cx="834390" cy="17145"/>
          </a:xfrm>
          <a:custGeom>
            <a:avLst/>
            <a:gdLst/>
            <a:ahLst/>
            <a:cxnLst/>
            <a:rect l="l" t="t" r="r" b="b"/>
            <a:pathLst>
              <a:path w="834390" h="17144">
                <a:moveTo>
                  <a:pt x="0" y="16636"/>
                </a:moveTo>
                <a:lnTo>
                  <a:pt x="834389" y="16636"/>
                </a:lnTo>
              </a:path>
              <a:path w="834390" h="17144">
                <a:moveTo>
                  <a:pt x="0" y="0"/>
                </a:moveTo>
                <a:lnTo>
                  <a:pt x="834389" y="0"/>
                </a:lnTo>
              </a:path>
            </a:pathLst>
          </a:custGeom>
          <a:ln w="3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927597" y="187680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68807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775442" y="185394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11123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5917691" y="1850453"/>
          <a:ext cx="5438769" cy="255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47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16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84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683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65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5783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5783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86714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481329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33401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142239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</a:tblGrid>
              <a:tr h="248094">
                <a:tc>
                  <a:txBody>
                    <a:bodyPr/>
                    <a:lstStyle/>
                    <a:p>
                      <a:pPr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5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6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" name="object 41"/>
          <p:cNvSpPr txBox="1"/>
          <p:nvPr/>
        </p:nvSpPr>
        <p:spPr>
          <a:xfrm>
            <a:off x="5759322" y="125983"/>
            <a:ext cx="144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0000"/>
                </a:solidFill>
                <a:latin typeface="Gothic Uralic"/>
                <a:cs typeface="Gothic Uralic"/>
              </a:rPr>
              <a:t>Arrival</a:t>
            </a:r>
            <a:r>
              <a:rPr sz="2000" b="1" spc="-75" dirty="0">
                <a:solidFill>
                  <a:srgbClr val="FF0000"/>
                </a:solidFill>
                <a:latin typeface="Gothic Uralic"/>
                <a:cs typeface="Gothic Ural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Gothic Uralic"/>
                <a:cs typeface="Gothic Uralic"/>
              </a:rPr>
              <a:t>Time</a:t>
            </a:r>
            <a:endParaRPr sz="2000">
              <a:latin typeface="Gothic Uralic"/>
              <a:cs typeface="Gothic Uralic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448814" y="4227321"/>
            <a:ext cx="1274445" cy="788670"/>
            <a:chOff x="2448814" y="4227321"/>
            <a:chExt cx="1274445" cy="788670"/>
          </a:xfrm>
        </p:grpSpPr>
        <p:sp>
          <p:nvSpPr>
            <p:cNvPr id="43" name="object 43"/>
            <p:cNvSpPr/>
            <p:nvPr/>
          </p:nvSpPr>
          <p:spPr>
            <a:xfrm>
              <a:off x="2458974" y="4237481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5" h="778510">
                  <a:moveTo>
                    <a:pt x="1264158" y="278892"/>
                  </a:moveTo>
                  <a:lnTo>
                    <a:pt x="1261948" y="267906"/>
                  </a:lnTo>
                  <a:lnTo>
                    <a:pt x="1255915" y="258940"/>
                  </a:lnTo>
                  <a:lnTo>
                    <a:pt x="1246949" y="252907"/>
                  </a:lnTo>
                  <a:lnTo>
                    <a:pt x="1235964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2218" y="445008"/>
                  </a:lnTo>
                  <a:lnTo>
                    <a:pt x="982218" y="749808"/>
                  </a:lnTo>
                  <a:lnTo>
                    <a:pt x="984415" y="760806"/>
                  </a:lnTo>
                  <a:lnTo>
                    <a:pt x="990447" y="769772"/>
                  </a:lnTo>
                  <a:lnTo>
                    <a:pt x="999413" y="775804"/>
                  </a:lnTo>
                  <a:lnTo>
                    <a:pt x="1010412" y="778002"/>
                  </a:lnTo>
                  <a:lnTo>
                    <a:pt x="1235964" y="778002"/>
                  </a:lnTo>
                  <a:lnTo>
                    <a:pt x="1246949" y="775804"/>
                  </a:lnTo>
                  <a:lnTo>
                    <a:pt x="1255915" y="769772"/>
                  </a:lnTo>
                  <a:lnTo>
                    <a:pt x="1261948" y="760806"/>
                  </a:lnTo>
                  <a:lnTo>
                    <a:pt x="1264158" y="749808"/>
                  </a:lnTo>
                  <a:lnTo>
                    <a:pt x="1264158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58974" y="423748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789682" y="4195698"/>
            <a:ext cx="908685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0"/>
              </a:spcBef>
            </a:pPr>
            <a:r>
              <a:rPr sz="2900" spc="-235" dirty="0">
                <a:latin typeface="Verdana"/>
                <a:cs typeface="Verdana"/>
              </a:rPr>
              <a:t>2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657346" y="4216653"/>
            <a:ext cx="1274445" cy="786765"/>
            <a:chOff x="3657346" y="4216653"/>
            <a:chExt cx="1274445" cy="786765"/>
          </a:xfrm>
        </p:grpSpPr>
        <p:sp>
          <p:nvSpPr>
            <p:cNvPr id="47" name="object 47"/>
            <p:cNvSpPr/>
            <p:nvPr/>
          </p:nvSpPr>
          <p:spPr>
            <a:xfrm>
              <a:off x="3667506" y="4226813"/>
              <a:ext cx="1264285" cy="776605"/>
            </a:xfrm>
            <a:custGeom>
              <a:avLst/>
              <a:gdLst/>
              <a:ahLst/>
              <a:cxnLst/>
              <a:rect l="l" t="t" r="r" b="b"/>
              <a:pathLst>
                <a:path w="1264285" h="776604">
                  <a:moveTo>
                    <a:pt x="1264158" y="278765"/>
                  </a:moveTo>
                  <a:lnTo>
                    <a:pt x="1261948" y="267855"/>
                  </a:lnTo>
                  <a:lnTo>
                    <a:pt x="1255928" y="258927"/>
                  </a:lnTo>
                  <a:lnTo>
                    <a:pt x="1247000" y="252907"/>
                  </a:lnTo>
                  <a:lnTo>
                    <a:pt x="1236091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3742" y="445008"/>
                  </a:lnTo>
                  <a:lnTo>
                    <a:pt x="983742" y="748411"/>
                  </a:lnTo>
                  <a:lnTo>
                    <a:pt x="985939" y="759333"/>
                  </a:lnTo>
                  <a:lnTo>
                    <a:pt x="991958" y="768261"/>
                  </a:lnTo>
                  <a:lnTo>
                    <a:pt x="1000887" y="774280"/>
                  </a:lnTo>
                  <a:lnTo>
                    <a:pt x="1011809" y="776478"/>
                  </a:lnTo>
                  <a:lnTo>
                    <a:pt x="1236091" y="776478"/>
                  </a:lnTo>
                  <a:lnTo>
                    <a:pt x="1247013" y="774280"/>
                  </a:lnTo>
                  <a:lnTo>
                    <a:pt x="1255928" y="768261"/>
                  </a:lnTo>
                  <a:lnTo>
                    <a:pt x="1261948" y="759333"/>
                  </a:lnTo>
                  <a:lnTo>
                    <a:pt x="1264158" y="748411"/>
                  </a:lnTo>
                  <a:lnTo>
                    <a:pt x="1264158" y="278765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67506" y="4226813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998721" y="4184396"/>
            <a:ext cx="908050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0"/>
              </a:spcBef>
            </a:pPr>
            <a:r>
              <a:rPr sz="2900" spc="-235" dirty="0">
                <a:latin typeface="Verdana"/>
                <a:cs typeface="Verdana"/>
              </a:rPr>
              <a:t>3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914646" y="4212082"/>
            <a:ext cx="1276350" cy="788670"/>
            <a:chOff x="4914646" y="4212082"/>
            <a:chExt cx="1276350" cy="788670"/>
          </a:xfrm>
        </p:grpSpPr>
        <p:sp>
          <p:nvSpPr>
            <p:cNvPr id="51" name="object 51"/>
            <p:cNvSpPr/>
            <p:nvPr/>
          </p:nvSpPr>
          <p:spPr>
            <a:xfrm>
              <a:off x="4924806" y="4222241"/>
              <a:ext cx="1266190" cy="778510"/>
            </a:xfrm>
            <a:custGeom>
              <a:avLst/>
              <a:gdLst/>
              <a:ahLst/>
              <a:cxnLst/>
              <a:rect l="l" t="t" r="r" b="b"/>
              <a:pathLst>
                <a:path w="1266189" h="778510">
                  <a:moveTo>
                    <a:pt x="1265682" y="278892"/>
                  </a:moveTo>
                  <a:lnTo>
                    <a:pt x="1263472" y="267906"/>
                  </a:lnTo>
                  <a:lnTo>
                    <a:pt x="1257439" y="258940"/>
                  </a:lnTo>
                  <a:lnTo>
                    <a:pt x="1248473" y="252907"/>
                  </a:lnTo>
                  <a:lnTo>
                    <a:pt x="1237488" y="250698"/>
                  </a:lnTo>
                  <a:lnTo>
                    <a:pt x="1110996" y="250698"/>
                  </a:lnTo>
                  <a:lnTo>
                    <a:pt x="1110996" y="44450"/>
                  </a:lnTo>
                  <a:lnTo>
                    <a:pt x="1107490" y="27165"/>
                  </a:lnTo>
                  <a:lnTo>
                    <a:pt x="1097953" y="13042"/>
                  </a:lnTo>
                  <a:lnTo>
                    <a:pt x="1083830" y="3505"/>
                  </a:lnTo>
                  <a:lnTo>
                    <a:pt x="1066546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3742" y="445008"/>
                  </a:lnTo>
                  <a:lnTo>
                    <a:pt x="983742" y="749808"/>
                  </a:lnTo>
                  <a:lnTo>
                    <a:pt x="985939" y="760806"/>
                  </a:lnTo>
                  <a:lnTo>
                    <a:pt x="991971" y="769772"/>
                  </a:lnTo>
                  <a:lnTo>
                    <a:pt x="1000937" y="775804"/>
                  </a:lnTo>
                  <a:lnTo>
                    <a:pt x="1011936" y="778002"/>
                  </a:lnTo>
                  <a:lnTo>
                    <a:pt x="1237488" y="778002"/>
                  </a:lnTo>
                  <a:lnTo>
                    <a:pt x="1248473" y="775804"/>
                  </a:lnTo>
                  <a:lnTo>
                    <a:pt x="1257439" y="769772"/>
                  </a:lnTo>
                  <a:lnTo>
                    <a:pt x="1263472" y="760806"/>
                  </a:lnTo>
                  <a:lnTo>
                    <a:pt x="1265682" y="749808"/>
                  </a:lnTo>
                  <a:lnTo>
                    <a:pt x="1265682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924806" y="4222242"/>
              <a:ext cx="1111250" cy="445134"/>
            </a:xfrm>
            <a:custGeom>
              <a:avLst/>
              <a:gdLst/>
              <a:ahLst/>
              <a:cxnLst/>
              <a:rect l="l" t="t" r="r" b="b"/>
              <a:pathLst>
                <a:path w="1111250" h="445135">
                  <a:moveTo>
                    <a:pt x="0" y="44449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6546" y="0"/>
                  </a:lnTo>
                  <a:lnTo>
                    <a:pt x="1083831" y="3498"/>
                  </a:lnTo>
                  <a:lnTo>
                    <a:pt x="1097962" y="13033"/>
                  </a:lnTo>
                  <a:lnTo>
                    <a:pt x="1107497" y="27164"/>
                  </a:lnTo>
                  <a:lnTo>
                    <a:pt x="1110996" y="44449"/>
                  </a:lnTo>
                  <a:lnTo>
                    <a:pt x="1110996" y="400557"/>
                  </a:lnTo>
                  <a:lnTo>
                    <a:pt x="1107497" y="417843"/>
                  </a:lnTo>
                  <a:lnTo>
                    <a:pt x="1097962" y="431974"/>
                  </a:lnTo>
                  <a:lnTo>
                    <a:pt x="1083831" y="441509"/>
                  </a:lnTo>
                  <a:lnTo>
                    <a:pt x="1066546" y="445007"/>
                  </a:lnTo>
                  <a:lnTo>
                    <a:pt x="44450" y="445007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7"/>
                  </a:lnTo>
                  <a:lnTo>
                    <a:pt x="0" y="44449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256657" y="4179773"/>
            <a:ext cx="908685" cy="9188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P4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5"/>
              </a:spcBef>
            </a:pPr>
            <a:r>
              <a:rPr sz="2900" spc="-235" dirty="0">
                <a:latin typeface="Verdana"/>
                <a:cs typeface="Verdana"/>
              </a:rPr>
              <a:t>4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139941" y="4196841"/>
            <a:ext cx="1274445" cy="788670"/>
            <a:chOff x="6139941" y="4196841"/>
            <a:chExt cx="1274445" cy="788670"/>
          </a:xfrm>
        </p:grpSpPr>
        <p:sp>
          <p:nvSpPr>
            <p:cNvPr id="55" name="object 55"/>
            <p:cNvSpPr/>
            <p:nvPr/>
          </p:nvSpPr>
          <p:spPr>
            <a:xfrm>
              <a:off x="6150102" y="4207001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4" h="778510">
                  <a:moveTo>
                    <a:pt x="1264158" y="278892"/>
                  </a:moveTo>
                  <a:lnTo>
                    <a:pt x="1261948" y="267906"/>
                  </a:lnTo>
                  <a:lnTo>
                    <a:pt x="1255915" y="258940"/>
                  </a:lnTo>
                  <a:lnTo>
                    <a:pt x="1246949" y="252907"/>
                  </a:lnTo>
                  <a:lnTo>
                    <a:pt x="1235964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2218" y="445008"/>
                  </a:lnTo>
                  <a:lnTo>
                    <a:pt x="982218" y="749808"/>
                  </a:lnTo>
                  <a:lnTo>
                    <a:pt x="984415" y="760806"/>
                  </a:lnTo>
                  <a:lnTo>
                    <a:pt x="990447" y="769772"/>
                  </a:lnTo>
                  <a:lnTo>
                    <a:pt x="999413" y="775804"/>
                  </a:lnTo>
                  <a:lnTo>
                    <a:pt x="1010412" y="778002"/>
                  </a:lnTo>
                  <a:lnTo>
                    <a:pt x="1235964" y="778002"/>
                  </a:lnTo>
                  <a:lnTo>
                    <a:pt x="1246949" y="775804"/>
                  </a:lnTo>
                  <a:lnTo>
                    <a:pt x="1255915" y="769772"/>
                  </a:lnTo>
                  <a:lnTo>
                    <a:pt x="1261948" y="760806"/>
                  </a:lnTo>
                  <a:lnTo>
                    <a:pt x="1264158" y="749808"/>
                  </a:lnTo>
                  <a:lnTo>
                    <a:pt x="1264158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150101" y="420700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481064" y="4164838"/>
            <a:ext cx="908050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P4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5"/>
              </a:spcBef>
            </a:pPr>
            <a:r>
              <a:rPr sz="2900" spc="-235" dirty="0">
                <a:latin typeface="Verdana"/>
                <a:cs typeface="Verdana"/>
              </a:rPr>
              <a:t>5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042153" y="2706751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rlito"/>
                <a:cs typeface="Carlito"/>
              </a:rPr>
              <a:t>0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375906" y="4196841"/>
            <a:ext cx="1274445" cy="788670"/>
            <a:chOff x="7375906" y="4196841"/>
            <a:chExt cx="1274445" cy="788670"/>
          </a:xfrm>
        </p:grpSpPr>
        <p:sp>
          <p:nvSpPr>
            <p:cNvPr id="60" name="object 60"/>
            <p:cNvSpPr/>
            <p:nvPr/>
          </p:nvSpPr>
          <p:spPr>
            <a:xfrm>
              <a:off x="7386066" y="4207001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4" h="778510">
                  <a:moveTo>
                    <a:pt x="1264158" y="278765"/>
                  </a:moveTo>
                  <a:lnTo>
                    <a:pt x="1261948" y="267855"/>
                  </a:lnTo>
                  <a:lnTo>
                    <a:pt x="1255928" y="258927"/>
                  </a:lnTo>
                  <a:lnTo>
                    <a:pt x="1247013" y="252907"/>
                  </a:lnTo>
                  <a:lnTo>
                    <a:pt x="1236091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3742" y="445008"/>
                  </a:lnTo>
                  <a:lnTo>
                    <a:pt x="983742" y="749935"/>
                  </a:lnTo>
                  <a:lnTo>
                    <a:pt x="985939" y="760857"/>
                  </a:lnTo>
                  <a:lnTo>
                    <a:pt x="991958" y="769785"/>
                  </a:lnTo>
                  <a:lnTo>
                    <a:pt x="1000887" y="775804"/>
                  </a:lnTo>
                  <a:lnTo>
                    <a:pt x="1011809" y="778002"/>
                  </a:lnTo>
                  <a:lnTo>
                    <a:pt x="1236091" y="778002"/>
                  </a:lnTo>
                  <a:lnTo>
                    <a:pt x="1247013" y="775804"/>
                  </a:lnTo>
                  <a:lnTo>
                    <a:pt x="1255928" y="769785"/>
                  </a:lnTo>
                  <a:lnTo>
                    <a:pt x="1261948" y="760869"/>
                  </a:lnTo>
                  <a:lnTo>
                    <a:pt x="1264158" y="749935"/>
                  </a:lnTo>
                  <a:lnTo>
                    <a:pt x="1264158" y="278765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386066" y="420700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7717663" y="4164838"/>
            <a:ext cx="835025" cy="85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P6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140"/>
              </a:spcBef>
            </a:pPr>
            <a:r>
              <a:rPr sz="2400" spc="-200" dirty="0">
                <a:latin typeface="Verdana"/>
                <a:cs typeface="Verdana"/>
              </a:rPr>
              <a:t>9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8606028" y="4175759"/>
            <a:ext cx="2486025" cy="791210"/>
            <a:chOff x="8606028" y="4175759"/>
            <a:chExt cx="2486025" cy="791210"/>
          </a:xfrm>
        </p:grpSpPr>
        <p:sp>
          <p:nvSpPr>
            <p:cNvPr id="64" name="object 64"/>
            <p:cNvSpPr/>
            <p:nvPr/>
          </p:nvSpPr>
          <p:spPr>
            <a:xfrm>
              <a:off x="8615934" y="4190237"/>
              <a:ext cx="1264285" cy="776605"/>
            </a:xfrm>
            <a:custGeom>
              <a:avLst/>
              <a:gdLst/>
              <a:ahLst/>
              <a:cxnLst/>
              <a:rect l="l" t="t" r="r" b="b"/>
              <a:pathLst>
                <a:path w="1264284" h="776604">
                  <a:moveTo>
                    <a:pt x="1264158" y="277368"/>
                  </a:moveTo>
                  <a:lnTo>
                    <a:pt x="1261948" y="266382"/>
                  </a:lnTo>
                  <a:lnTo>
                    <a:pt x="1255915" y="257416"/>
                  </a:lnTo>
                  <a:lnTo>
                    <a:pt x="1246949" y="251383"/>
                  </a:lnTo>
                  <a:lnTo>
                    <a:pt x="1235964" y="249174"/>
                  </a:lnTo>
                  <a:lnTo>
                    <a:pt x="1109472" y="249174"/>
                  </a:lnTo>
                  <a:lnTo>
                    <a:pt x="1109472" y="44323"/>
                  </a:lnTo>
                  <a:lnTo>
                    <a:pt x="1105992" y="27063"/>
                  </a:lnTo>
                  <a:lnTo>
                    <a:pt x="1096492" y="12979"/>
                  </a:lnTo>
                  <a:lnTo>
                    <a:pt x="1082408" y="3479"/>
                  </a:lnTo>
                  <a:lnTo>
                    <a:pt x="1065149" y="0"/>
                  </a:lnTo>
                  <a:lnTo>
                    <a:pt x="44323" y="0"/>
                  </a:lnTo>
                  <a:lnTo>
                    <a:pt x="27051" y="3479"/>
                  </a:lnTo>
                  <a:lnTo>
                    <a:pt x="12966" y="12979"/>
                  </a:lnTo>
                  <a:lnTo>
                    <a:pt x="3467" y="27063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67" y="416433"/>
                  </a:lnTo>
                  <a:lnTo>
                    <a:pt x="12966" y="430517"/>
                  </a:lnTo>
                  <a:lnTo>
                    <a:pt x="27051" y="440016"/>
                  </a:lnTo>
                  <a:lnTo>
                    <a:pt x="44323" y="443484"/>
                  </a:lnTo>
                  <a:lnTo>
                    <a:pt x="982218" y="443484"/>
                  </a:lnTo>
                  <a:lnTo>
                    <a:pt x="982218" y="748284"/>
                  </a:lnTo>
                  <a:lnTo>
                    <a:pt x="984415" y="759282"/>
                  </a:lnTo>
                  <a:lnTo>
                    <a:pt x="990447" y="768248"/>
                  </a:lnTo>
                  <a:lnTo>
                    <a:pt x="999413" y="774280"/>
                  </a:lnTo>
                  <a:lnTo>
                    <a:pt x="1010412" y="776478"/>
                  </a:lnTo>
                  <a:lnTo>
                    <a:pt x="1235964" y="776478"/>
                  </a:lnTo>
                  <a:lnTo>
                    <a:pt x="1246949" y="774280"/>
                  </a:lnTo>
                  <a:lnTo>
                    <a:pt x="1255915" y="768248"/>
                  </a:lnTo>
                  <a:lnTo>
                    <a:pt x="1261948" y="759282"/>
                  </a:lnTo>
                  <a:lnTo>
                    <a:pt x="1264158" y="748284"/>
                  </a:lnTo>
                  <a:lnTo>
                    <a:pt x="1264158" y="277368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615934" y="4190237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0" y="44323"/>
                  </a:moveTo>
                  <a:lnTo>
                    <a:pt x="3478" y="27056"/>
                  </a:lnTo>
                  <a:lnTo>
                    <a:pt x="12969" y="12969"/>
                  </a:lnTo>
                  <a:lnTo>
                    <a:pt x="27056" y="3478"/>
                  </a:lnTo>
                  <a:lnTo>
                    <a:pt x="44323" y="0"/>
                  </a:lnTo>
                  <a:lnTo>
                    <a:pt x="1065149" y="0"/>
                  </a:lnTo>
                  <a:lnTo>
                    <a:pt x="1082415" y="3478"/>
                  </a:lnTo>
                  <a:lnTo>
                    <a:pt x="1096502" y="12969"/>
                  </a:lnTo>
                  <a:lnTo>
                    <a:pt x="1105993" y="27056"/>
                  </a:lnTo>
                  <a:lnTo>
                    <a:pt x="1109472" y="44323"/>
                  </a:lnTo>
                  <a:lnTo>
                    <a:pt x="1109472" y="399161"/>
                  </a:lnTo>
                  <a:lnTo>
                    <a:pt x="1105993" y="416427"/>
                  </a:lnTo>
                  <a:lnTo>
                    <a:pt x="1096502" y="430514"/>
                  </a:lnTo>
                  <a:lnTo>
                    <a:pt x="1082415" y="440005"/>
                  </a:lnTo>
                  <a:lnTo>
                    <a:pt x="1065149" y="443484"/>
                  </a:lnTo>
                  <a:lnTo>
                    <a:pt x="44323" y="443484"/>
                  </a:lnTo>
                  <a:lnTo>
                    <a:pt x="27056" y="440005"/>
                  </a:lnTo>
                  <a:lnTo>
                    <a:pt x="12969" y="430514"/>
                  </a:lnTo>
                  <a:lnTo>
                    <a:pt x="3478" y="416427"/>
                  </a:lnTo>
                  <a:lnTo>
                    <a:pt x="0" y="399161"/>
                  </a:lnTo>
                  <a:lnTo>
                    <a:pt x="0" y="4432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825990" y="4185665"/>
              <a:ext cx="1266190" cy="776605"/>
            </a:xfrm>
            <a:custGeom>
              <a:avLst/>
              <a:gdLst/>
              <a:ahLst/>
              <a:cxnLst/>
              <a:rect l="l" t="t" r="r" b="b"/>
              <a:pathLst>
                <a:path w="1266190" h="776604">
                  <a:moveTo>
                    <a:pt x="1265682" y="277368"/>
                  </a:moveTo>
                  <a:lnTo>
                    <a:pt x="1263472" y="266382"/>
                  </a:lnTo>
                  <a:lnTo>
                    <a:pt x="1257439" y="257416"/>
                  </a:lnTo>
                  <a:lnTo>
                    <a:pt x="1248473" y="251383"/>
                  </a:lnTo>
                  <a:lnTo>
                    <a:pt x="1237488" y="249174"/>
                  </a:lnTo>
                  <a:lnTo>
                    <a:pt x="1110996" y="249174"/>
                  </a:lnTo>
                  <a:lnTo>
                    <a:pt x="1110996" y="44323"/>
                  </a:lnTo>
                  <a:lnTo>
                    <a:pt x="1107516" y="27063"/>
                  </a:lnTo>
                  <a:lnTo>
                    <a:pt x="1098016" y="12979"/>
                  </a:lnTo>
                  <a:lnTo>
                    <a:pt x="1083932" y="3479"/>
                  </a:lnTo>
                  <a:lnTo>
                    <a:pt x="1066673" y="0"/>
                  </a:lnTo>
                  <a:lnTo>
                    <a:pt x="44323" y="0"/>
                  </a:lnTo>
                  <a:lnTo>
                    <a:pt x="27051" y="3479"/>
                  </a:lnTo>
                  <a:lnTo>
                    <a:pt x="12966" y="12979"/>
                  </a:lnTo>
                  <a:lnTo>
                    <a:pt x="3467" y="27063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67" y="416433"/>
                  </a:lnTo>
                  <a:lnTo>
                    <a:pt x="12966" y="430517"/>
                  </a:lnTo>
                  <a:lnTo>
                    <a:pt x="27051" y="440016"/>
                  </a:lnTo>
                  <a:lnTo>
                    <a:pt x="44323" y="443484"/>
                  </a:lnTo>
                  <a:lnTo>
                    <a:pt x="983742" y="443484"/>
                  </a:lnTo>
                  <a:lnTo>
                    <a:pt x="983742" y="748284"/>
                  </a:lnTo>
                  <a:lnTo>
                    <a:pt x="985939" y="759282"/>
                  </a:lnTo>
                  <a:lnTo>
                    <a:pt x="991971" y="768248"/>
                  </a:lnTo>
                  <a:lnTo>
                    <a:pt x="1000937" y="774280"/>
                  </a:lnTo>
                  <a:lnTo>
                    <a:pt x="1011936" y="776478"/>
                  </a:lnTo>
                  <a:lnTo>
                    <a:pt x="1237488" y="776478"/>
                  </a:lnTo>
                  <a:lnTo>
                    <a:pt x="1248473" y="774280"/>
                  </a:lnTo>
                  <a:lnTo>
                    <a:pt x="1257439" y="768248"/>
                  </a:lnTo>
                  <a:lnTo>
                    <a:pt x="1263472" y="759282"/>
                  </a:lnTo>
                  <a:lnTo>
                    <a:pt x="1265682" y="748284"/>
                  </a:lnTo>
                  <a:lnTo>
                    <a:pt x="1265682" y="277368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825990" y="4185665"/>
              <a:ext cx="1111250" cy="443865"/>
            </a:xfrm>
            <a:custGeom>
              <a:avLst/>
              <a:gdLst/>
              <a:ahLst/>
              <a:cxnLst/>
              <a:rect l="l" t="t" r="r" b="b"/>
              <a:pathLst>
                <a:path w="1111250" h="443864">
                  <a:moveTo>
                    <a:pt x="0" y="44322"/>
                  </a:moveTo>
                  <a:lnTo>
                    <a:pt x="3478" y="27056"/>
                  </a:lnTo>
                  <a:lnTo>
                    <a:pt x="12969" y="12969"/>
                  </a:lnTo>
                  <a:lnTo>
                    <a:pt x="27056" y="3478"/>
                  </a:lnTo>
                  <a:lnTo>
                    <a:pt x="44323" y="0"/>
                  </a:lnTo>
                  <a:lnTo>
                    <a:pt x="1066673" y="0"/>
                  </a:lnTo>
                  <a:lnTo>
                    <a:pt x="1083939" y="3478"/>
                  </a:lnTo>
                  <a:lnTo>
                    <a:pt x="1098026" y="12969"/>
                  </a:lnTo>
                  <a:lnTo>
                    <a:pt x="1107517" y="27056"/>
                  </a:lnTo>
                  <a:lnTo>
                    <a:pt x="1110995" y="44322"/>
                  </a:lnTo>
                  <a:lnTo>
                    <a:pt x="1110995" y="399160"/>
                  </a:lnTo>
                  <a:lnTo>
                    <a:pt x="1107517" y="416427"/>
                  </a:lnTo>
                  <a:lnTo>
                    <a:pt x="1098026" y="430514"/>
                  </a:lnTo>
                  <a:lnTo>
                    <a:pt x="1083939" y="440005"/>
                  </a:lnTo>
                  <a:lnTo>
                    <a:pt x="1066673" y="443483"/>
                  </a:lnTo>
                  <a:lnTo>
                    <a:pt x="44323" y="443483"/>
                  </a:lnTo>
                  <a:lnTo>
                    <a:pt x="27056" y="440005"/>
                  </a:lnTo>
                  <a:lnTo>
                    <a:pt x="12969" y="430514"/>
                  </a:lnTo>
                  <a:lnTo>
                    <a:pt x="3478" y="416427"/>
                  </a:lnTo>
                  <a:lnTo>
                    <a:pt x="0" y="399160"/>
                  </a:lnTo>
                  <a:lnTo>
                    <a:pt x="0" y="44322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8947150" y="4147184"/>
            <a:ext cx="2129790" cy="85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3645" algn="l"/>
              </a:tabLst>
            </a:pPr>
            <a:r>
              <a:rPr sz="2900" spc="-135" dirty="0">
                <a:latin typeface="Verdana"/>
                <a:cs typeface="Verdana"/>
              </a:rPr>
              <a:t>P4	</a:t>
            </a:r>
            <a:r>
              <a:rPr sz="2900" spc="-140" dirty="0">
                <a:latin typeface="Verdana"/>
                <a:cs typeface="Verdana"/>
              </a:rPr>
              <a:t>P7</a:t>
            </a:r>
            <a:endParaRPr sz="2900">
              <a:latin typeface="Verdana"/>
              <a:cs typeface="Verdana"/>
            </a:endParaRPr>
          </a:p>
          <a:p>
            <a:pPr marL="567055">
              <a:lnSpc>
                <a:spcPct val="100000"/>
              </a:lnSpc>
              <a:spcBef>
                <a:spcPts val="140"/>
              </a:spcBef>
              <a:tabLst>
                <a:tab pos="1778000" algn="l"/>
              </a:tabLst>
            </a:pPr>
            <a:r>
              <a:rPr sz="2400" spc="-200" dirty="0">
                <a:latin typeface="Verdana"/>
                <a:cs typeface="Verdana"/>
              </a:rPr>
              <a:t>11	</a:t>
            </a:r>
            <a:r>
              <a:rPr sz="3600" spc="-300" baseline="1157" dirty="0">
                <a:latin typeface="Verdana"/>
                <a:cs typeface="Verdana"/>
              </a:rPr>
              <a:t>17</a:t>
            </a:r>
            <a:endParaRPr sz="3600" baseline="1157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83441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07947" y="4215129"/>
            <a:ext cx="1407160" cy="786765"/>
            <a:chOff x="1107947" y="4215129"/>
            <a:chExt cx="1407160" cy="786765"/>
          </a:xfrm>
        </p:grpSpPr>
        <p:sp>
          <p:nvSpPr>
            <p:cNvPr id="3" name="object 3"/>
            <p:cNvSpPr/>
            <p:nvPr/>
          </p:nvSpPr>
          <p:spPr>
            <a:xfrm>
              <a:off x="1107948" y="4225289"/>
              <a:ext cx="1407160" cy="776605"/>
            </a:xfrm>
            <a:custGeom>
              <a:avLst/>
              <a:gdLst/>
              <a:ahLst/>
              <a:cxnLst/>
              <a:rect l="l" t="t" r="r" b="b"/>
              <a:pathLst>
                <a:path w="1407160" h="776604">
                  <a:moveTo>
                    <a:pt x="1406652" y="278892"/>
                  </a:moveTo>
                  <a:lnTo>
                    <a:pt x="1404442" y="267906"/>
                  </a:lnTo>
                  <a:lnTo>
                    <a:pt x="1398409" y="258940"/>
                  </a:lnTo>
                  <a:lnTo>
                    <a:pt x="1389443" y="252907"/>
                  </a:lnTo>
                  <a:lnTo>
                    <a:pt x="1378458" y="250698"/>
                  </a:lnTo>
                  <a:lnTo>
                    <a:pt x="1251966" y="250698"/>
                  </a:lnTo>
                  <a:lnTo>
                    <a:pt x="1251966" y="44450"/>
                  </a:lnTo>
                  <a:lnTo>
                    <a:pt x="1248460" y="27165"/>
                  </a:lnTo>
                  <a:lnTo>
                    <a:pt x="1238923" y="13042"/>
                  </a:lnTo>
                  <a:lnTo>
                    <a:pt x="1224800" y="3505"/>
                  </a:lnTo>
                  <a:lnTo>
                    <a:pt x="1207516" y="0"/>
                  </a:lnTo>
                  <a:lnTo>
                    <a:pt x="186944" y="0"/>
                  </a:lnTo>
                  <a:lnTo>
                    <a:pt x="169646" y="3505"/>
                  </a:lnTo>
                  <a:lnTo>
                    <a:pt x="155524" y="13042"/>
                  </a:lnTo>
                  <a:lnTo>
                    <a:pt x="145986" y="27165"/>
                  </a:lnTo>
                  <a:lnTo>
                    <a:pt x="142494" y="44450"/>
                  </a:lnTo>
                  <a:lnTo>
                    <a:pt x="142494" y="250698"/>
                  </a:lnTo>
                  <a:lnTo>
                    <a:pt x="28194" y="250698"/>
                  </a:lnTo>
                  <a:lnTo>
                    <a:pt x="17208" y="252907"/>
                  </a:lnTo>
                  <a:lnTo>
                    <a:pt x="8255" y="258940"/>
                  </a:lnTo>
                  <a:lnTo>
                    <a:pt x="2209" y="267906"/>
                  </a:lnTo>
                  <a:lnTo>
                    <a:pt x="0" y="278892"/>
                  </a:lnTo>
                  <a:lnTo>
                    <a:pt x="0" y="748284"/>
                  </a:lnTo>
                  <a:lnTo>
                    <a:pt x="2209" y="759282"/>
                  </a:lnTo>
                  <a:lnTo>
                    <a:pt x="8255" y="768248"/>
                  </a:lnTo>
                  <a:lnTo>
                    <a:pt x="17208" y="774280"/>
                  </a:lnTo>
                  <a:lnTo>
                    <a:pt x="28194" y="776478"/>
                  </a:lnTo>
                  <a:lnTo>
                    <a:pt x="253746" y="776478"/>
                  </a:lnTo>
                  <a:lnTo>
                    <a:pt x="264731" y="774280"/>
                  </a:lnTo>
                  <a:lnTo>
                    <a:pt x="273697" y="768248"/>
                  </a:lnTo>
                  <a:lnTo>
                    <a:pt x="279730" y="759282"/>
                  </a:lnTo>
                  <a:lnTo>
                    <a:pt x="281940" y="748284"/>
                  </a:lnTo>
                  <a:lnTo>
                    <a:pt x="281940" y="445008"/>
                  </a:lnTo>
                  <a:lnTo>
                    <a:pt x="1124712" y="445008"/>
                  </a:lnTo>
                  <a:lnTo>
                    <a:pt x="1124712" y="748284"/>
                  </a:lnTo>
                  <a:lnTo>
                    <a:pt x="1126909" y="759282"/>
                  </a:lnTo>
                  <a:lnTo>
                    <a:pt x="1132941" y="768248"/>
                  </a:lnTo>
                  <a:lnTo>
                    <a:pt x="1141907" y="774280"/>
                  </a:lnTo>
                  <a:lnTo>
                    <a:pt x="1152906" y="776478"/>
                  </a:lnTo>
                  <a:lnTo>
                    <a:pt x="1378458" y="776478"/>
                  </a:lnTo>
                  <a:lnTo>
                    <a:pt x="1389443" y="774280"/>
                  </a:lnTo>
                  <a:lnTo>
                    <a:pt x="1398409" y="768248"/>
                  </a:lnTo>
                  <a:lnTo>
                    <a:pt x="1404442" y="759282"/>
                  </a:lnTo>
                  <a:lnTo>
                    <a:pt x="1406652" y="748284"/>
                  </a:lnTo>
                  <a:lnTo>
                    <a:pt x="1406652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50441" y="4225289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80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34262" y="4182313"/>
            <a:ext cx="1355090" cy="918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  <a:tabLst>
                <a:tab pos="1124585" algn="l"/>
              </a:tabLst>
            </a:pPr>
            <a:r>
              <a:rPr sz="2900" spc="-235" dirty="0">
                <a:latin typeface="Verdana"/>
                <a:cs typeface="Verdana"/>
              </a:rPr>
              <a:t>0	1</a:t>
            </a:r>
            <a:endParaRPr sz="2900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76008" y="240411"/>
          <a:ext cx="3977639" cy="2792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44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944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91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Pno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Priority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160" dirty="0">
                          <a:latin typeface="Carlito"/>
                          <a:cs typeface="Carlito"/>
                        </a:rPr>
                        <a:t>AT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45" dirty="0">
                          <a:latin typeface="Carlito"/>
                          <a:cs typeface="Carlito"/>
                        </a:rPr>
                        <a:t>BT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2(L)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8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12</a:t>
                      </a:r>
                      <a:r>
                        <a:rPr sz="2000" b="1" spc="-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b="1" dirty="0">
                          <a:latin typeface="Carlito"/>
                          <a:cs typeface="Carlito"/>
                        </a:rPr>
                        <a:t>(H)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P7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9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5819902" y="1042161"/>
            <a:ext cx="674370" cy="845185"/>
            <a:chOff x="5819902" y="1042161"/>
            <a:chExt cx="674370" cy="845185"/>
          </a:xfrm>
        </p:grpSpPr>
        <p:sp>
          <p:nvSpPr>
            <p:cNvPr id="8" name="object 8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548639" y="0"/>
                  </a:moveTo>
                  <a:lnTo>
                    <a:pt x="105155" y="0"/>
                  </a:lnTo>
                  <a:lnTo>
                    <a:pt x="86263" y="6640"/>
                  </a:lnTo>
                  <a:lnTo>
                    <a:pt x="52098" y="56275"/>
                  </a:lnTo>
                  <a:lnTo>
                    <a:pt x="37420" y="96942"/>
                  </a:lnTo>
                  <a:lnTo>
                    <a:pt x="24743" y="146624"/>
                  </a:lnTo>
                  <a:lnTo>
                    <a:pt x="14365" y="204159"/>
                  </a:lnTo>
                  <a:lnTo>
                    <a:pt x="6583" y="268382"/>
                  </a:lnTo>
                  <a:lnTo>
                    <a:pt x="1695" y="338131"/>
                  </a:lnTo>
                  <a:lnTo>
                    <a:pt x="0" y="412241"/>
                  </a:lnTo>
                  <a:lnTo>
                    <a:pt x="1695" y="486352"/>
                  </a:lnTo>
                  <a:lnTo>
                    <a:pt x="6583" y="556101"/>
                  </a:lnTo>
                  <a:lnTo>
                    <a:pt x="14365" y="620324"/>
                  </a:lnTo>
                  <a:lnTo>
                    <a:pt x="24743" y="677859"/>
                  </a:lnTo>
                  <a:lnTo>
                    <a:pt x="37420" y="727541"/>
                  </a:lnTo>
                  <a:lnTo>
                    <a:pt x="52098" y="768208"/>
                  </a:lnTo>
                  <a:lnTo>
                    <a:pt x="86263" y="817843"/>
                  </a:lnTo>
                  <a:lnTo>
                    <a:pt x="105155" y="824483"/>
                  </a:lnTo>
                  <a:lnTo>
                    <a:pt x="548639" y="824483"/>
                  </a:lnTo>
                  <a:lnTo>
                    <a:pt x="585317" y="798697"/>
                  </a:lnTo>
                  <a:lnTo>
                    <a:pt x="616375" y="727541"/>
                  </a:lnTo>
                  <a:lnTo>
                    <a:pt x="629052" y="677859"/>
                  </a:lnTo>
                  <a:lnTo>
                    <a:pt x="639430" y="620324"/>
                  </a:lnTo>
                  <a:lnTo>
                    <a:pt x="647212" y="556101"/>
                  </a:lnTo>
                  <a:lnTo>
                    <a:pt x="652100" y="486352"/>
                  </a:lnTo>
                  <a:lnTo>
                    <a:pt x="653796" y="412241"/>
                  </a:lnTo>
                  <a:lnTo>
                    <a:pt x="652100" y="338131"/>
                  </a:lnTo>
                  <a:lnTo>
                    <a:pt x="647212" y="268382"/>
                  </a:lnTo>
                  <a:lnTo>
                    <a:pt x="639430" y="204159"/>
                  </a:lnTo>
                  <a:lnTo>
                    <a:pt x="629052" y="146624"/>
                  </a:lnTo>
                  <a:lnTo>
                    <a:pt x="616375" y="96942"/>
                  </a:lnTo>
                  <a:lnTo>
                    <a:pt x="601697" y="56275"/>
                  </a:lnTo>
                  <a:lnTo>
                    <a:pt x="567532" y="6640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105155" y="0"/>
                  </a:moveTo>
                  <a:lnTo>
                    <a:pt x="548639" y="0"/>
                  </a:lnTo>
                  <a:lnTo>
                    <a:pt x="567532" y="6640"/>
                  </a:lnTo>
                  <a:lnTo>
                    <a:pt x="601697" y="56275"/>
                  </a:lnTo>
                  <a:lnTo>
                    <a:pt x="616375" y="96942"/>
                  </a:lnTo>
                  <a:lnTo>
                    <a:pt x="629052" y="146624"/>
                  </a:lnTo>
                  <a:lnTo>
                    <a:pt x="639430" y="204159"/>
                  </a:lnTo>
                  <a:lnTo>
                    <a:pt x="647212" y="268382"/>
                  </a:lnTo>
                  <a:lnTo>
                    <a:pt x="652100" y="338131"/>
                  </a:lnTo>
                  <a:lnTo>
                    <a:pt x="653796" y="412241"/>
                  </a:lnTo>
                  <a:lnTo>
                    <a:pt x="652100" y="486352"/>
                  </a:lnTo>
                  <a:lnTo>
                    <a:pt x="647212" y="556101"/>
                  </a:lnTo>
                  <a:lnTo>
                    <a:pt x="639430" y="620324"/>
                  </a:lnTo>
                  <a:lnTo>
                    <a:pt x="629052" y="677859"/>
                  </a:lnTo>
                  <a:lnTo>
                    <a:pt x="616375" y="727541"/>
                  </a:lnTo>
                  <a:lnTo>
                    <a:pt x="601697" y="768208"/>
                  </a:lnTo>
                  <a:lnTo>
                    <a:pt x="567532" y="817843"/>
                  </a:lnTo>
                  <a:lnTo>
                    <a:pt x="548639" y="824483"/>
                  </a:lnTo>
                  <a:lnTo>
                    <a:pt x="105155" y="824483"/>
                  </a:lnTo>
                  <a:lnTo>
                    <a:pt x="68478" y="798697"/>
                  </a:lnTo>
                  <a:lnTo>
                    <a:pt x="37420" y="727541"/>
                  </a:lnTo>
                  <a:lnTo>
                    <a:pt x="24743" y="677859"/>
                  </a:lnTo>
                  <a:lnTo>
                    <a:pt x="14365" y="620324"/>
                  </a:lnTo>
                  <a:lnTo>
                    <a:pt x="6583" y="556101"/>
                  </a:lnTo>
                  <a:lnTo>
                    <a:pt x="1695" y="486352"/>
                  </a:lnTo>
                  <a:lnTo>
                    <a:pt x="0" y="412241"/>
                  </a:lnTo>
                  <a:lnTo>
                    <a:pt x="1695" y="338131"/>
                  </a:lnTo>
                  <a:lnTo>
                    <a:pt x="6583" y="268382"/>
                  </a:lnTo>
                  <a:lnTo>
                    <a:pt x="14365" y="204159"/>
                  </a:lnTo>
                  <a:lnTo>
                    <a:pt x="24743" y="146624"/>
                  </a:lnTo>
                  <a:lnTo>
                    <a:pt x="37420" y="96942"/>
                  </a:lnTo>
                  <a:lnTo>
                    <a:pt x="52098" y="56275"/>
                  </a:lnTo>
                  <a:lnTo>
                    <a:pt x="86263" y="6640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16244" y="1309496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89521" y="1020825"/>
            <a:ext cx="674370" cy="846455"/>
            <a:chOff x="6589521" y="1020825"/>
            <a:chExt cx="674370" cy="846455"/>
          </a:xfrm>
        </p:grpSpPr>
        <p:sp>
          <p:nvSpPr>
            <p:cNvPr id="12" name="object 12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6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6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6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6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6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86118" y="1151890"/>
            <a:ext cx="281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P2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400543" y="1021080"/>
            <a:ext cx="673735" cy="845819"/>
            <a:chOff x="7400543" y="1021080"/>
            <a:chExt cx="673735" cy="845819"/>
          </a:xfrm>
        </p:grpSpPr>
        <p:sp>
          <p:nvSpPr>
            <p:cNvPr id="16" name="object 16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5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5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5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5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597520" y="1014729"/>
            <a:ext cx="2819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P3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212835" y="833627"/>
            <a:ext cx="715010" cy="1033780"/>
            <a:chOff x="8212835" y="833627"/>
            <a:chExt cx="715010" cy="1033780"/>
          </a:xfrm>
        </p:grpSpPr>
        <p:sp>
          <p:nvSpPr>
            <p:cNvPr id="20" name="object 20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583183" y="0"/>
                  </a:moveTo>
                  <a:lnTo>
                    <a:pt x="111759" y="0"/>
                  </a:lnTo>
                  <a:lnTo>
                    <a:pt x="95245" y="5493"/>
                  </a:lnTo>
                  <a:lnTo>
                    <a:pt x="64645" y="47088"/>
                  </a:lnTo>
                  <a:lnTo>
                    <a:pt x="38437" y="124275"/>
                  </a:lnTo>
                  <a:lnTo>
                    <a:pt x="27413" y="174258"/>
                  </a:lnTo>
                  <a:lnTo>
                    <a:pt x="18005" y="230788"/>
                  </a:lnTo>
                  <a:lnTo>
                    <a:pt x="10387" y="293084"/>
                  </a:lnTo>
                  <a:lnTo>
                    <a:pt x="4731" y="360361"/>
                  </a:lnTo>
                  <a:lnTo>
                    <a:pt x="1211" y="431838"/>
                  </a:lnTo>
                  <a:lnTo>
                    <a:pt x="0" y="506729"/>
                  </a:lnTo>
                  <a:lnTo>
                    <a:pt x="1211" y="581621"/>
                  </a:lnTo>
                  <a:lnTo>
                    <a:pt x="4731" y="653098"/>
                  </a:lnTo>
                  <a:lnTo>
                    <a:pt x="10387" y="720375"/>
                  </a:lnTo>
                  <a:lnTo>
                    <a:pt x="18005" y="782671"/>
                  </a:lnTo>
                  <a:lnTo>
                    <a:pt x="27413" y="839201"/>
                  </a:lnTo>
                  <a:lnTo>
                    <a:pt x="38437" y="889184"/>
                  </a:lnTo>
                  <a:lnTo>
                    <a:pt x="50906" y="931834"/>
                  </a:lnTo>
                  <a:lnTo>
                    <a:pt x="79482" y="992009"/>
                  </a:lnTo>
                  <a:lnTo>
                    <a:pt x="111759" y="1013460"/>
                  </a:lnTo>
                  <a:lnTo>
                    <a:pt x="583183" y="1013460"/>
                  </a:lnTo>
                  <a:lnTo>
                    <a:pt x="615461" y="992009"/>
                  </a:lnTo>
                  <a:lnTo>
                    <a:pt x="644037" y="931834"/>
                  </a:lnTo>
                  <a:lnTo>
                    <a:pt x="656506" y="889184"/>
                  </a:lnTo>
                  <a:lnTo>
                    <a:pt x="667530" y="839201"/>
                  </a:lnTo>
                  <a:lnTo>
                    <a:pt x="676938" y="782671"/>
                  </a:lnTo>
                  <a:lnTo>
                    <a:pt x="684556" y="720375"/>
                  </a:lnTo>
                  <a:lnTo>
                    <a:pt x="690212" y="653098"/>
                  </a:lnTo>
                  <a:lnTo>
                    <a:pt x="693732" y="581621"/>
                  </a:lnTo>
                  <a:lnTo>
                    <a:pt x="694943" y="506729"/>
                  </a:lnTo>
                  <a:lnTo>
                    <a:pt x="693732" y="431838"/>
                  </a:lnTo>
                  <a:lnTo>
                    <a:pt x="690212" y="360361"/>
                  </a:lnTo>
                  <a:lnTo>
                    <a:pt x="684556" y="293084"/>
                  </a:lnTo>
                  <a:lnTo>
                    <a:pt x="676938" y="230788"/>
                  </a:lnTo>
                  <a:lnTo>
                    <a:pt x="667530" y="174258"/>
                  </a:lnTo>
                  <a:lnTo>
                    <a:pt x="656506" y="124275"/>
                  </a:lnTo>
                  <a:lnTo>
                    <a:pt x="644037" y="81625"/>
                  </a:lnTo>
                  <a:lnTo>
                    <a:pt x="615461" y="2145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111759" y="0"/>
                  </a:moveTo>
                  <a:lnTo>
                    <a:pt x="583183" y="0"/>
                  </a:lnTo>
                  <a:lnTo>
                    <a:pt x="599698" y="5493"/>
                  </a:lnTo>
                  <a:lnTo>
                    <a:pt x="630298" y="47088"/>
                  </a:lnTo>
                  <a:lnTo>
                    <a:pt x="656506" y="124275"/>
                  </a:lnTo>
                  <a:lnTo>
                    <a:pt x="667530" y="174258"/>
                  </a:lnTo>
                  <a:lnTo>
                    <a:pt x="676938" y="230788"/>
                  </a:lnTo>
                  <a:lnTo>
                    <a:pt x="684556" y="293084"/>
                  </a:lnTo>
                  <a:lnTo>
                    <a:pt x="690212" y="360361"/>
                  </a:lnTo>
                  <a:lnTo>
                    <a:pt x="693732" y="431838"/>
                  </a:lnTo>
                  <a:lnTo>
                    <a:pt x="694943" y="506729"/>
                  </a:lnTo>
                  <a:lnTo>
                    <a:pt x="693732" y="581621"/>
                  </a:lnTo>
                  <a:lnTo>
                    <a:pt x="690212" y="653098"/>
                  </a:lnTo>
                  <a:lnTo>
                    <a:pt x="684556" y="720375"/>
                  </a:lnTo>
                  <a:lnTo>
                    <a:pt x="676938" y="782671"/>
                  </a:lnTo>
                  <a:lnTo>
                    <a:pt x="667530" y="839201"/>
                  </a:lnTo>
                  <a:lnTo>
                    <a:pt x="656506" y="889184"/>
                  </a:lnTo>
                  <a:lnTo>
                    <a:pt x="644037" y="931834"/>
                  </a:lnTo>
                  <a:lnTo>
                    <a:pt x="615461" y="992009"/>
                  </a:lnTo>
                  <a:lnTo>
                    <a:pt x="583183" y="1013460"/>
                  </a:lnTo>
                  <a:lnTo>
                    <a:pt x="111759" y="1013460"/>
                  </a:lnTo>
                  <a:lnTo>
                    <a:pt x="79482" y="992009"/>
                  </a:lnTo>
                  <a:lnTo>
                    <a:pt x="50906" y="931834"/>
                  </a:lnTo>
                  <a:lnTo>
                    <a:pt x="38437" y="889184"/>
                  </a:lnTo>
                  <a:lnTo>
                    <a:pt x="27413" y="839201"/>
                  </a:lnTo>
                  <a:lnTo>
                    <a:pt x="18005" y="782671"/>
                  </a:lnTo>
                  <a:lnTo>
                    <a:pt x="10387" y="720375"/>
                  </a:lnTo>
                  <a:lnTo>
                    <a:pt x="4731" y="653098"/>
                  </a:lnTo>
                  <a:lnTo>
                    <a:pt x="1211" y="581621"/>
                  </a:lnTo>
                  <a:lnTo>
                    <a:pt x="0" y="506729"/>
                  </a:lnTo>
                  <a:lnTo>
                    <a:pt x="1211" y="431838"/>
                  </a:lnTo>
                  <a:lnTo>
                    <a:pt x="4731" y="360361"/>
                  </a:lnTo>
                  <a:lnTo>
                    <a:pt x="10387" y="293084"/>
                  </a:lnTo>
                  <a:lnTo>
                    <a:pt x="18005" y="230788"/>
                  </a:lnTo>
                  <a:lnTo>
                    <a:pt x="27413" y="174258"/>
                  </a:lnTo>
                  <a:lnTo>
                    <a:pt x="38437" y="124275"/>
                  </a:lnTo>
                  <a:lnTo>
                    <a:pt x="50906" y="81625"/>
                  </a:lnTo>
                  <a:lnTo>
                    <a:pt x="79482" y="21450"/>
                  </a:lnTo>
                  <a:lnTo>
                    <a:pt x="111759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428735" y="783463"/>
            <a:ext cx="2819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P4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023604" y="475487"/>
            <a:ext cx="715010" cy="1391920"/>
            <a:chOff x="9023604" y="475487"/>
            <a:chExt cx="715010" cy="1391920"/>
          </a:xfrm>
        </p:grpSpPr>
        <p:sp>
          <p:nvSpPr>
            <p:cNvPr id="24" name="object 24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583184" y="0"/>
                  </a:moveTo>
                  <a:lnTo>
                    <a:pt x="111760" y="0"/>
                  </a:lnTo>
                  <a:lnTo>
                    <a:pt x="99582" y="4024"/>
                  </a:lnTo>
                  <a:lnTo>
                    <a:pt x="76435" y="34966"/>
                  </a:lnTo>
                  <a:lnTo>
                    <a:pt x="55353" y="93641"/>
                  </a:lnTo>
                  <a:lnTo>
                    <a:pt x="45756" y="132331"/>
                  </a:lnTo>
                  <a:lnTo>
                    <a:pt x="36880" y="176700"/>
                  </a:lnTo>
                  <a:lnTo>
                    <a:pt x="28793" y="226326"/>
                  </a:lnTo>
                  <a:lnTo>
                    <a:pt x="21563" y="280793"/>
                  </a:lnTo>
                  <a:lnTo>
                    <a:pt x="15258" y="339682"/>
                  </a:lnTo>
                  <a:lnTo>
                    <a:pt x="9947" y="402574"/>
                  </a:lnTo>
                  <a:lnTo>
                    <a:pt x="5697" y="469050"/>
                  </a:lnTo>
                  <a:lnTo>
                    <a:pt x="2577" y="538692"/>
                  </a:lnTo>
                  <a:lnTo>
                    <a:pt x="655" y="611082"/>
                  </a:lnTo>
                  <a:lnTo>
                    <a:pt x="0" y="685800"/>
                  </a:lnTo>
                  <a:lnTo>
                    <a:pt x="655" y="760517"/>
                  </a:lnTo>
                  <a:lnTo>
                    <a:pt x="2577" y="832907"/>
                  </a:lnTo>
                  <a:lnTo>
                    <a:pt x="5697" y="902549"/>
                  </a:lnTo>
                  <a:lnTo>
                    <a:pt x="9947" y="969025"/>
                  </a:lnTo>
                  <a:lnTo>
                    <a:pt x="15258" y="1031917"/>
                  </a:lnTo>
                  <a:lnTo>
                    <a:pt x="21563" y="1090806"/>
                  </a:lnTo>
                  <a:lnTo>
                    <a:pt x="28793" y="1145273"/>
                  </a:lnTo>
                  <a:lnTo>
                    <a:pt x="36880" y="1194899"/>
                  </a:lnTo>
                  <a:lnTo>
                    <a:pt x="45756" y="1239268"/>
                  </a:lnTo>
                  <a:lnTo>
                    <a:pt x="55353" y="1277958"/>
                  </a:lnTo>
                  <a:lnTo>
                    <a:pt x="76435" y="1336633"/>
                  </a:lnTo>
                  <a:lnTo>
                    <a:pt x="99582" y="1367575"/>
                  </a:lnTo>
                  <a:lnTo>
                    <a:pt x="111760" y="1371600"/>
                  </a:lnTo>
                  <a:lnTo>
                    <a:pt x="583184" y="1371600"/>
                  </a:lnTo>
                  <a:lnTo>
                    <a:pt x="618508" y="1336633"/>
                  </a:lnTo>
                  <a:lnTo>
                    <a:pt x="639590" y="1277958"/>
                  </a:lnTo>
                  <a:lnTo>
                    <a:pt x="649187" y="1239268"/>
                  </a:lnTo>
                  <a:lnTo>
                    <a:pt x="658063" y="1194899"/>
                  </a:lnTo>
                  <a:lnTo>
                    <a:pt x="666150" y="1145273"/>
                  </a:lnTo>
                  <a:lnTo>
                    <a:pt x="673380" y="1090806"/>
                  </a:lnTo>
                  <a:lnTo>
                    <a:pt x="679685" y="1031917"/>
                  </a:lnTo>
                  <a:lnTo>
                    <a:pt x="684996" y="969025"/>
                  </a:lnTo>
                  <a:lnTo>
                    <a:pt x="689246" y="902549"/>
                  </a:lnTo>
                  <a:lnTo>
                    <a:pt x="692366" y="832907"/>
                  </a:lnTo>
                  <a:lnTo>
                    <a:pt x="694288" y="760517"/>
                  </a:lnTo>
                  <a:lnTo>
                    <a:pt x="694944" y="685800"/>
                  </a:lnTo>
                  <a:lnTo>
                    <a:pt x="694288" y="611082"/>
                  </a:lnTo>
                  <a:lnTo>
                    <a:pt x="692366" y="538692"/>
                  </a:lnTo>
                  <a:lnTo>
                    <a:pt x="689246" y="469050"/>
                  </a:lnTo>
                  <a:lnTo>
                    <a:pt x="684996" y="402574"/>
                  </a:lnTo>
                  <a:lnTo>
                    <a:pt x="679685" y="339682"/>
                  </a:lnTo>
                  <a:lnTo>
                    <a:pt x="673380" y="280793"/>
                  </a:lnTo>
                  <a:lnTo>
                    <a:pt x="666150" y="226326"/>
                  </a:lnTo>
                  <a:lnTo>
                    <a:pt x="658063" y="176700"/>
                  </a:lnTo>
                  <a:lnTo>
                    <a:pt x="649187" y="132331"/>
                  </a:lnTo>
                  <a:lnTo>
                    <a:pt x="639590" y="93641"/>
                  </a:lnTo>
                  <a:lnTo>
                    <a:pt x="618508" y="34966"/>
                  </a:lnTo>
                  <a:lnTo>
                    <a:pt x="595361" y="402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111760" y="0"/>
                  </a:moveTo>
                  <a:lnTo>
                    <a:pt x="583184" y="0"/>
                  </a:lnTo>
                  <a:lnTo>
                    <a:pt x="595361" y="4024"/>
                  </a:lnTo>
                  <a:lnTo>
                    <a:pt x="618508" y="34966"/>
                  </a:lnTo>
                  <a:lnTo>
                    <a:pt x="639590" y="93641"/>
                  </a:lnTo>
                  <a:lnTo>
                    <a:pt x="649187" y="132331"/>
                  </a:lnTo>
                  <a:lnTo>
                    <a:pt x="658063" y="176700"/>
                  </a:lnTo>
                  <a:lnTo>
                    <a:pt x="666150" y="226326"/>
                  </a:lnTo>
                  <a:lnTo>
                    <a:pt x="673380" y="280793"/>
                  </a:lnTo>
                  <a:lnTo>
                    <a:pt x="679685" y="339682"/>
                  </a:lnTo>
                  <a:lnTo>
                    <a:pt x="684996" y="402574"/>
                  </a:lnTo>
                  <a:lnTo>
                    <a:pt x="689246" y="469050"/>
                  </a:lnTo>
                  <a:lnTo>
                    <a:pt x="692366" y="538692"/>
                  </a:lnTo>
                  <a:lnTo>
                    <a:pt x="694288" y="611082"/>
                  </a:lnTo>
                  <a:lnTo>
                    <a:pt x="694944" y="685800"/>
                  </a:lnTo>
                  <a:lnTo>
                    <a:pt x="694288" y="760517"/>
                  </a:lnTo>
                  <a:lnTo>
                    <a:pt x="692366" y="832907"/>
                  </a:lnTo>
                  <a:lnTo>
                    <a:pt x="689246" y="902549"/>
                  </a:lnTo>
                  <a:lnTo>
                    <a:pt x="684996" y="969025"/>
                  </a:lnTo>
                  <a:lnTo>
                    <a:pt x="679685" y="1031917"/>
                  </a:lnTo>
                  <a:lnTo>
                    <a:pt x="673380" y="1090806"/>
                  </a:lnTo>
                  <a:lnTo>
                    <a:pt x="666150" y="1145273"/>
                  </a:lnTo>
                  <a:lnTo>
                    <a:pt x="658063" y="1194899"/>
                  </a:lnTo>
                  <a:lnTo>
                    <a:pt x="649187" y="1239268"/>
                  </a:lnTo>
                  <a:lnTo>
                    <a:pt x="639590" y="1277958"/>
                  </a:lnTo>
                  <a:lnTo>
                    <a:pt x="618508" y="1336633"/>
                  </a:lnTo>
                  <a:lnTo>
                    <a:pt x="595361" y="1367575"/>
                  </a:lnTo>
                  <a:lnTo>
                    <a:pt x="583184" y="1371600"/>
                  </a:lnTo>
                  <a:lnTo>
                    <a:pt x="111760" y="1371600"/>
                  </a:lnTo>
                  <a:lnTo>
                    <a:pt x="76435" y="1336633"/>
                  </a:lnTo>
                  <a:lnTo>
                    <a:pt x="55353" y="1277958"/>
                  </a:lnTo>
                  <a:lnTo>
                    <a:pt x="45756" y="1239268"/>
                  </a:lnTo>
                  <a:lnTo>
                    <a:pt x="36880" y="1194899"/>
                  </a:lnTo>
                  <a:lnTo>
                    <a:pt x="28793" y="1145273"/>
                  </a:lnTo>
                  <a:lnTo>
                    <a:pt x="21563" y="1090806"/>
                  </a:lnTo>
                  <a:lnTo>
                    <a:pt x="15258" y="1031917"/>
                  </a:lnTo>
                  <a:lnTo>
                    <a:pt x="9947" y="969025"/>
                  </a:lnTo>
                  <a:lnTo>
                    <a:pt x="5697" y="902549"/>
                  </a:lnTo>
                  <a:lnTo>
                    <a:pt x="2577" y="832907"/>
                  </a:lnTo>
                  <a:lnTo>
                    <a:pt x="655" y="760517"/>
                  </a:lnTo>
                  <a:lnTo>
                    <a:pt x="0" y="685800"/>
                  </a:lnTo>
                  <a:lnTo>
                    <a:pt x="655" y="611082"/>
                  </a:lnTo>
                  <a:lnTo>
                    <a:pt x="2577" y="538692"/>
                  </a:lnTo>
                  <a:lnTo>
                    <a:pt x="5697" y="469050"/>
                  </a:lnTo>
                  <a:lnTo>
                    <a:pt x="9947" y="402574"/>
                  </a:lnTo>
                  <a:lnTo>
                    <a:pt x="15258" y="339682"/>
                  </a:lnTo>
                  <a:lnTo>
                    <a:pt x="21563" y="280793"/>
                  </a:lnTo>
                  <a:lnTo>
                    <a:pt x="28793" y="226326"/>
                  </a:lnTo>
                  <a:lnTo>
                    <a:pt x="36880" y="176700"/>
                  </a:lnTo>
                  <a:lnTo>
                    <a:pt x="45756" y="132331"/>
                  </a:lnTo>
                  <a:lnTo>
                    <a:pt x="55353" y="93641"/>
                  </a:lnTo>
                  <a:lnTo>
                    <a:pt x="76435" y="34966"/>
                  </a:lnTo>
                  <a:lnTo>
                    <a:pt x="99582" y="402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240139" y="467105"/>
            <a:ext cx="28257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Gothic Uralic"/>
                <a:cs typeface="Gothic Uralic"/>
              </a:rPr>
              <a:t>P1  P2  P3  </a:t>
            </a:r>
            <a:r>
              <a:rPr sz="1800" b="1" dirty="0">
                <a:solidFill>
                  <a:srgbClr val="FF0000"/>
                </a:solidFill>
                <a:latin typeface="Gothic Uralic"/>
                <a:cs typeface="Gothic Uralic"/>
              </a:rPr>
              <a:t>P4  </a:t>
            </a:r>
            <a:r>
              <a:rPr sz="1800" b="1" dirty="0">
                <a:latin typeface="Gothic Uralic"/>
                <a:cs typeface="Gothic Uralic"/>
              </a:rPr>
              <a:t>P5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852659" y="237743"/>
            <a:ext cx="715010" cy="1629410"/>
            <a:chOff x="9852659" y="237743"/>
            <a:chExt cx="715010" cy="1629410"/>
          </a:xfrm>
        </p:grpSpPr>
        <p:sp>
          <p:nvSpPr>
            <p:cNvPr id="28" name="object 28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583183" y="0"/>
                  </a:moveTo>
                  <a:lnTo>
                    <a:pt x="111759" y="0"/>
                  </a:lnTo>
                  <a:lnTo>
                    <a:pt x="100996" y="3683"/>
                  </a:lnTo>
                  <a:lnTo>
                    <a:pt x="70631" y="56243"/>
                  </a:lnTo>
                  <a:lnTo>
                    <a:pt x="52459" y="122500"/>
                  </a:lnTo>
                  <a:lnTo>
                    <a:pt x="44135" y="163981"/>
                  </a:lnTo>
                  <a:lnTo>
                    <a:pt x="36382" y="210581"/>
                  </a:lnTo>
                  <a:lnTo>
                    <a:pt x="29246" y="261963"/>
                  </a:lnTo>
                  <a:lnTo>
                    <a:pt x="22774" y="317789"/>
                  </a:lnTo>
                  <a:lnTo>
                    <a:pt x="17013" y="377722"/>
                  </a:lnTo>
                  <a:lnTo>
                    <a:pt x="12009" y="441424"/>
                  </a:lnTo>
                  <a:lnTo>
                    <a:pt x="7811" y="508559"/>
                  </a:lnTo>
                  <a:lnTo>
                    <a:pt x="4464" y="578788"/>
                  </a:lnTo>
                  <a:lnTo>
                    <a:pt x="2015" y="651775"/>
                  </a:lnTo>
                  <a:lnTo>
                    <a:pt x="511" y="727182"/>
                  </a:lnTo>
                  <a:lnTo>
                    <a:pt x="0" y="804672"/>
                  </a:lnTo>
                  <a:lnTo>
                    <a:pt x="511" y="882161"/>
                  </a:lnTo>
                  <a:lnTo>
                    <a:pt x="2015" y="957568"/>
                  </a:lnTo>
                  <a:lnTo>
                    <a:pt x="4464" y="1030555"/>
                  </a:lnTo>
                  <a:lnTo>
                    <a:pt x="7811" y="1100784"/>
                  </a:lnTo>
                  <a:lnTo>
                    <a:pt x="12009" y="1167919"/>
                  </a:lnTo>
                  <a:lnTo>
                    <a:pt x="17013" y="1231621"/>
                  </a:lnTo>
                  <a:lnTo>
                    <a:pt x="22774" y="1291554"/>
                  </a:lnTo>
                  <a:lnTo>
                    <a:pt x="29246" y="1347380"/>
                  </a:lnTo>
                  <a:lnTo>
                    <a:pt x="36382" y="1398762"/>
                  </a:lnTo>
                  <a:lnTo>
                    <a:pt x="44135" y="1445362"/>
                  </a:lnTo>
                  <a:lnTo>
                    <a:pt x="52459" y="1486843"/>
                  </a:lnTo>
                  <a:lnTo>
                    <a:pt x="70631" y="1553100"/>
                  </a:lnTo>
                  <a:lnTo>
                    <a:pt x="90523" y="1594833"/>
                  </a:lnTo>
                  <a:lnTo>
                    <a:pt x="111759" y="1609344"/>
                  </a:lnTo>
                  <a:lnTo>
                    <a:pt x="583183" y="1609344"/>
                  </a:lnTo>
                  <a:lnTo>
                    <a:pt x="614557" y="1577200"/>
                  </a:lnTo>
                  <a:lnTo>
                    <a:pt x="633636" y="1522868"/>
                  </a:lnTo>
                  <a:lnTo>
                    <a:pt x="650808" y="1445362"/>
                  </a:lnTo>
                  <a:lnTo>
                    <a:pt x="658561" y="1398762"/>
                  </a:lnTo>
                  <a:lnTo>
                    <a:pt x="665697" y="1347380"/>
                  </a:lnTo>
                  <a:lnTo>
                    <a:pt x="672169" y="1291554"/>
                  </a:lnTo>
                  <a:lnTo>
                    <a:pt x="677930" y="1231621"/>
                  </a:lnTo>
                  <a:lnTo>
                    <a:pt x="682934" y="1167919"/>
                  </a:lnTo>
                  <a:lnTo>
                    <a:pt x="687132" y="1100784"/>
                  </a:lnTo>
                  <a:lnTo>
                    <a:pt x="690479" y="1030555"/>
                  </a:lnTo>
                  <a:lnTo>
                    <a:pt x="692928" y="957568"/>
                  </a:lnTo>
                  <a:lnTo>
                    <a:pt x="694432" y="882161"/>
                  </a:lnTo>
                  <a:lnTo>
                    <a:pt x="694943" y="804672"/>
                  </a:lnTo>
                  <a:lnTo>
                    <a:pt x="694432" y="727182"/>
                  </a:lnTo>
                  <a:lnTo>
                    <a:pt x="692928" y="651775"/>
                  </a:lnTo>
                  <a:lnTo>
                    <a:pt x="690479" y="578788"/>
                  </a:lnTo>
                  <a:lnTo>
                    <a:pt x="687132" y="508559"/>
                  </a:lnTo>
                  <a:lnTo>
                    <a:pt x="682934" y="441424"/>
                  </a:lnTo>
                  <a:lnTo>
                    <a:pt x="677930" y="377722"/>
                  </a:lnTo>
                  <a:lnTo>
                    <a:pt x="672169" y="317789"/>
                  </a:lnTo>
                  <a:lnTo>
                    <a:pt x="665697" y="261963"/>
                  </a:lnTo>
                  <a:lnTo>
                    <a:pt x="658561" y="210581"/>
                  </a:lnTo>
                  <a:lnTo>
                    <a:pt x="650808" y="163981"/>
                  </a:lnTo>
                  <a:lnTo>
                    <a:pt x="642484" y="122500"/>
                  </a:lnTo>
                  <a:lnTo>
                    <a:pt x="624312" y="56243"/>
                  </a:lnTo>
                  <a:lnTo>
                    <a:pt x="604420" y="1451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111759" y="0"/>
                  </a:moveTo>
                  <a:lnTo>
                    <a:pt x="583183" y="0"/>
                  </a:lnTo>
                  <a:lnTo>
                    <a:pt x="593947" y="3683"/>
                  </a:lnTo>
                  <a:lnTo>
                    <a:pt x="624312" y="56243"/>
                  </a:lnTo>
                  <a:lnTo>
                    <a:pt x="642484" y="122500"/>
                  </a:lnTo>
                  <a:lnTo>
                    <a:pt x="650808" y="163981"/>
                  </a:lnTo>
                  <a:lnTo>
                    <a:pt x="658561" y="210581"/>
                  </a:lnTo>
                  <a:lnTo>
                    <a:pt x="665697" y="261963"/>
                  </a:lnTo>
                  <a:lnTo>
                    <a:pt x="672169" y="317789"/>
                  </a:lnTo>
                  <a:lnTo>
                    <a:pt x="677930" y="377722"/>
                  </a:lnTo>
                  <a:lnTo>
                    <a:pt x="682934" y="441424"/>
                  </a:lnTo>
                  <a:lnTo>
                    <a:pt x="687132" y="508559"/>
                  </a:lnTo>
                  <a:lnTo>
                    <a:pt x="690479" y="578788"/>
                  </a:lnTo>
                  <a:lnTo>
                    <a:pt x="692928" y="651775"/>
                  </a:lnTo>
                  <a:lnTo>
                    <a:pt x="694432" y="727182"/>
                  </a:lnTo>
                  <a:lnTo>
                    <a:pt x="694943" y="804672"/>
                  </a:lnTo>
                  <a:lnTo>
                    <a:pt x="694432" y="882161"/>
                  </a:lnTo>
                  <a:lnTo>
                    <a:pt x="692928" y="957568"/>
                  </a:lnTo>
                  <a:lnTo>
                    <a:pt x="690479" y="1030555"/>
                  </a:lnTo>
                  <a:lnTo>
                    <a:pt x="687132" y="1100784"/>
                  </a:lnTo>
                  <a:lnTo>
                    <a:pt x="682934" y="1167919"/>
                  </a:lnTo>
                  <a:lnTo>
                    <a:pt x="677930" y="1231621"/>
                  </a:lnTo>
                  <a:lnTo>
                    <a:pt x="672169" y="1291554"/>
                  </a:lnTo>
                  <a:lnTo>
                    <a:pt x="665697" y="1347380"/>
                  </a:lnTo>
                  <a:lnTo>
                    <a:pt x="658561" y="1398762"/>
                  </a:lnTo>
                  <a:lnTo>
                    <a:pt x="650808" y="1445362"/>
                  </a:lnTo>
                  <a:lnTo>
                    <a:pt x="642484" y="1486843"/>
                  </a:lnTo>
                  <a:lnTo>
                    <a:pt x="624312" y="1553100"/>
                  </a:lnTo>
                  <a:lnTo>
                    <a:pt x="604420" y="1594833"/>
                  </a:lnTo>
                  <a:lnTo>
                    <a:pt x="583183" y="1609344"/>
                  </a:lnTo>
                  <a:lnTo>
                    <a:pt x="111759" y="1609344"/>
                  </a:lnTo>
                  <a:lnTo>
                    <a:pt x="80386" y="1577200"/>
                  </a:lnTo>
                  <a:lnTo>
                    <a:pt x="61307" y="1522868"/>
                  </a:lnTo>
                  <a:lnTo>
                    <a:pt x="44135" y="1445362"/>
                  </a:lnTo>
                  <a:lnTo>
                    <a:pt x="36382" y="1398762"/>
                  </a:lnTo>
                  <a:lnTo>
                    <a:pt x="29246" y="1347380"/>
                  </a:lnTo>
                  <a:lnTo>
                    <a:pt x="22774" y="1291554"/>
                  </a:lnTo>
                  <a:lnTo>
                    <a:pt x="17013" y="1231621"/>
                  </a:lnTo>
                  <a:lnTo>
                    <a:pt x="12009" y="1167919"/>
                  </a:lnTo>
                  <a:lnTo>
                    <a:pt x="7811" y="1100784"/>
                  </a:lnTo>
                  <a:lnTo>
                    <a:pt x="4464" y="1030555"/>
                  </a:lnTo>
                  <a:lnTo>
                    <a:pt x="2015" y="957568"/>
                  </a:lnTo>
                  <a:lnTo>
                    <a:pt x="511" y="882161"/>
                  </a:lnTo>
                  <a:lnTo>
                    <a:pt x="0" y="804672"/>
                  </a:lnTo>
                  <a:lnTo>
                    <a:pt x="511" y="727182"/>
                  </a:lnTo>
                  <a:lnTo>
                    <a:pt x="2015" y="651775"/>
                  </a:lnTo>
                  <a:lnTo>
                    <a:pt x="4464" y="578788"/>
                  </a:lnTo>
                  <a:lnTo>
                    <a:pt x="7811" y="508559"/>
                  </a:lnTo>
                  <a:lnTo>
                    <a:pt x="12009" y="441424"/>
                  </a:lnTo>
                  <a:lnTo>
                    <a:pt x="17013" y="377722"/>
                  </a:lnTo>
                  <a:lnTo>
                    <a:pt x="22774" y="317789"/>
                  </a:lnTo>
                  <a:lnTo>
                    <a:pt x="29246" y="261963"/>
                  </a:lnTo>
                  <a:lnTo>
                    <a:pt x="36382" y="210581"/>
                  </a:lnTo>
                  <a:lnTo>
                    <a:pt x="44135" y="163981"/>
                  </a:lnTo>
                  <a:lnTo>
                    <a:pt x="52459" y="122500"/>
                  </a:lnTo>
                  <a:lnTo>
                    <a:pt x="70631" y="56243"/>
                  </a:lnTo>
                  <a:lnTo>
                    <a:pt x="90523" y="14510"/>
                  </a:lnTo>
                  <a:lnTo>
                    <a:pt x="111759" y="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069448" y="211073"/>
            <a:ext cx="28194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P4  P5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P6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663428" y="0"/>
            <a:ext cx="715010" cy="1876425"/>
            <a:chOff x="10663428" y="0"/>
            <a:chExt cx="715010" cy="1876425"/>
          </a:xfrm>
        </p:grpSpPr>
        <p:sp>
          <p:nvSpPr>
            <p:cNvPr id="32" name="object 32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583184" y="0"/>
                  </a:moveTo>
                  <a:lnTo>
                    <a:pt x="111760" y="0"/>
                  </a:lnTo>
                  <a:lnTo>
                    <a:pt x="102594" y="3076"/>
                  </a:lnTo>
                  <a:lnTo>
                    <a:pt x="76435" y="47317"/>
                  </a:lnTo>
                  <a:lnTo>
                    <a:pt x="60400" y="103596"/>
                  </a:lnTo>
                  <a:lnTo>
                    <a:pt x="45756" y="179076"/>
                  </a:lnTo>
                  <a:lnTo>
                    <a:pt x="39028" y="223418"/>
                  </a:lnTo>
                  <a:lnTo>
                    <a:pt x="32734" y="271843"/>
                  </a:lnTo>
                  <a:lnTo>
                    <a:pt x="26903" y="324113"/>
                  </a:lnTo>
                  <a:lnTo>
                    <a:pt x="21563" y="379988"/>
                  </a:lnTo>
                  <a:lnTo>
                    <a:pt x="16744" y="439229"/>
                  </a:lnTo>
                  <a:lnTo>
                    <a:pt x="12474" y="501598"/>
                  </a:lnTo>
                  <a:lnTo>
                    <a:pt x="8782" y="566856"/>
                  </a:lnTo>
                  <a:lnTo>
                    <a:pt x="5697" y="634764"/>
                  </a:lnTo>
                  <a:lnTo>
                    <a:pt x="3248" y="705082"/>
                  </a:lnTo>
                  <a:lnTo>
                    <a:pt x="1462" y="777573"/>
                  </a:lnTo>
                  <a:lnTo>
                    <a:pt x="370" y="851997"/>
                  </a:lnTo>
                  <a:lnTo>
                    <a:pt x="0" y="928116"/>
                  </a:lnTo>
                  <a:lnTo>
                    <a:pt x="370" y="1004234"/>
                  </a:lnTo>
                  <a:lnTo>
                    <a:pt x="1462" y="1078658"/>
                  </a:lnTo>
                  <a:lnTo>
                    <a:pt x="3248" y="1151149"/>
                  </a:lnTo>
                  <a:lnTo>
                    <a:pt x="5697" y="1221467"/>
                  </a:lnTo>
                  <a:lnTo>
                    <a:pt x="8782" y="1289375"/>
                  </a:lnTo>
                  <a:lnTo>
                    <a:pt x="12474" y="1354633"/>
                  </a:lnTo>
                  <a:lnTo>
                    <a:pt x="16744" y="1417002"/>
                  </a:lnTo>
                  <a:lnTo>
                    <a:pt x="21563" y="1476243"/>
                  </a:lnTo>
                  <a:lnTo>
                    <a:pt x="26903" y="1532118"/>
                  </a:lnTo>
                  <a:lnTo>
                    <a:pt x="32734" y="1584388"/>
                  </a:lnTo>
                  <a:lnTo>
                    <a:pt x="39028" y="1632813"/>
                  </a:lnTo>
                  <a:lnTo>
                    <a:pt x="45756" y="1677155"/>
                  </a:lnTo>
                  <a:lnTo>
                    <a:pt x="52890" y="1717175"/>
                  </a:lnTo>
                  <a:lnTo>
                    <a:pt x="68258" y="1783294"/>
                  </a:lnTo>
                  <a:lnTo>
                    <a:pt x="84903" y="1829257"/>
                  </a:lnTo>
                  <a:lnTo>
                    <a:pt x="111760" y="1856232"/>
                  </a:lnTo>
                  <a:lnTo>
                    <a:pt x="583184" y="1856232"/>
                  </a:lnTo>
                  <a:lnTo>
                    <a:pt x="618508" y="1808914"/>
                  </a:lnTo>
                  <a:lnTo>
                    <a:pt x="634543" y="1752635"/>
                  </a:lnTo>
                  <a:lnTo>
                    <a:pt x="649187" y="1677155"/>
                  </a:lnTo>
                  <a:lnTo>
                    <a:pt x="655915" y="1632813"/>
                  </a:lnTo>
                  <a:lnTo>
                    <a:pt x="662209" y="1584388"/>
                  </a:lnTo>
                  <a:lnTo>
                    <a:pt x="668040" y="1532118"/>
                  </a:lnTo>
                  <a:lnTo>
                    <a:pt x="673380" y="1476243"/>
                  </a:lnTo>
                  <a:lnTo>
                    <a:pt x="678199" y="1417002"/>
                  </a:lnTo>
                  <a:lnTo>
                    <a:pt x="682469" y="1354633"/>
                  </a:lnTo>
                  <a:lnTo>
                    <a:pt x="686161" y="1289375"/>
                  </a:lnTo>
                  <a:lnTo>
                    <a:pt x="689246" y="1221467"/>
                  </a:lnTo>
                  <a:lnTo>
                    <a:pt x="691695" y="1151149"/>
                  </a:lnTo>
                  <a:lnTo>
                    <a:pt x="693481" y="1078658"/>
                  </a:lnTo>
                  <a:lnTo>
                    <a:pt x="694573" y="1004234"/>
                  </a:lnTo>
                  <a:lnTo>
                    <a:pt x="694944" y="928116"/>
                  </a:lnTo>
                  <a:lnTo>
                    <a:pt x="694573" y="851997"/>
                  </a:lnTo>
                  <a:lnTo>
                    <a:pt x="693481" y="777573"/>
                  </a:lnTo>
                  <a:lnTo>
                    <a:pt x="691695" y="705082"/>
                  </a:lnTo>
                  <a:lnTo>
                    <a:pt x="689246" y="634764"/>
                  </a:lnTo>
                  <a:lnTo>
                    <a:pt x="686161" y="566856"/>
                  </a:lnTo>
                  <a:lnTo>
                    <a:pt x="682469" y="501598"/>
                  </a:lnTo>
                  <a:lnTo>
                    <a:pt x="678199" y="439229"/>
                  </a:lnTo>
                  <a:lnTo>
                    <a:pt x="673380" y="379988"/>
                  </a:lnTo>
                  <a:lnTo>
                    <a:pt x="668040" y="324113"/>
                  </a:lnTo>
                  <a:lnTo>
                    <a:pt x="662209" y="271843"/>
                  </a:lnTo>
                  <a:lnTo>
                    <a:pt x="655915" y="223418"/>
                  </a:lnTo>
                  <a:lnTo>
                    <a:pt x="649187" y="179076"/>
                  </a:lnTo>
                  <a:lnTo>
                    <a:pt x="642053" y="139056"/>
                  </a:lnTo>
                  <a:lnTo>
                    <a:pt x="626685" y="72937"/>
                  </a:lnTo>
                  <a:lnTo>
                    <a:pt x="610040" y="2697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111760" y="0"/>
                  </a:moveTo>
                  <a:lnTo>
                    <a:pt x="583184" y="0"/>
                  </a:lnTo>
                  <a:lnTo>
                    <a:pt x="592349" y="3076"/>
                  </a:lnTo>
                  <a:lnTo>
                    <a:pt x="618508" y="47317"/>
                  </a:lnTo>
                  <a:lnTo>
                    <a:pt x="634543" y="103596"/>
                  </a:lnTo>
                  <a:lnTo>
                    <a:pt x="649187" y="179076"/>
                  </a:lnTo>
                  <a:lnTo>
                    <a:pt x="655915" y="223418"/>
                  </a:lnTo>
                  <a:lnTo>
                    <a:pt x="662209" y="271843"/>
                  </a:lnTo>
                  <a:lnTo>
                    <a:pt x="668040" y="324113"/>
                  </a:lnTo>
                  <a:lnTo>
                    <a:pt x="673380" y="379988"/>
                  </a:lnTo>
                  <a:lnTo>
                    <a:pt x="678199" y="439229"/>
                  </a:lnTo>
                  <a:lnTo>
                    <a:pt x="682469" y="501598"/>
                  </a:lnTo>
                  <a:lnTo>
                    <a:pt x="686161" y="566856"/>
                  </a:lnTo>
                  <a:lnTo>
                    <a:pt x="689246" y="634764"/>
                  </a:lnTo>
                  <a:lnTo>
                    <a:pt x="691695" y="705082"/>
                  </a:lnTo>
                  <a:lnTo>
                    <a:pt x="693481" y="777573"/>
                  </a:lnTo>
                  <a:lnTo>
                    <a:pt x="694573" y="851997"/>
                  </a:lnTo>
                  <a:lnTo>
                    <a:pt x="694944" y="928116"/>
                  </a:lnTo>
                  <a:lnTo>
                    <a:pt x="694573" y="1004234"/>
                  </a:lnTo>
                  <a:lnTo>
                    <a:pt x="693481" y="1078658"/>
                  </a:lnTo>
                  <a:lnTo>
                    <a:pt x="691695" y="1151149"/>
                  </a:lnTo>
                  <a:lnTo>
                    <a:pt x="689246" y="1221467"/>
                  </a:lnTo>
                  <a:lnTo>
                    <a:pt x="686161" y="1289375"/>
                  </a:lnTo>
                  <a:lnTo>
                    <a:pt x="682469" y="1354633"/>
                  </a:lnTo>
                  <a:lnTo>
                    <a:pt x="678199" y="1417002"/>
                  </a:lnTo>
                  <a:lnTo>
                    <a:pt x="673380" y="1476243"/>
                  </a:lnTo>
                  <a:lnTo>
                    <a:pt x="668040" y="1532118"/>
                  </a:lnTo>
                  <a:lnTo>
                    <a:pt x="662209" y="1584388"/>
                  </a:lnTo>
                  <a:lnTo>
                    <a:pt x="655915" y="1632813"/>
                  </a:lnTo>
                  <a:lnTo>
                    <a:pt x="649187" y="1677155"/>
                  </a:lnTo>
                  <a:lnTo>
                    <a:pt x="642053" y="1717175"/>
                  </a:lnTo>
                  <a:lnTo>
                    <a:pt x="626685" y="1783294"/>
                  </a:lnTo>
                  <a:lnTo>
                    <a:pt x="610040" y="1829257"/>
                  </a:lnTo>
                  <a:lnTo>
                    <a:pt x="583184" y="1856232"/>
                  </a:lnTo>
                  <a:lnTo>
                    <a:pt x="111760" y="1856232"/>
                  </a:lnTo>
                  <a:lnTo>
                    <a:pt x="76435" y="1808914"/>
                  </a:lnTo>
                  <a:lnTo>
                    <a:pt x="60400" y="1752635"/>
                  </a:lnTo>
                  <a:lnTo>
                    <a:pt x="45756" y="1677155"/>
                  </a:lnTo>
                  <a:lnTo>
                    <a:pt x="39028" y="1632813"/>
                  </a:lnTo>
                  <a:lnTo>
                    <a:pt x="32734" y="1584388"/>
                  </a:lnTo>
                  <a:lnTo>
                    <a:pt x="26903" y="1532118"/>
                  </a:lnTo>
                  <a:lnTo>
                    <a:pt x="21563" y="1476243"/>
                  </a:lnTo>
                  <a:lnTo>
                    <a:pt x="16744" y="1417002"/>
                  </a:lnTo>
                  <a:lnTo>
                    <a:pt x="12474" y="1354633"/>
                  </a:lnTo>
                  <a:lnTo>
                    <a:pt x="8782" y="1289375"/>
                  </a:lnTo>
                  <a:lnTo>
                    <a:pt x="5697" y="1221467"/>
                  </a:lnTo>
                  <a:lnTo>
                    <a:pt x="3248" y="1151149"/>
                  </a:lnTo>
                  <a:lnTo>
                    <a:pt x="1462" y="1078658"/>
                  </a:lnTo>
                  <a:lnTo>
                    <a:pt x="370" y="1004234"/>
                  </a:lnTo>
                  <a:lnTo>
                    <a:pt x="0" y="928116"/>
                  </a:lnTo>
                  <a:lnTo>
                    <a:pt x="370" y="851997"/>
                  </a:lnTo>
                  <a:lnTo>
                    <a:pt x="1462" y="777573"/>
                  </a:lnTo>
                  <a:lnTo>
                    <a:pt x="3248" y="705082"/>
                  </a:lnTo>
                  <a:lnTo>
                    <a:pt x="5697" y="634764"/>
                  </a:lnTo>
                  <a:lnTo>
                    <a:pt x="8782" y="566856"/>
                  </a:lnTo>
                  <a:lnTo>
                    <a:pt x="12474" y="501598"/>
                  </a:lnTo>
                  <a:lnTo>
                    <a:pt x="16744" y="439229"/>
                  </a:lnTo>
                  <a:lnTo>
                    <a:pt x="21563" y="379988"/>
                  </a:lnTo>
                  <a:lnTo>
                    <a:pt x="26903" y="324113"/>
                  </a:lnTo>
                  <a:lnTo>
                    <a:pt x="32734" y="271843"/>
                  </a:lnTo>
                  <a:lnTo>
                    <a:pt x="39028" y="223418"/>
                  </a:lnTo>
                  <a:lnTo>
                    <a:pt x="45756" y="179076"/>
                  </a:lnTo>
                  <a:lnTo>
                    <a:pt x="52890" y="139056"/>
                  </a:lnTo>
                  <a:lnTo>
                    <a:pt x="68258" y="72937"/>
                  </a:lnTo>
                  <a:lnTo>
                    <a:pt x="84903" y="2697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879963" y="224485"/>
            <a:ext cx="2819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P5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853684" y="1861947"/>
            <a:ext cx="834390" cy="17145"/>
          </a:xfrm>
          <a:custGeom>
            <a:avLst/>
            <a:gdLst/>
            <a:ahLst/>
            <a:cxnLst/>
            <a:rect l="l" t="t" r="r" b="b"/>
            <a:pathLst>
              <a:path w="834390" h="17144">
                <a:moveTo>
                  <a:pt x="0" y="16636"/>
                </a:moveTo>
                <a:lnTo>
                  <a:pt x="834389" y="16636"/>
                </a:lnTo>
              </a:path>
              <a:path w="834390" h="17144">
                <a:moveTo>
                  <a:pt x="0" y="0"/>
                </a:moveTo>
                <a:lnTo>
                  <a:pt x="834389" y="0"/>
                </a:lnTo>
              </a:path>
            </a:pathLst>
          </a:custGeom>
          <a:ln w="3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927597" y="187680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68807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775442" y="185394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11123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5917691" y="1850453"/>
          <a:ext cx="5438769" cy="255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47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16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84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683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65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5783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5783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86714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481329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33401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142239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</a:tblGrid>
              <a:tr h="248094">
                <a:tc>
                  <a:txBody>
                    <a:bodyPr/>
                    <a:lstStyle/>
                    <a:p>
                      <a:pPr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5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6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" name="object 41"/>
          <p:cNvSpPr txBox="1"/>
          <p:nvPr/>
        </p:nvSpPr>
        <p:spPr>
          <a:xfrm>
            <a:off x="5759322" y="125983"/>
            <a:ext cx="144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0000"/>
                </a:solidFill>
                <a:latin typeface="Gothic Uralic"/>
                <a:cs typeface="Gothic Uralic"/>
              </a:rPr>
              <a:t>Arrival</a:t>
            </a:r>
            <a:r>
              <a:rPr sz="2000" b="1" spc="-75" dirty="0">
                <a:solidFill>
                  <a:srgbClr val="FF0000"/>
                </a:solidFill>
                <a:latin typeface="Gothic Uralic"/>
                <a:cs typeface="Gothic Ural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Gothic Uralic"/>
                <a:cs typeface="Gothic Uralic"/>
              </a:rPr>
              <a:t>Time</a:t>
            </a:r>
            <a:endParaRPr sz="2000">
              <a:latin typeface="Gothic Uralic"/>
              <a:cs typeface="Gothic Uralic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448814" y="4227321"/>
            <a:ext cx="1274445" cy="788670"/>
            <a:chOff x="2448814" y="4227321"/>
            <a:chExt cx="1274445" cy="788670"/>
          </a:xfrm>
        </p:grpSpPr>
        <p:sp>
          <p:nvSpPr>
            <p:cNvPr id="43" name="object 43"/>
            <p:cNvSpPr/>
            <p:nvPr/>
          </p:nvSpPr>
          <p:spPr>
            <a:xfrm>
              <a:off x="2458974" y="4237481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5" h="778510">
                  <a:moveTo>
                    <a:pt x="1264158" y="278892"/>
                  </a:moveTo>
                  <a:lnTo>
                    <a:pt x="1261948" y="267906"/>
                  </a:lnTo>
                  <a:lnTo>
                    <a:pt x="1255915" y="258940"/>
                  </a:lnTo>
                  <a:lnTo>
                    <a:pt x="1246949" y="252907"/>
                  </a:lnTo>
                  <a:lnTo>
                    <a:pt x="1235964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2218" y="445008"/>
                  </a:lnTo>
                  <a:lnTo>
                    <a:pt x="982218" y="749808"/>
                  </a:lnTo>
                  <a:lnTo>
                    <a:pt x="984415" y="760806"/>
                  </a:lnTo>
                  <a:lnTo>
                    <a:pt x="990447" y="769772"/>
                  </a:lnTo>
                  <a:lnTo>
                    <a:pt x="999413" y="775804"/>
                  </a:lnTo>
                  <a:lnTo>
                    <a:pt x="1010412" y="778002"/>
                  </a:lnTo>
                  <a:lnTo>
                    <a:pt x="1235964" y="778002"/>
                  </a:lnTo>
                  <a:lnTo>
                    <a:pt x="1246949" y="775804"/>
                  </a:lnTo>
                  <a:lnTo>
                    <a:pt x="1255915" y="769772"/>
                  </a:lnTo>
                  <a:lnTo>
                    <a:pt x="1261948" y="760806"/>
                  </a:lnTo>
                  <a:lnTo>
                    <a:pt x="1264158" y="749808"/>
                  </a:lnTo>
                  <a:lnTo>
                    <a:pt x="1264158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58974" y="423748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789682" y="4195698"/>
            <a:ext cx="908685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0"/>
              </a:spcBef>
            </a:pPr>
            <a:r>
              <a:rPr sz="2900" spc="-235" dirty="0">
                <a:latin typeface="Verdana"/>
                <a:cs typeface="Verdana"/>
              </a:rPr>
              <a:t>2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657346" y="4216653"/>
            <a:ext cx="1274445" cy="786765"/>
            <a:chOff x="3657346" y="4216653"/>
            <a:chExt cx="1274445" cy="786765"/>
          </a:xfrm>
        </p:grpSpPr>
        <p:sp>
          <p:nvSpPr>
            <p:cNvPr id="47" name="object 47"/>
            <p:cNvSpPr/>
            <p:nvPr/>
          </p:nvSpPr>
          <p:spPr>
            <a:xfrm>
              <a:off x="3667506" y="4226813"/>
              <a:ext cx="1264285" cy="776605"/>
            </a:xfrm>
            <a:custGeom>
              <a:avLst/>
              <a:gdLst/>
              <a:ahLst/>
              <a:cxnLst/>
              <a:rect l="l" t="t" r="r" b="b"/>
              <a:pathLst>
                <a:path w="1264285" h="776604">
                  <a:moveTo>
                    <a:pt x="1264158" y="278765"/>
                  </a:moveTo>
                  <a:lnTo>
                    <a:pt x="1261948" y="267855"/>
                  </a:lnTo>
                  <a:lnTo>
                    <a:pt x="1255928" y="258927"/>
                  </a:lnTo>
                  <a:lnTo>
                    <a:pt x="1247000" y="252907"/>
                  </a:lnTo>
                  <a:lnTo>
                    <a:pt x="1236091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3742" y="445008"/>
                  </a:lnTo>
                  <a:lnTo>
                    <a:pt x="983742" y="748411"/>
                  </a:lnTo>
                  <a:lnTo>
                    <a:pt x="985939" y="759333"/>
                  </a:lnTo>
                  <a:lnTo>
                    <a:pt x="991958" y="768261"/>
                  </a:lnTo>
                  <a:lnTo>
                    <a:pt x="1000887" y="774280"/>
                  </a:lnTo>
                  <a:lnTo>
                    <a:pt x="1011809" y="776478"/>
                  </a:lnTo>
                  <a:lnTo>
                    <a:pt x="1236091" y="776478"/>
                  </a:lnTo>
                  <a:lnTo>
                    <a:pt x="1247013" y="774280"/>
                  </a:lnTo>
                  <a:lnTo>
                    <a:pt x="1255928" y="768261"/>
                  </a:lnTo>
                  <a:lnTo>
                    <a:pt x="1261948" y="759333"/>
                  </a:lnTo>
                  <a:lnTo>
                    <a:pt x="1264158" y="748411"/>
                  </a:lnTo>
                  <a:lnTo>
                    <a:pt x="1264158" y="278765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67506" y="4226813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998721" y="4184396"/>
            <a:ext cx="908050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0"/>
              </a:spcBef>
            </a:pPr>
            <a:r>
              <a:rPr sz="2900" spc="-235" dirty="0">
                <a:latin typeface="Verdana"/>
                <a:cs typeface="Verdana"/>
              </a:rPr>
              <a:t>3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914646" y="4212082"/>
            <a:ext cx="1276350" cy="788670"/>
            <a:chOff x="4914646" y="4212082"/>
            <a:chExt cx="1276350" cy="788670"/>
          </a:xfrm>
        </p:grpSpPr>
        <p:sp>
          <p:nvSpPr>
            <p:cNvPr id="51" name="object 51"/>
            <p:cNvSpPr/>
            <p:nvPr/>
          </p:nvSpPr>
          <p:spPr>
            <a:xfrm>
              <a:off x="4924806" y="4222241"/>
              <a:ext cx="1266190" cy="778510"/>
            </a:xfrm>
            <a:custGeom>
              <a:avLst/>
              <a:gdLst/>
              <a:ahLst/>
              <a:cxnLst/>
              <a:rect l="l" t="t" r="r" b="b"/>
              <a:pathLst>
                <a:path w="1266189" h="778510">
                  <a:moveTo>
                    <a:pt x="1265682" y="278892"/>
                  </a:moveTo>
                  <a:lnTo>
                    <a:pt x="1263472" y="267906"/>
                  </a:lnTo>
                  <a:lnTo>
                    <a:pt x="1257439" y="258940"/>
                  </a:lnTo>
                  <a:lnTo>
                    <a:pt x="1248473" y="252907"/>
                  </a:lnTo>
                  <a:lnTo>
                    <a:pt x="1237488" y="250698"/>
                  </a:lnTo>
                  <a:lnTo>
                    <a:pt x="1110996" y="250698"/>
                  </a:lnTo>
                  <a:lnTo>
                    <a:pt x="1110996" y="44450"/>
                  </a:lnTo>
                  <a:lnTo>
                    <a:pt x="1107490" y="27165"/>
                  </a:lnTo>
                  <a:lnTo>
                    <a:pt x="1097953" y="13042"/>
                  </a:lnTo>
                  <a:lnTo>
                    <a:pt x="1083830" y="3505"/>
                  </a:lnTo>
                  <a:lnTo>
                    <a:pt x="1066546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3742" y="445008"/>
                  </a:lnTo>
                  <a:lnTo>
                    <a:pt x="983742" y="749808"/>
                  </a:lnTo>
                  <a:lnTo>
                    <a:pt x="985939" y="760806"/>
                  </a:lnTo>
                  <a:lnTo>
                    <a:pt x="991971" y="769772"/>
                  </a:lnTo>
                  <a:lnTo>
                    <a:pt x="1000937" y="775804"/>
                  </a:lnTo>
                  <a:lnTo>
                    <a:pt x="1011936" y="778002"/>
                  </a:lnTo>
                  <a:lnTo>
                    <a:pt x="1237488" y="778002"/>
                  </a:lnTo>
                  <a:lnTo>
                    <a:pt x="1248473" y="775804"/>
                  </a:lnTo>
                  <a:lnTo>
                    <a:pt x="1257439" y="769772"/>
                  </a:lnTo>
                  <a:lnTo>
                    <a:pt x="1263472" y="760806"/>
                  </a:lnTo>
                  <a:lnTo>
                    <a:pt x="1265682" y="749808"/>
                  </a:lnTo>
                  <a:lnTo>
                    <a:pt x="1265682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924806" y="4222242"/>
              <a:ext cx="1111250" cy="445134"/>
            </a:xfrm>
            <a:custGeom>
              <a:avLst/>
              <a:gdLst/>
              <a:ahLst/>
              <a:cxnLst/>
              <a:rect l="l" t="t" r="r" b="b"/>
              <a:pathLst>
                <a:path w="1111250" h="445135">
                  <a:moveTo>
                    <a:pt x="0" y="44449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6546" y="0"/>
                  </a:lnTo>
                  <a:lnTo>
                    <a:pt x="1083831" y="3498"/>
                  </a:lnTo>
                  <a:lnTo>
                    <a:pt x="1097962" y="13033"/>
                  </a:lnTo>
                  <a:lnTo>
                    <a:pt x="1107497" y="27164"/>
                  </a:lnTo>
                  <a:lnTo>
                    <a:pt x="1110996" y="44449"/>
                  </a:lnTo>
                  <a:lnTo>
                    <a:pt x="1110996" y="400557"/>
                  </a:lnTo>
                  <a:lnTo>
                    <a:pt x="1107497" y="417843"/>
                  </a:lnTo>
                  <a:lnTo>
                    <a:pt x="1097962" y="431974"/>
                  </a:lnTo>
                  <a:lnTo>
                    <a:pt x="1083831" y="441509"/>
                  </a:lnTo>
                  <a:lnTo>
                    <a:pt x="1066546" y="445007"/>
                  </a:lnTo>
                  <a:lnTo>
                    <a:pt x="44450" y="445007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7"/>
                  </a:lnTo>
                  <a:lnTo>
                    <a:pt x="0" y="44449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256657" y="4179773"/>
            <a:ext cx="908685" cy="9188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P4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5"/>
              </a:spcBef>
            </a:pPr>
            <a:r>
              <a:rPr sz="2900" spc="-235" dirty="0">
                <a:latin typeface="Verdana"/>
                <a:cs typeface="Verdana"/>
              </a:rPr>
              <a:t>4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139941" y="4196841"/>
            <a:ext cx="1274445" cy="788670"/>
            <a:chOff x="6139941" y="4196841"/>
            <a:chExt cx="1274445" cy="788670"/>
          </a:xfrm>
        </p:grpSpPr>
        <p:sp>
          <p:nvSpPr>
            <p:cNvPr id="55" name="object 55"/>
            <p:cNvSpPr/>
            <p:nvPr/>
          </p:nvSpPr>
          <p:spPr>
            <a:xfrm>
              <a:off x="6150102" y="4207001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4" h="778510">
                  <a:moveTo>
                    <a:pt x="1264158" y="278892"/>
                  </a:moveTo>
                  <a:lnTo>
                    <a:pt x="1261948" y="267906"/>
                  </a:lnTo>
                  <a:lnTo>
                    <a:pt x="1255915" y="258940"/>
                  </a:lnTo>
                  <a:lnTo>
                    <a:pt x="1246949" y="252907"/>
                  </a:lnTo>
                  <a:lnTo>
                    <a:pt x="1235964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2218" y="445008"/>
                  </a:lnTo>
                  <a:lnTo>
                    <a:pt x="982218" y="749808"/>
                  </a:lnTo>
                  <a:lnTo>
                    <a:pt x="984415" y="760806"/>
                  </a:lnTo>
                  <a:lnTo>
                    <a:pt x="990447" y="769772"/>
                  </a:lnTo>
                  <a:lnTo>
                    <a:pt x="999413" y="775804"/>
                  </a:lnTo>
                  <a:lnTo>
                    <a:pt x="1010412" y="778002"/>
                  </a:lnTo>
                  <a:lnTo>
                    <a:pt x="1235964" y="778002"/>
                  </a:lnTo>
                  <a:lnTo>
                    <a:pt x="1246949" y="775804"/>
                  </a:lnTo>
                  <a:lnTo>
                    <a:pt x="1255915" y="769772"/>
                  </a:lnTo>
                  <a:lnTo>
                    <a:pt x="1261948" y="760806"/>
                  </a:lnTo>
                  <a:lnTo>
                    <a:pt x="1264158" y="749808"/>
                  </a:lnTo>
                  <a:lnTo>
                    <a:pt x="1264158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150101" y="420700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481064" y="4164838"/>
            <a:ext cx="908050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P4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5"/>
              </a:spcBef>
            </a:pPr>
            <a:r>
              <a:rPr sz="2900" spc="-235" dirty="0">
                <a:latin typeface="Verdana"/>
                <a:cs typeface="Verdana"/>
              </a:rPr>
              <a:t>5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042153" y="2077669"/>
            <a:ext cx="154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rlito"/>
                <a:cs typeface="Carlito"/>
              </a:rPr>
              <a:t>0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375906" y="4196841"/>
            <a:ext cx="1274445" cy="788670"/>
            <a:chOff x="7375906" y="4196841"/>
            <a:chExt cx="1274445" cy="788670"/>
          </a:xfrm>
        </p:grpSpPr>
        <p:sp>
          <p:nvSpPr>
            <p:cNvPr id="60" name="object 60"/>
            <p:cNvSpPr/>
            <p:nvPr/>
          </p:nvSpPr>
          <p:spPr>
            <a:xfrm>
              <a:off x="7386066" y="4207001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4" h="778510">
                  <a:moveTo>
                    <a:pt x="1264158" y="278765"/>
                  </a:moveTo>
                  <a:lnTo>
                    <a:pt x="1261948" y="267855"/>
                  </a:lnTo>
                  <a:lnTo>
                    <a:pt x="1255928" y="258927"/>
                  </a:lnTo>
                  <a:lnTo>
                    <a:pt x="1247013" y="252907"/>
                  </a:lnTo>
                  <a:lnTo>
                    <a:pt x="1236091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3742" y="445008"/>
                  </a:lnTo>
                  <a:lnTo>
                    <a:pt x="983742" y="749935"/>
                  </a:lnTo>
                  <a:lnTo>
                    <a:pt x="985939" y="760857"/>
                  </a:lnTo>
                  <a:lnTo>
                    <a:pt x="991958" y="769785"/>
                  </a:lnTo>
                  <a:lnTo>
                    <a:pt x="1000887" y="775804"/>
                  </a:lnTo>
                  <a:lnTo>
                    <a:pt x="1011809" y="778002"/>
                  </a:lnTo>
                  <a:lnTo>
                    <a:pt x="1236091" y="778002"/>
                  </a:lnTo>
                  <a:lnTo>
                    <a:pt x="1247013" y="775804"/>
                  </a:lnTo>
                  <a:lnTo>
                    <a:pt x="1255928" y="769785"/>
                  </a:lnTo>
                  <a:lnTo>
                    <a:pt x="1261948" y="760869"/>
                  </a:lnTo>
                  <a:lnTo>
                    <a:pt x="1264158" y="749935"/>
                  </a:lnTo>
                  <a:lnTo>
                    <a:pt x="1264158" y="278765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386066" y="420700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7717663" y="4164838"/>
            <a:ext cx="835025" cy="85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P6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140"/>
              </a:spcBef>
            </a:pPr>
            <a:r>
              <a:rPr sz="2400" spc="-200" dirty="0">
                <a:latin typeface="Verdana"/>
                <a:cs typeface="Verdana"/>
              </a:rPr>
              <a:t>9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8606028" y="4175759"/>
            <a:ext cx="2486025" cy="791210"/>
            <a:chOff x="8606028" y="4175759"/>
            <a:chExt cx="2486025" cy="791210"/>
          </a:xfrm>
        </p:grpSpPr>
        <p:sp>
          <p:nvSpPr>
            <p:cNvPr id="64" name="object 64"/>
            <p:cNvSpPr/>
            <p:nvPr/>
          </p:nvSpPr>
          <p:spPr>
            <a:xfrm>
              <a:off x="8615934" y="4190237"/>
              <a:ext cx="1264285" cy="776605"/>
            </a:xfrm>
            <a:custGeom>
              <a:avLst/>
              <a:gdLst/>
              <a:ahLst/>
              <a:cxnLst/>
              <a:rect l="l" t="t" r="r" b="b"/>
              <a:pathLst>
                <a:path w="1264284" h="776604">
                  <a:moveTo>
                    <a:pt x="1264158" y="277368"/>
                  </a:moveTo>
                  <a:lnTo>
                    <a:pt x="1261948" y="266382"/>
                  </a:lnTo>
                  <a:lnTo>
                    <a:pt x="1255915" y="257416"/>
                  </a:lnTo>
                  <a:lnTo>
                    <a:pt x="1246949" y="251383"/>
                  </a:lnTo>
                  <a:lnTo>
                    <a:pt x="1235964" y="249174"/>
                  </a:lnTo>
                  <a:lnTo>
                    <a:pt x="1109472" y="249174"/>
                  </a:lnTo>
                  <a:lnTo>
                    <a:pt x="1109472" y="44323"/>
                  </a:lnTo>
                  <a:lnTo>
                    <a:pt x="1105992" y="27063"/>
                  </a:lnTo>
                  <a:lnTo>
                    <a:pt x="1096492" y="12979"/>
                  </a:lnTo>
                  <a:lnTo>
                    <a:pt x="1082408" y="3479"/>
                  </a:lnTo>
                  <a:lnTo>
                    <a:pt x="1065149" y="0"/>
                  </a:lnTo>
                  <a:lnTo>
                    <a:pt x="44323" y="0"/>
                  </a:lnTo>
                  <a:lnTo>
                    <a:pt x="27051" y="3479"/>
                  </a:lnTo>
                  <a:lnTo>
                    <a:pt x="12966" y="12979"/>
                  </a:lnTo>
                  <a:lnTo>
                    <a:pt x="3467" y="27063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67" y="416433"/>
                  </a:lnTo>
                  <a:lnTo>
                    <a:pt x="12966" y="430517"/>
                  </a:lnTo>
                  <a:lnTo>
                    <a:pt x="27051" y="440016"/>
                  </a:lnTo>
                  <a:lnTo>
                    <a:pt x="44323" y="443484"/>
                  </a:lnTo>
                  <a:lnTo>
                    <a:pt x="982218" y="443484"/>
                  </a:lnTo>
                  <a:lnTo>
                    <a:pt x="982218" y="748284"/>
                  </a:lnTo>
                  <a:lnTo>
                    <a:pt x="984415" y="759282"/>
                  </a:lnTo>
                  <a:lnTo>
                    <a:pt x="990447" y="768248"/>
                  </a:lnTo>
                  <a:lnTo>
                    <a:pt x="999413" y="774280"/>
                  </a:lnTo>
                  <a:lnTo>
                    <a:pt x="1010412" y="776478"/>
                  </a:lnTo>
                  <a:lnTo>
                    <a:pt x="1235964" y="776478"/>
                  </a:lnTo>
                  <a:lnTo>
                    <a:pt x="1246949" y="774280"/>
                  </a:lnTo>
                  <a:lnTo>
                    <a:pt x="1255915" y="768248"/>
                  </a:lnTo>
                  <a:lnTo>
                    <a:pt x="1261948" y="759282"/>
                  </a:lnTo>
                  <a:lnTo>
                    <a:pt x="1264158" y="748284"/>
                  </a:lnTo>
                  <a:lnTo>
                    <a:pt x="1264158" y="277368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615934" y="4190237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0" y="44323"/>
                  </a:moveTo>
                  <a:lnTo>
                    <a:pt x="3478" y="27056"/>
                  </a:lnTo>
                  <a:lnTo>
                    <a:pt x="12969" y="12969"/>
                  </a:lnTo>
                  <a:lnTo>
                    <a:pt x="27056" y="3478"/>
                  </a:lnTo>
                  <a:lnTo>
                    <a:pt x="44323" y="0"/>
                  </a:lnTo>
                  <a:lnTo>
                    <a:pt x="1065149" y="0"/>
                  </a:lnTo>
                  <a:lnTo>
                    <a:pt x="1082415" y="3478"/>
                  </a:lnTo>
                  <a:lnTo>
                    <a:pt x="1096502" y="12969"/>
                  </a:lnTo>
                  <a:lnTo>
                    <a:pt x="1105993" y="27056"/>
                  </a:lnTo>
                  <a:lnTo>
                    <a:pt x="1109472" y="44323"/>
                  </a:lnTo>
                  <a:lnTo>
                    <a:pt x="1109472" y="399161"/>
                  </a:lnTo>
                  <a:lnTo>
                    <a:pt x="1105993" y="416427"/>
                  </a:lnTo>
                  <a:lnTo>
                    <a:pt x="1096502" y="430514"/>
                  </a:lnTo>
                  <a:lnTo>
                    <a:pt x="1082415" y="440005"/>
                  </a:lnTo>
                  <a:lnTo>
                    <a:pt x="1065149" y="443484"/>
                  </a:lnTo>
                  <a:lnTo>
                    <a:pt x="44323" y="443484"/>
                  </a:lnTo>
                  <a:lnTo>
                    <a:pt x="27056" y="440005"/>
                  </a:lnTo>
                  <a:lnTo>
                    <a:pt x="12969" y="430514"/>
                  </a:lnTo>
                  <a:lnTo>
                    <a:pt x="3478" y="416427"/>
                  </a:lnTo>
                  <a:lnTo>
                    <a:pt x="0" y="399161"/>
                  </a:lnTo>
                  <a:lnTo>
                    <a:pt x="0" y="4432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825990" y="4185665"/>
              <a:ext cx="1266190" cy="776605"/>
            </a:xfrm>
            <a:custGeom>
              <a:avLst/>
              <a:gdLst/>
              <a:ahLst/>
              <a:cxnLst/>
              <a:rect l="l" t="t" r="r" b="b"/>
              <a:pathLst>
                <a:path w="1266190" h="776604">
                  <a:moveTo>
                    <a:pt x="1265682" y="277368"/>
                  </a:moveTo>
                  <a:lnTo>
                    <a:pt x="1263472" y="266382"/>
                  </a:lnTo>
                  <a:lnTo>
                    <a:pt x="1257439" y="257416"/>
                  </a:lnTo>
                  <a:lnTo>
                    <a:pt x="1248473" y="251383"/>
                  </a:lnTo>
                  <a:lnTo>
                    <a:pt x="1237488" y="249174"/>
                  </a:lnTo>
                  <a:lnTo>
                    <a:pt x="1110996" y="249174"/>
                  </a:lnTo>
                  <a:lnTo>
                    <a:pt x="1110996" y="44323"/>
                  </a:lnTo>
                  <a:lnTo>
                    <a:pt x="1107516" y="27063"/>
                  </a:lnTo>
                  <a:lnTo>
                    <a:pt x="1098016" y="12979"/>
                  </a:lnTo>
                  <a:lnTo>
                    <a:pt x="1083932" y="3479"/>
                  </a:lnTo>
                  <a:lnTo>
                    <a:pt x="1066673" y="0"/>
                  </a:lnTo>
                  <a:lnTo>
                    <a:pt x="44323" y="0"/>
                  </a:lnTo>
                  <a:lnTo>
                    <a:pt x="27051" y="3479"/>
                  </a:lnTo>
                  <a:lnTo>
                    <a:pt x="12966" y="12979"/>
                  </a:lnTo>
                  <a:lnTo>
                    <a:pt x="3467" y="27063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67" y="416433"/>
                  </a:lnTo>
                  <a:lnTo>
                    <a:pt x="12966" y="430517"/>
                  </a:lnTo>
                  <a:lnTo>
                    <a:pt x="27051" y="440016"/>
                  </a:lnTo>
                  <a:lnTo>
                    <a:pt x="44323" y="443484"/>
                  </a:lnTo>
                  <a:lnTo>
                    <a:pt x="983742" y="443484"/>
                  </a:lnTo>
                  <a:lnTo>
                    <a:pt x="983742" y="748284"/>
                  </a:lnTo>
                  <a:lnTo>
                    <a:pt x="985939" y="759282"/>
                  </a:lnTo>
                  <a:lnTo>
                    <a:pt x="991971" y="768248"/>
                  </a:lnTo>
                  <a:lnTo>
                    <a:pt x="1000937" y="774280"/>
                  </a:lnTo>
                  <a:lnTo>
                    <a:pt x="1011936" y="776478"/>
                  </a:lnTo>
                  <a:lnTo>
                    <a:pt x="1237488" y="776478"/>
                  </a:lnTo>
                  <a:lnTo>
                    <a:pt x="1248473" y="774280"/>
                  </a:lnTo>
                  <a:lnTo>
                    <a:pt x="1257439" y="768248"/>
                  </a:lnTo>
                  <a:lnTo>
                    <a:pt x="1263472" y="759282"/>
                  </a:lnTo>
                  <a:lnTo>
                    <a:pt x="1265682" y="748284"/>
                  </a:lnTo>
                  <a:lnTo>
                    <a:pt x="1265682" y="277368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825990" y="4185665"/>
              <a:ext cx="1111250" cy="443865"/>
            </a:xfrm>
            <a:custGeom>
              <a:avLst/>
              <a:gdLst/>
              <a:ahLst/>
              <a:cxnLst/>
              <a:rect l="l" t="t" r="r" b="b"/>
              <a:pathLst>
                <a:path w="1111250" h="443864">
                  <a:moveTo>
                    <a:pt x="0" y="44322"/>
                  </a:moveTo>
                  <a:lnTo>
                    <a:pt x="3478" y="27056"/>
                  </a:lnTo>
                  <a:lnTo>
                    <a:pt x="12969" y="12969"/>
                  </a:lnTo>
                  <a:lnTo>
                    <a:pt x="27056" y="3478"/>
                  </a:lnTo>
                  <a:lnTo>
                    <a:pt x="44323" y="0"/>
                  </a:lnTo>
                  <a:lnTo>
                    <a:pt x="1066673" y="0"/>
                  </a:lnTo>
                  <a:lnTo>
                    <a:pt x="1083939" y="3478"/>
                  </a:lnTo>
                  <a:lnTo>
                    <a:pt x="1098026" y="12969"/>
                  </a:lnTo>
                  <a:lnTo>
                    <a:pt x="1107517" y="27056"/>
                  </a:lnTo>
                  <a:lnTo>
                    <a:pt x="1110995" y="44322"/>
                  </a:lnTo>
                  <a:lnTo>
                    <a:pt x="1110995" y="399160"/>
                  </a:lnTo>
                  <a:lnTo>
                    <a:pt x="1107517" y="416427"/>
                  </a:lnTo>
                  <a:lnTo>
                    <a:pt x="1098026" y="430514"/>
                  </a:lnTo>
                  <a:lnTo>
                    <a:pt x="1083939" y="440005"/>
                  </a:lnTo>
                  <a:lnTo>
                    <a:pt x="1066673" y="443483"/>
                  </a:lnTo>
                  <a:lnTo>
                    <a:pt x="44323" y="443483"/>
                  </a:lnTo>
                  <a:lnTo>
                    <a:pt x="27056" y="440005"/>
                  </a:lnTo>
                  <a:lnTo>
                    <a:pt x="12969" y="430514"/>
                  </a:lnTo>
                  <a:lnTo>
                    <a:pt x="3478" y="416427"/>
                  </a:lnTo>
                  <a:lnTo>
                    <a:pt x="0" y="399160"/>
                  </a:lnTo>
                  <a:lnTo>
                    <a:pt x="0" y="44322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8947150" y="4147184"/>
            <a:ext cx="2129790" cy="85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3645" algn="l"/>
              </a:tabLst>
            </a:pPr>
            <a:r>
              <a:rPr sz="2900" spc="-135" dirty="0">
                <a:latin typeface="Verdana"/>
                <a:cs typeface="Verdana"/>
              </a:rPr>
              <a:t>P4	</a:t>
            </a:r>
            <a:r>
              <a:rPr sz="2900" spc="-140" dirty="0">
                <a:latin typeface="Verdana"/>
                <a:cs typeface="Verdana"/>
              </a:rPr>
              <a:t>P7</a:t>
            </a:r>
            <a:endParaRPr sz="2900">
              <a:latin typeface="Verdana"/>
              <a:cs typeface="Verdana"/>
            </a:endParaRPr>
          </a:p>
          <a:p>
            <a:pPr marL="567055">
              <a:lnSpc>
                <a:spcPct val="100000"/>
              </a:lnSpc>
              <a:spcBef>
                <a:spcPts val="140"/>
              </a:spcBef>
              <a:tabLst>
                <a:tab pos="1778000" algn="l"/>
              </a:tabLst>
            </a:pPr>
            <a:r>
              <a:rPr sz="2400" spc="-200" dirty="0">
                <a:latin typeface="Verdana"/>
                <a:cs typeface="Verdana"/>
              </a:rPr>
              <a:t>11	</a:t>
            </a:r>
            <a:r>
              <a:rPr sz="3600" spc="-300" baseline="1157" dirty="0">
                <a:latin typeface="Verdana"/>
                <a:cs typeface="Verdana"/>
              </a:rPr>
              <a:t>17</a:t>
            </a:r>
            <a:endParaRPr sz="3600" baseline="1157">
              <a:latin typeface="Verdana"/>
              <a:cs typeface="Verdana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2948939" y="5678423"/>
            <a:ext cx="1274445" cy="786765"/>
            <a:chOff x="2948939" y="5678423"/>
            <a:chExt cx="1274445" cy="786765"/>
          </a:xfrm>
        </p:grpSpPr>
        <p:sp>
          <p:nvSpPr>
            <p:cNvPr id="70" name="object 70"/>
            <p:cNvSpPr/>
            <p:nvPr/>
          </p:nvSpPr>
          <p:spPr>
            <a:xfrm>
              <a:off x="2958846" y="5688329"/>
              <a:ext cx="1264285" cy="776605"/>
            </a:xfrm>
            <a:custGeom>
              <a:avLst/>
              <a:gdLst/>
              <a:ahLst/>
              <a:cxnLst/>
              <a:rect l="l" t="t" r="r" b="b"/>
              <a:pathLst>
                <a:path w="1264285" h="776604">
                  <a:moveTo>
                    <a:pt x="1264158" y="278892"/>
                  </a:moveTo>
                  <a:lnTo>
                    <a:pt x="1261948" y="267919"/>
                  </a:lnTo>
                  <a:lnTo>
                    <a:pt x="1255915" y="258965"/>
                  </a:lnTo>
                  <a:lnTo>
                    <a:pt x="1246949" y="252920"/>
                  </a:lnTo>
                  <a:lnTo>
                    <a:pt x="1235964" y="250698"/>
                  </a:lnTo>
                  <a:lnTo>
                    <a:pt x="1109472" y="250698"/>
                  </a:lnTo>
                  <a:lnTo>
                    <a:pt x="1109472" y="44348"/>
                  </a:lnTo>
                  <a:lnTo>
                    <a:pt x="1105992" y="27089"/>
                  </a:lnTo>
                  <a:lnTo>
                    <a:pt x="1096492" y="12992"/>
                  </a:lnTo>
                  <a:lnTo>
                    <a:pt x="1082408" y="3492"/>
                  </a:lnTo>
                  <a:lnTo>
                    <a:pt x="1065149" y="0"/>
                  </a:lnTo>
                  <a:lnTo>
                    <a:pt x="44323" y="0"/>
                  </a:lnTo>
                  <a:lnTo>
                    <a:pt x="27051" y="3492"/>
                  </a:lnTo>
                  <a:lnTo>
                    <a:pt x="12966" y="12992"/>
                  </a:lnTo>
                  <a:lnTo>
                    <a:pt x="3467" y="27089"/>
                  </a:lnTo>
                  <a:lnTo>
                    <a:pt x="0" y="44348"/>
                  </a:lnTo>
                  <a:lnTo>
                    <a:pt x="0" y="399135"/>
                  </a:lnTo>
                  <a:lnTo>
                    <a:pt x="3467" y="416407"/>
                  </a:lnTo>
                  <a:lnTo>
                    <a:pt x="12966" y="430504"/>
                  </a:lnTo>
                  <a:lnTo>
                    <a:pt x="27051" y="440004"/>
                  </a:lnTo>
                  <a:lnTo>
                    <a:pt x="44323" y="443484"/>
                  </a:lnTo>
                  <a:lnTo>
                    <a:pt x="982218" y="443484"/>
                  </a:lnTo>
                  <a:lnTo>
                    <a:pt x="982218" y="748284"/>
                  </a:lnTo>
                  <a:lnTo>
                    <a:pt x="984415" y="759269"/>
                  </a:lnTo>
                  <a:lnTo>
                    <a:pt x="990447" y="768223"/>
                  </a:lnTo>
                  <a:lnTo>
                    <a:pt x="999413" y="774268"/>
                  </a:lnTo>
                  <a:lnTo>
                    <a:pt x="1010412" y="776478"/>
                  </a:lnTo>
                  <a:lnTo>
                    <a:pt x="1235964" y="776478"/>
                  </a:lnTo>
                  <a:lnTo>
                    <a:pt x="1246949" y="774268"/>
                  </a:lnTo>
                  <a:lnTo>
                    <a:pt x="1255915" y="768223"/>
                  </a:lnTo>
                  <a:lnTo>
                    <a:pt x="1261948" y="759269"/>
                  </a:lnTo>
                  <a:lnTo>
                    <a:pt x="1264158" y="748284"/>
                  </a:lnTo>
                  <a:lnTo>
                    <a:pt x="1264158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958845" y="5688329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0" y="44348"/>
                  </a:moveTo>
                  <a:lnTo>
                    <a:pt x="3478" y="27083"/>
                  </a:lnTo>
                  <a:lnTo>
                    <a:pt x="12969" y="12987"/>
                  </a:lnTo>
                  <a:lnTo>
                    <a:pt x="27056" y="3484"/>
                  </a:lnTo>
                  <a:lnTo>
                    <a:pt x="44323" y="0"/>
                  </a:lnTo>
                  <a:lnTo>
                    <a:pt x="1065149" y="0"/>
                  </a:lnTo>
                  <a:lnTo>
                    <a:pt x="1082415" y="3484"/>
                  </a:lnTo>
                  <a:lnTo>
                    <a:pt x="1096502" y="12987"/>
                  </a:lnTo>
                  <a:lnTo>
                    <a:pt x="1105993" y="27083"/>
                  </a:lnTo>
                  <a:lnTo>
                    <a:pt x="1109471" y="44348"/>
                  </a:lnTo>
                  <a:lnTo>
                    <a:pt x="1109471" y="399135"/>
                  </a:lnTo>
                  <a:lnTo>
                    <a:pt x="1105993" y="416400"/>
                  </a:lnTo>
                  <a:lnTo>
                    <a:pt x="1096502" y="430496"/>
                  </a:lnTo>
                  <a:lnTo>
                    <a:pt x="1082415" y="439999"/>
                  </a:lnTo>
                  <a:lnTo>
                    <a:pt x="1065149" y="443484"/>
                  </a:lnTo>
                  <a:lnTo>
                    <a:pt x="44323" y="443484"/>
                  </a:lnTo>
                  <a:lnTo>
                    <a:pt x="27056" y="439999"/>
                  </a:lnTo>
                  <a:lnTo>
                    <a:pt x="12969" y="430496"/>
                  </a:lnTo>
                  <a:lnTo>
                    <a:pt x="3478" y="416400"/>
                  </a:lnTo>
                  <a:lnTo>
                    <a:pt x="0" y="399135"/>
                  </a:lnTo>
                  <a:lnTo>
                    <a:pt x="0" y="44348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3289808" y="5645302"/>
            <a:ext cx="918844" cy="8521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P5</a:t>
            </a:r>
            <a:endParaRPr sz="2900">
              <a:latin typeface="Verdana"/>
              <a:cs typeface="Verdana"/>
            </a:endParaRPr>
          </a:p>
          <a:p>
            <a:pPr marL="567055">
              <a:lnSpc>
                <a:spcPct val="100000"/>
              </a:lnSpc>
              <a:spcBef>
                <a:spcPts val="140"/>
              </a:spcBef>
            </a:pPr>
            <a:r>
              <a:rPr sz="2400" spc="-195" dirty="0">
                <a:latin typeface="Verdana"/>
                <a:cs typeface="Verdana"/>
              </a:rPr>
              <a:t>18</a:t>
            </a:r>
            <a:endParaRPr sz="24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092208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07947" y="4215129"/>
            <a:ext cx="1407160" cy="786765"/>
            <a:chOff x="1107947" y="4215129"/>
            <a:chExt cx="1407160" cy="786765"/>
          </a:xfrm>
        </p:grpSpPr>
        <p:sp>
          <p:nvSpPr>
            <p:cNvPr id="3" name="object 3"/>
            <p:cNvSpPr/>
            <p:nvPr/>
          </p:nvSpPr>
          <p:spPr>
            <a:xfrm>
              <a:off x="1107948" y="4225289"/>
              <a:ext cx="1407160" cy="776605"/>
            </a:xfrm>
            <a:custGeom>
              <a:avLst/>
              <a:gdLst/>
              <a:ahLst/>
              <a:cxnLst/>
              <a:rect l="l" t="t" r="r" b="b"/>
              <a:pathLst>
                <a:path w="1407160" h="776604">
                  <a:moveTo>
                    <a:pt x="1406652" y="278892"/>
                  </a:moveTo>
                  <a:lnTo>
                    <a:pt x="1404442" y="267906"/>
                  </a:lnTo>
                  <a:lnTo>
                    <a:pt x="1398409" y="258940"/>
                  </a:lnTo>
                  <a:lnTo>
                    <a:pt x="1389443" y="252907"/>
                  </a:lnTo>
                  <a:lnTo>
                    <a:pt x="1378458" y="250698"/>
                  </a:lnTo>
                  <a:lnTo>
                    <a:pt x="1251966" y="250698"/>
                  </a:lnTo>
                  <a:lnTo>
                    <a:pt x="1251966" y="44450"/>
                  </a:lnTo>
                  <a:lnTo>
                    <a:pt x="1248460" y="27165"/>
                  </a:lnTo>
                  <a:lnTo>
                    <a:pt x="1238923" y="13042"/>
                  </a:lnTo>
                  <a:lnTo>
                    <a:pt x="1224800" y="3505"/>
                  </a:lnTo>
                  <a:lnTo>
                    <a:pt x="1207516" y="0"/>
                  </a:lnTo>
                  <a:lnTo>
                    <a:pt x="186944" y="0"/>
                  </a:lnTo>
                  <a:lnTo>
                    <a:pt x="169646" y="3505"/>
                  </a:lnTo>
                  <a:lnTo>
                    <a:pt x="155524" y="13042"/>
                  </a:lnTo>
                  <a:lnTo>
                    <a:pt x="145986" y="27165"/>
                  </a:lnTo>
                  <a:lnTo>
                    <a:pt x="142494" y="44450"/>
                  </a:lnTo>
                  <a:lnTo>
                    <a:pt x="142494" y="250698"/>
                  </a:lnTo>
                  <a:lnTo>
                    <a:pt x="28194" y="250698"/>
                  </a:lnTo>
                  <a:lnTo>
                    <a:pt x="17208" y="252907"/>
                  </a:lnTo>
                  <a:lnTo>
                    <a:pt x="8255" y="258940"/>
                  </a:lnTo>
                  <a:lnTo>
                    <a:pt x="2209" y="267906"/>
                  </a:lnTo>
                  <a:lnTo>
                    <a:pt x="0" y="278892"/>
                  </a:lnTo>
                  <a:lnTo>
                    <a:pt x="0" y="748284"/>
                  </a:lnTo>
                  <a:lnTo>
                    <a:pt x="2209" y="759282"/>
                  </a:lnTo>
                  <a:lnTo>
                    <a:pt x="8255" y="768248"/>
                  </a:lnTo>
                  <a:lnTo>
                    <a:pt x="17208" y="774280"/>
                  </a:lnTo>
                  <a:lnTo>
                    <a:pt x="28194" y="776478"/>
                  </a:lnTo>
                  <a:lnTo>
                    <a:pt x="253746" y="776478"/>
                  </a:lnTo>
                  <a:lnTo>
                    <a:pt x="264731" y="774280"/>
                  </a:lnTo>
                  <a:lnTo>
                    <a:pt x="273697" y="768248"/>
                  </a:lnTo>
                  <a:lnTo>
                    <a:pt x="279730" y="759282"/>
                  </a:lnTo>
                  <a:lnTo>
                    <a:pt x="281940" y="748284"/>
                  </a:lnTo>
                  <a:lnTo>
                    <a:pt x="281940" y="445008"/>
                  </a:lnTo>
                  <a:lnTo>
                    <a:pt x="1124712" y="445008"/>
                  </a:lnTo>
                  <a:lnTo>
                    <a:pt x="1124712" y="748284"/>
                  </a:lnTo>
                  <a:lnTo>
                    <a:pt x="1126909" y="759282"/>
                  </a:lnTo>
                  <a:lnTo>
                    <a:pt x="1132941" y="768248"/>
                  </a:lnTo>
                  <a:lnTo>
                    <a:pt x="1141907" y="774280"/>
                  </a:lnTo>
                  <a:lnTo>
                    <a:pt x="1152906" y="776478"/>
                  </a:lnTo>
                  <a:lnTo>
                    <a:pt x="1378458" y="776478"/>
                  </a:lnTo>
                  <a:lnTo>
                    <a:pt x="1389443" y="774280"/>
                  </a:lnTo>
                  <a:lnTo>
                    <a:pt x="1398409" y="768248"/>
                  </a:lnTo>
                  <a:lnTo>
                    <a:pt x="1404442" y="759282"/>
                  </a:lnTo>
                  <a:lnTo>
                    <a:pt x="1406652" y="748284"/>
                  </a:lnTo>
                  <a:lnTo>
                    <a:pt x="1406652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50441" y="4225289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80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34262" y="4182313"/>
            <a:ext cx="1355090" cy="918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  <a:tabLst>
                <a:tab pos="1124585" algn="l"/>
              </a:tabLst>
            </a:pPr>
            <a:r>
              <a:rPr sz="2900" spc="-235" dirty="0">
                <a:latin typeface="Verdana"/>
                <a:cs typeface="Verdana"/>
              </a:rPr>
              <a:t>0	1</a:t>
            </a:r>
            <a:endParaRPr sz="2900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76008" y="240411"/>
          <a:ext cx="3977639" cy="2792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44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944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91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Pno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Priority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160" dirty="0">
                          <a:latin typeface="Carlito"/>
                          <a:cs typeface="Carlito"/>
                        </a:rPr>
                        <a:t>AT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45" dirty="0">
                          <a:latin typeface="Carlito"/>
                          <a:cs typeface="Carlito"/>
                        </a:rPr>
                        <a:t>BT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2(L)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8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12</a:t>
                      </a:r>
                      <a:r>
                        <a:rPr sz="2000" b="1" spc="-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b="1" dirty="0">
                          <a:latin typeface="Carlito"/>
                          <a:cs typeface="Carlito"/>
                        </a:rPr>
                        <a:t>(H)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P7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9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5819902" y="1042161"/>
            <a:ext cx="674370" cy="845185"/>
            <a:chOff x="5819902" y="1042161"/>
            <a:chExt cx="674370" cy="845185"/>
          </a:xfrm>
        </p:grpSpPr>
        <p:sp>
          <p:nvSpPr>
            <p:cNvPr id="8" name="object 8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548639" y="0"/>
                  </a:moveTo>
                  <a:lnTo>
                    <a:pt x="105155" y="0"/>
                  </a:lnTo>
                  <a:lnTo>
                    <a:pt x="86263" y="6640"/>
                  </a:lnTo>
                  <a:lnTo>
                    <a:pt x="52098" y="56275"/>
                  </a:lnTo>
                  <a:lnTo>
                    <a:pt x="37420" y="96942"/>
                  </a:lnTo>
                  <a:lnTo>
                    <a:pt x="24743" y="146624"/>
                  </a:lnTo>
                  <a:lnTo>
                    <a:pt x="14365" y="204159"/>
                  </a:lnTo>
                  <a:lnTo>
                    <a:pt x="6583" y="268382"/>
                  </a:lnTo>
                  <a:lnTo>
                    <a:pt x="1695" y="338131"/>
                  </a:lnTo>
                  <a:lnTo>
                    <a:pt x="0" y="412241"/>
                  </a:lnTo>
                  <a:lnTo>
                    <a:pt x="1695" y="486352"/>
                  </a:lnTo>
                  <a:lnTo>
                    <a:pt x="6583" y="556101"/>
                  </a:lnTo>
                  <a:lnTo>
                    <a:pt x="14365" y="620324"/>
                  </a:lnTo>
                  <a:lnTo>
                    <a:pt x="24743" y="677859"/>
                  </a:lnTo>
                  <a:lnTo>
                    <a:pt x="37420" y="727541"/>
                  </a:lnTo>
                  <a:lnTo>
                    <a:pt x="52098" y="768208"/>
                  </a:lnTo>
                  <a:lnTo>
                    <a:pt x="86263" y="817843"/>
                  </a:lnTo>
                  <a:lnTo>
                    <a:pt x="105155" y="824483"/>
                  </a:lnTo>
                  <a:lnTo>
                    <a:pt x="548639" y="824483"/>
                  </a:lnTo>
                  <a:lnTo>
                    <a:pt x="585317" y="798697"/>
                  </a:lnTo>
                  <a:lnTo>
                    <a:pt x="616375" y="727541"/>
                  </a:lnTo>
                  <a:lnTo>
                    <a:pt x="629052" y="677859"/>
                  </a:lnTo>
                  <a:lnTo>
                    <a:pt x="639430" y="620324"/>
                  </a:lnTo>
                  <a:lnTo>
                    <a:pt x="647212" y="556101"/>
                  </a:lnTo>
                  <a:lnTo>
                    <a:pt x="652100" y="486352"/>
                  </a:lnTo>
                  <a:lnTo>
                    <a:pt x="653796" y="412241"/>
                  </a:lnTo>
                  <a:lnTo>
                    <a:pt x="652100" y="338131"/>
                  </a:lnTo>
                  <a:lnTo>
                    <a:pt x="647212" y="268382"/>
                  </a:lnTo>
                  <a:lnTo>
                    <a:pt x="639430" y="204159"/>
                  </a:lnTo>
                  <a:lnTo>
                    <a:pt x="629052" y="146624"/>
                  </a:lnTo>
                  <a:lnTo>
                    <a:pt x="616375" y="96942"/>
                  </a:lnTo>
                  <a:lnTo>
                    <a:pt x="601697" y="56275"/>
                  </a:lnTo>
                  <a:lnTo>
                    <a:pt x="567532" y="6640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105155" y="0"/>
                  </a:moveTo>
                  <a:lnTo>
                    <a:pt x="548639" y="0"/>
                  </a:lnTo>
                  <a:lnTo>
                    <a:pt x="567532" y="6640"/>
                  </a:lnTo>
                  <a:lnTo>
                    <a:pt x="601697" y="56275"/>
                  </a:lnTo>
                  <a:lnTo>
                    <a:pt x="616375" y="96942"/>
                  </a:lnTo>
                  <a:lnTo>
                    <a:pt x="629052" y="146624"/>
                  </a:lnTo>
                  <a:lnTo>
                    <a:pt x="639430" y="204159"/>
                  </a:lnTo>
                  <a:lnTo>
                    <a:pt x="647212" y="268382"/>
                  </a:lnTo>
                  <a:lnTo>
                    <a:pt x="652100" y="338131"/>
                  </a:lnTo>
                  <a:lnTo>
                    <a:pt x="653796" y="412241"/>
                  </a:lnTo>
                  <a:lnTo>
                    <a:pt x="652100" y="486352"/>
                  </a:lnTo>
                  <a:lnTo>
                    <a:pt x="647212" y="556101"/>
                  </a:lnTo>
                  <a:lnTo>
                    <a:pt x="639430" y="620324"/>
                  </a:lnTo>
                  <a:lnTo>
                    <a:pt x="629052" y="677859"/>
                  </a:lnTo>
                  <a:lnTo>
                    <a:pt x="616375" y="727541"/>
                  </a:lnTo>
                  <a:lnTo>
                    <a:pt x="601697" y="768208"/>
                  </a:lnTo>
                  <a:lnTo>
                    <a:pt x="567532" y="817843"/>
                  </a:lnTo>
                  <a:lnTo>
                    <a:pt x="548639" y="824483"/>
                  </a:lnTo>
                  <a:lnTo>
                    <a:pt x="105155" y="824483"/>
                  </a:lnTo>
                  <a:lnTo>
                    <a:pt x="68478" y="798697"/>
                  </a:lnTo>
                  <a:lnTo>
                    <a:pt x="37420" y="727541"/>
                  </a:lnTo>
                  <a:lnTo>
                    <a:pt x="24743" y="677859"/>
                  </a:lnTo>
                  <a:lnTo>
                    <a:pt x="14365" y="620324"/>
                  </a:lnTo>
                  <a:lnTo>
                    <a:pt x="6583" y="556101"/>
                  </a:lnTo>
                  <a:lnTo>
                    <a:pt x="1695" y="486352"/>
                  </a:lnTo>
                  <a:lnTo>
                    <a:pt x="0" y="412241"/>
                  </a:lnTo>
                  <a:lnTo>
                    <a:pt x="1695" y="338131"/>
                  </a:lnTo>
                  <a:lnTo>
                    <a:pt x="6583" y="268382"/>
                  </a:lnTo>
                  <a:lnTo>
                    <a:pt x="14365" y="204159"/>
                  </a:lnTo>
                  <a:lnTo>
                    <a:pt x="24743" y="146624"/>
                  </a:lnTo>
                  <a:lnTo>
                    <a:pt x="37420" y="96942"/>
                  </a:lnTo>
                  <a:lnTo>
                    <a:pt x="52098" y="56275"/>
                  </a:lnTo>
                  <a:lnTo>
                    <a:pt x="86263" y="6640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16244" y="1309496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89521" y="1020825"/>
            <a:ext cx="674370" cy="846455"/>
            <a:chOff x="6589521" y="1020825"/>
            <a:chExt cx="674370" cy="846455"/>
          </a:xfrm>
        </p:grpSpPr>
        <p:sp>
          <p:nvSpPr>
            <p:cNvPr id="12" name="object 12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6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6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6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6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6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86118" y="1151890"/>
            <a:ext cx="281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P2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400543" y="1021080"/>
            <a:ext cx="673735" cy="845819"/>
            <a:chOff x="7400543" y="1021080"/>
            <a:chExt cx="673735" cy="845819"/>
          </a:xfrm>
        </p:grpSpPr>
        <p:sp>
          <p:nvSpPr>
            <p:cNvPr id="16" name="object 16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5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5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5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5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597520" y="1014729"/>
            <a:ext cx="2819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P3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212835" y="833627"/>
            <a:ext cx="715010" cy="1033780"/>
            <a:chOff x="8212835" y="833627"/>
            <a:chExt cx="715010" cy="1033780"/>
          </a:xfrm>
        </p:grpSpPr>
        <p:sp>
          <p:nvSpPr>
            <p:cNvPr id="20" name="object 20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583183" y="0"/>
                  </a:moveTo>
                  <a:lnTo>
                    <a:pt x="111759" y="0"/>
                  </a:lnTo>
                  <a:lnTo>
                    <a:pt x="95245" y="5493"/>
                  </a:lnTo>
                  <a:lnTo>
                    <a:pt x="64645" y="47088"/>
                  </a:lnTo>
                  <a:lnTo>
                    <a:pt x="38437" y="124275"/>
                  </a:lnTo>
                  <a:lnTo>
                    <a:pt x="27413" y="174258"/>
                  </a:lnTo>
                  <a:lnTo>
                    <a:pt x="18005" y="230788"/>
                  </a:lnTo>
                  <a:lnTo>
                    <a:pt x="10387" y="293084"/>
                  </a:lnTo>
                  <a:lnTo>
                    <a:pt x="4731" y="360361"/>
                  </a:lnTo>
                  <a:lnTo>
                    <a:pt x="1211" y="431838"/>
                  </a:lnTo>
                  <a:lnTo>
                    <a:pt x="0" y="506729"/>
                  </a:lnTo>
                  <a:lnTo>
                    <a:pt x="1211" y="581621"/>
                  </a:lnTo>
                  <a:lnTo>
                    <a:pt x="4731" y="653098"/>
                  </a:lnTo>
                  <a:lnTo>
                    <a:pt x="10387" y="720375"/>
                  </a:lnTo>
                  <a:lnTo>
                    <a:pt x="18005" y="782671"/>
                  </a:lnTo>
                  <a:lnTo>
                    <a:pt x="27413" y="839201"/>
                  </a:lnTo>
                  <a:lnTo>
                    <a:pt x="38437" y="889184"/>
                  </a:lnTo>
                  <a:lnTo>
                    <a:pt x="50906" y="931834"/>
                  </a:lnTo>
                  <a:lnTo>
                    <a:pt x="79482" y="992009"/>
                  </a:lnTo>
                  <a:lnTo>
                    <a:pt x="111759" y="1013460"/>
                  </a:lnTo>
                  <a:lnTo>
                    <a:pt x="583183" y="1013460"/>
                  </a:lnTo>
                  <a:lnTo>
                    <a:pt x="615461" y="992009"/>
                  </a:lnTo>
                  <a:lnTo>
                    <a:pt x="644037" y="931834"/>
                  </a:lnTo>
                  <a:lnTo>
                    <a:pt x="656506" y="889184"/>
                  </a:lnTo>
                  <a:lnTo>
                    <a:pt x="667530" y="839201"/>
                  </a:lnTo>
                  <a:lnTo>
                    <a:pt x="676938" y="782671"/>
                  </a:lnTo>
                  <a:lnTo>
                    <a:pt x="684556" y="720375"/>
                  </a:lnTo>
                  <a:lnTo>
                    <a:pt x="690212" y="653098"/>
                  </a:lnTo>
                  <a:lnTo>
                    <a:pt x="693732" y="581621"/>
                  </a:lnTo>
                  <a:lnTo>
                    <a:pt x="694943" y="506729"/>
                  </a:lnTo>
                  <a:lnTo>
                    <a:pt x="693732" y="431838"/>
                  </a:lnTo>
                  <a:lnTo>
                    <a:pt x="690212" y="360361"/>
                  </a:lnTo>
                  <a:lnTo>
                    <a:pt x="684556" y="293084"/>
                  </a:lnTo>
                  <a:lnTo>
                    <a:pt x="676938" y="230788"/>
                  </a:lnTo>
                  <a:lnTo>
                    <a:pt x="667530" y="174258"/>
                  </a:lnTo>
                  <a:lnTo>
                    <a:pt x="656506" y="124275"/>
                  </a:lnTo>
                  <a:lnTo>
                    <a:pt x="644037" y="81625"/>
                  </a:lnTo>
                  <a:lnTo>
                    <a:pt x="615461" y="2145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111759" y="0"/>
                  </a:moveTo>
                  <a:lnTo>
                    <a:pt x="583183" y="0"/>
                  </a:lnTo>
                  <a:lnTo>
                    <a:pt x="599698" y="5493"/>
                  </a:lnTo>
                  <a:lnTo>
                    <a:pt x="630298" y="47088"/>
                  </a:lnTo>
                  <a:lnTo>
                    <a:pt x="656506" y="124275"/>
                  </a:lnTo>
                  <a:lnTo>
                    <a:pt x="667530" y="174258"/>
                  </a:lnTo>
                  <a:lnTo>
                    <a:pt x="676938" y="230788"/>
                  </a:lnTo>
                  <a:lnTo>
                    <a:pt x="684556" y="293084"/>
                  </a:lnTo>
                  <a:lnTo>
                    <a:pt x="690212" y="360361"/>
                  </a:lnTo>
                  <a:lnTo>
                    <a:pt x="693732" y="431838"/>
                  </a:lnTo>
                  <a:lnTo>
                    <a:pt x="694943" y="506729"/>
                  </a:lnTo>
                  <a:lnTo>
                    <a:pt x="693732" y="581621"/>
                  </a:lnTo>
                  <a:lnTo>
                    <a:pt x="690212" y="653098"/>
                  </a:lnTo>
                  <a:lnTo>
                    <a:pt x="684556" y="720375"/>
                  </a:lnTo>
                  <a:lnTo>
                    <a:pt x="676938" y="782671"/>
                  </a:lnTo>
                  <a:lnTo>
                    <a:pt x="667530" y="839201"/>
                  </a:lnTo>
                  <a:lnTo>
                    <a:pt x="656506" y="889184"/>
                  </a:lnTo>
                  <a:lnTo>
                    <a:pt x="644037" y="931834"/>
                  </a:lnTo>
                  <a:lnTo>
                    <a:pt x="615461" y="992009"/>
                  </a:lnTo>
                  <a:lnTo>
                    <a:pt x="583183" y="1013460"/>
                  </a:lnTo>
                  <a:lnTo>
                    <a:pt x="111759" y="1013460"/>
                  </a:lnTo>
                  <a:lnTo>
                    <a:pt x="79482" y="992009"/>
                  </a:lnTo>
                  <a:lnTo>
                    <a:pt x="50906" y="931834"/>
                  </a:lnTo>
                  <a:lnTo>
                    <a:pt x="38437" y="889184"/>
                  </a:lnTo>
                  <a:lnTo>
                    <a:pt x="27413" y="839201"/>
                  </a:lnTo>
                  <a:lnTo>
                    <a:pt x="18005" y="782671"/>
                  </a:lnTo>
                  <a:lnTo>
                    <a:pt x="10387" y="720375"/>
                  </a:lnTo>
                  <a:lnTo>
                    <a:pt x="4731" y="653098"/>
                  </a:lnTo>
                  <a:lnTo>
                    <a:pt x="1211" y="581621"/>
                  </a:lnTo>
                  <a:lnTo>
                    <a:pt x="0" y="506729"/>
                  </a:lnTo>
                  <a:lnTo>
                    <a:pt x="1211" y="431838"/>
                  </a:lnTo>
                  <a:lnTo>
                    <a:pt x="4731" y="360361"/>
                  </a:lnTo>
                  <a:lnTo>
                    <a:pt x="10387" y="293084"/>
                  </a:lnTo>
                  <a:lnTo>
                    <a:pt x="18005" y="230788"/>
                  </a:lnTo>
                  <a:lnTo>
                    <a:pt x="27413" y="174258"/>
                  </a:lnTo>
                  <a:lnTo>
                    <a:pt x="38437" y="124275"/>
                  </a:lnTo>
                  <a:lnTo>
                    <a:pt x="50906" y="81625"/>
                  </a:lnTo>
                  <a:lnTo>
                    <a:pt x="79482" y="21450"/>
                  </a:lnTo>
                  <a:lnTo>
                    <a:pt x="111759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428735" y="783463"/>
            <a:ext cx="2819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P4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023604" y="475487"/>
            <a:ext cx="715010" cy="1391920"/>
            <a:chOff x="9023604" y="475487"/>
            <a:chExt cx="715010" cy="1391920"/>
          </a:xfrm>
        </p:grpSpPr>
        <p:sp>
          <p:nvSpPr>
            <p:cNvPr id="24" name="object 24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583184" y="0"/>
                  </a:moveTo>
                  <a:lnTo>
                    <a:pt x="111760" y="0"/>
                  </a:lnTo>
                  <a:lnTo>
                    <a:pt x="99582" y="4024"/>
                  </a:lnTo>
                  <a:lnTo>
                    <a:pt x="76435" y="34966"/>
                  </a:lnTo>
                  <a:lnTo>
                    <a:pt x="55353" y="93641"/>
                  </a:lnTo>
                  <a:lnTo>
                    <a:pt x="45756" y="132331"/>
                  </a:lnTo>
                  <a:lnTo>
                    <a:pt x="36880" y="176700"/>
                  </a:lnTo>
                  <a:lnTo>
                    <a:pt x="28793" y="226326"/>
                  </a:lnTo>
                  <a:lnTo>
                    <a:pt x="21563" y="280793"/>
                  </a:lnTo>
                  <a:lnTo>
                    <a:pt x="15258" y="339682"/>
                  </a:lnTo>
                  <a:lnTo>
                    <a:pt x="9947" y="402574"/>
                  </a:lnTo>
                  <a:lnTo>
                    <a:pt x="5697" y="469050"/>
                  </a:lnTo>
                  <a:lnTo>
                    <a:pt x="2577" y="538692"/>
                  </a:lnTo>
                  <a:lnTo>
                    <a:pt x="655" y="611082"/>
                  </a:lnTo>
                  <a:lnTo>
                    <a:pt x="0" y="685800"/>
                  </a:lnTo>
                  <a:lnTo>
                    <a:pt x="655" y="760517"/>
                  </a:lnTo>
                  <a:lnTo>
                    <a:pt x="2577" y="832907"/>
                  </a:lnTo>
                  <a:lnTo>
                    <a:pt x="5697" y="902549"/>
                  </a:lnTo>
                  <a:lnTo>
                    <a:pt x="9947" y="969025"/>
                  </a:lnTo>
                  <a:lnTo>
                    <a:pt x="15258" y="1031917"/>
                  </a:lnTo>
                  <a:lnTo>
                    <a:pt x="21563" y="1090806"/>
                  </a:lnTo>
                  <a:lnTo>
                    <a:pt x="28793" y="1145273"/>
                  </a:lnTo>
                  <a:lnTo>
                    <a:pt x="36880" y="1194899"/>
                  </a:lnTo>
                  <a:lnTo>
                    <a:pt x="45756" y="1239268"/>
                  </a:lnTo>
                  <a:lnTo>
                    <a:pt x="55353" y="1277958"/>
                  </a:lnTo>
                  <a:lnTo>
                    <a:pt x="76435" y="1336633"/>
                  </a:lnTo>
                  <a:lnTo>
                    <a:pt x="99582" y="1367575"/>
                  </a:lnTo>
                  <a:lnTo>
                    <a:pt x="111760" y="1371600"/>
                  </a:lnTo>
                  <a:lnTo>
                    <a:pt x="583184" y="1371600"/>
                  </a:lnTo>
                  <a:lnTo>
                    <a:pt x="618508" y="1336633"/>
                  </a:lnTo>
                  <a:lnTo>
                    <a:pt x="639590" y="1277958"/>
                  </a:lnTo>
                  <a:lnTo>
                    <a:pt x="649187" y="1239268"/>
                  </a:lnTo>
                  <a:lnTo>
                    <a:pt x="658063" y="1194899"/>
                  </a:lnTo>
                  <a:lnTo>
                    <a:pt x="666150" y="1145273"/>
                  </a:lnTo>
                  <a:lnTo>
                    <a:pt x="673380" y="1090806"/>
                  </a:lnTo>
                  <a:lnTo>
                    <a:pt x="679685" y="1031917"/>
                  </a:lnTo>
                  <a:lnTo>
                    <a:pt x="684996" y="969025"/>
                  </a:lnTo>
                  <a:lnTo>
                    <a:pt x="689246" y="902549"/>
                  </a:lnTo>
                  <a:lnTo>
                    <a:pt x="692366" y="832907"/>
                  </a:lnTo>
                  <a:lnTo>
                    <a:pt x="694288" y="760517"/>
                  </a:lnTo>
                  <a:lnTo>
                    <a:pt x="694944" y="685800"/>
                  </a:lnTo>
                  <a:lnTo>
                    <a:pt x="694288" y="611082"/>
                  </a:lnTo>
                  <a:lnTo>
                    <a:pt x="692366" y="538692"/>
                  </a:lnTo>
                  <a:lnTo>
                    <a:pt x="689246" y="469050"/>
                  </a:lnTo>
                  <a:lnTo>
                    <a:pt x="684996" y="402574"/>
                  </a:lnTo>
                  <a:lnTo>
                    <a:pt x="679685" y="339682"/>
                  </a:lnTo>
                  <a:lnTo>
                    <a:pt x="673380" y="280793"/>
                  </a:lnTo>
                  <a:lnTo>
                    <a:pt x="666150" y="226326"/>
                  </a:lnTo>
                  <a:lnTo>
                    <a:pt x="658063" y="176700"/>
                  </a:lnTo>
                  <a:lnTo>
                    <a:pt x="649187" y="132331"/>
                  </a:lnTo>
                  <a:lnTo>
                    <a:pt x="639590" y="93641"/>
                  </a:lnTo>
                  <a:lnTo>
                    <a:pt x="618508" y="34966"/>
                  </a:lnTo>
                  <a:lnTo>
                    <a:pt x="595361" y="402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111760" y="0"/>
                  </a:moveTo>
                  <a:lnTo>
                    <a:pt x="583184" y="0"/>
                  </a:lnTo>
                  <a:lnTo>
                    <a:pt x="595361" y="4024"/>
                  </a:lnTo>
                  <a:lnTo>
                    <a:pt x="618508" y="34966"/>
                  </a:lnTo>
                  <a:lnTo>
                    <a:pt x="639590" y="93641"/>
                  </a:lnTo>
                  <a:lnTo>
                    <a:pt x="649187" y="132331"/>
                  </a:lnTo>
                  <a:lnTo>
                    <a:pt x="658063" y="176700"/>
                  </a:lnTo>
                  <a:lnTo>
                    <a:pt x="666150" y="226326"/>
                  </a:lnTo>
                  <a:lnTo>
                    <a:pt x="673380" y="280793"/>
                  </a:lnTo>
                  <a:lnTo>
                    <a:pt x="679685" y="339682"/>
                  </a:lnTo>
                  <a:lnTo>
                    <a:pt x="684996" y="402574"/>
                  </a:lnTo>
                  <a:lnTo>
                    <a:pt x="689246" y="469050"/>
                  </a:lnTo>
                  <a:lnTo>
                    <a:pt x="692366" y="538692"/>
                  </a:lnTo>
                  <a:lnTo>
                    <a:pt x="694288" y="611082"/>
                  </a:lnTo>
                  <a:lnTo>
                    <a:pt x="694944" y="685800"/>
                  </a:lnTo>
                  <a:lnTo>
                    <a:pt x="694288" y="760517"/>
                  </a:lnTo>
                  <a:lnTo>
                    <a:pt x="692366" y="832907"/>
                  </a:lnTo>
                  <a:lnTo>
                    <a:pt x="689246" y="902549"/>
                  </a:lnTo>
                  <a:lnTo>
                    <a:pt x="684996" y="969025"/>
                  </a:lnTo>
                  <a:lnTo>
                    <a:pt x="679685" y="1031917"/>
                  </a:lnTo>
                  <a:lnTo>
                    <a:pt x="673380" y="1090806"/>
                  </a:lnTo>
                  <a:lnTo>
                    <a:pt x="666150" y="1145273"/>
                  </a:lnTo>
                  <a:lnTo>
                    <a:pt x="658063" y="1194899"/>
                  </a:lnTo>
                  <a:lnTo>
                    <a:pt x="649187" y="1239268"/>
                  </a:lnTo>
                  <a:lnTo>
                    <a:pt x="639590" y="1277958"/>
                  </a:lnTo>
                  <a:lnTo>
                    <a:pt x="618508" y="1336633"/>
                  </a:lnTo>
                  <a:lnTo>
                    <a:pt x="595361" y="1367575"/>
                  </a:lnTo>
                  <a:lnTo>
                    <a:pt x="583184" y="1371600"/>
                  </a:lnTo>
                  <a:lnTo>
                    <a:pt x="111760" y="1371600"/>
                  </a:lnTo>
                  <a:lnTo>
                    <a:pt x="76435" y="1336633"/>
                  </a:lnTo>
                  <a:lnTo>
                    <a:pt x="55353" y="1277958"/>
                  </a:lnTo>
                  <a:lnTo>
                    <a:pt x="45756" y="1239268"/>
                  </a:lnTo>
                  <a:lnTo>
                    <a:pt x="36880" y="1194899"/>
                  </a:lnTo>
                  <a:lnTo>
                    <a:pt x="28793" y="1145273"/>
                  </a:lnTo>
                  <a:lnTo>
                    <a:pt x="21563" y="1090806"/>
                  </a:lnTo>
                  <a:lnTo>
                    <a:pt x="15258" y="1031917"/>
                  </a:lnTo>
                  <a:lnTo>
                    <a:pt x="9947" y="969025"/>
                  </a:lnTo>
                  <a:lnTo>
                    <a:pt x="5697" y="902549"/>
                  </a:lnTo>
                  <a:lnTo>
                    <a:pt x="2577" y="832907"/>
                  </a:lnTo>
                  <a:lnTo>
                    <a:pt x="655" y="760517"/>
                  </a:lnTo>
                  <a:lnTo>
                    <a:pt x="0" y="685800"/>
                  </a:lnTo>
                  <a:lnTo>
                    <a:pt x="655" y="611082"/>
                  </a:lnTo>
                  <a:lnTo>
                    <a:pt x="2577" y="538692"/>
                  </a:lnTo>
                  <a:lnTo>
                    <a:pt x="5697" y="469050"/>
                  </a:lnTo>
                  <a:lnTo>
                    <a:pt x="9947" y="402574"/>
                  </a:lnTo>
                  <a:lnTo>
                    <a:pt x="15258" y="339682"/>
                  </a:lnTo>
                  <a:lnTo>
                    <a:pt x="21563" y="280793"/>
                  </a:lnTo>
                  <a:lnTo>
                    <a:pt x="28793" y="226326"/>
                  </a:lnTo>
                  <a:lnTo>
                    <a:pt x="36880" y="176700"/>
                  </a:lnTo>
                  <a:lnTo>
                    <a:pt x="45756" y="132331"/>
                  </a:lnTo>
                  <a:lnTo>
                    <a:pt x="55353" y="93641"/>
                  </a:lnTo>
                  <a:lnTo>
                    <a:pt x="76435" y="34966"/>
                  </a:lnTo>
                  <a:lnTo>
                    <a:pt x="99582" y="402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240139" y="467105"/>
            <a:ext cx="28257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Gothic Uralic"/>
                <a:cs typeface="Gothic Uralic"/>
              </a:rPr>
              <a:t>P1  P2  P3  </a:t>
            </a:r>
            <a:r>
              <a:rPr sz="1800" b="1" dirty="0">
                <a:solidFill>
                  <a:srgbClr val="FF0000"/>
                </a:solidFill>
                <a:latin typeface="Gothic Uralic"/>
                <a:cs typeface="Gothic Uralic"/>
              </a:rPr>
              <a:t>P4  </a:t>
            </a:r>
            <a:r>
              <a:rPr sz="1800" b="1" dirty="0">
                <a:latin typeface="Gothic Uralic"/>
                <a:cs typeface="Gothic Uralic"/>
              </a:rPr>
              <a:t>P5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852659" y="237743"/>
            <a:ext cx="715010" cy="1629410"/>
            <a:chOff x="9852659" y="237743"/>
            <a:chExt cx="715010" cy="1629410"/>
          </a:xfrm>
        </p:grpSpPr>
        <p:sp>
          <p:nvSpPr>
            <p:cNvPr id="28" name="object 28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583183" y="0"/>
                  </a:moveTo>
                  <a:lnTo>
                    <a:pt x="111759" y="0"/>
                  </a:lnTo>
                  <a:lnTo>
                    <a:pt x="100996" y="3683"/>
                  </a:lnTo>
                  <a:lnTo>
                    <a:pt x="70631" y="56243"/>
                  </a:lnTo>
                  <a:lnTo>
                    <a:pt x="52459" y="122500"/>
                  </a:lnTo>
                  <a:lnTo>
                    <a:pt x="44135" y="163981"/>
                  </a:lnTo>
                  <a:lnTo>
                    <a:pt x="36382" y="210581"/>
                  </a:lnTo>
                  <a:lnTo>
                    <a:pt x="29246" y="261963"/>
                  </a:lnTo>
                  <a:lnTo>
                    <a:pt x="22774" y="317789"/>
                  </a:lnTo>
                  <a:lnTo>
                    <a:pt x="17013" y="377722"/>
                  </a:lnTo>
                  <a:lnTo>
                    <a:pt x="12009" y="441424"/>
                  </a:lnTo>
                  <a:lnTo>
                    <a:pt x="7811" y="508559"/>
                  </a:lnTo>
                  <a:lnTo>
                    <a:pt x="4464" y="578788"/>
                  </a:lnTo>
                  <a:lnTo>
                    <a:pt x="2015" y="651775"/>
                  </a:lnTo>
                  <a:lnTo>
                    <a:pt x="511" y="727182"/>
                  </a:lnTo>
                  <a:lnTo>
                    <a:pt x="0" y="804672"/>
                  </a:lnTo>
                  <a:lnTo>
                    <a:pt x="511" y="882161"/>
                  </a:lnTo>
                  <a:lnTo>
                    <a:pt x="2015" y="957568"/>
                  </a:lnTo>
                  <a:lnTo>
                    <a:pt x="4464" y="1030555"/>
                  </a:lnTo>
                  <a:lnTo>
                    <a:pt x="7811" y="1100784"/>
                  </a:lnTo>
                  <a:lnTo>
                    <a:pt x="12009" y="1167919"/>
                  </a:lnTo>
                  <a:lnTo>
                    <a:pt x="17013" y="1231621"/>
                  </a:lnTo>
                  <a:lnTo>
                    <a:pt x="22774" y="1291554"/>
                  </a:lnTo>
                  <a:lnTo>
                    <a:pt x="29246" y="1347380"/>
                  </a:lnTo>
                  <a:lnTo>
                    <a:pt x="36382" y="1398762"/>
                  </a:lnTo>
                  <a:lnTo>
                    <a:pt x="44135" y="1445362"/>
                  </a:lnTo>
                  <a:lnTo>
                    <a:pt x="52459" y="1486843"/>
                  </a:lnTo>
                  <a:lnTo>
                    <a:pt x="70631" y="1553100"/>
                  </a:lnTo>
                  <a:lnTo>
                    <a:pt x="90523" y="1594833"/>
                  </a:lnTo>
                  <a:lnTo>
                    <a:pt x="111759" y="1609344"/>
                  </a:lnTo>
                  <a:lnTo>
                    <a:pt x="583183" y="1609344"/>
                  </a:lnTo>
                  <a:lnTo>
                    <a:pt x="614557" y="1577200"/>
                  </a:lnTo>
                  <a:lnTo>
                    <a:pt x="633636" y="1522868"/>
                  </a:lnTo>
                  <a:lnTo>
                    <a:pt x="650808" y="1445362"/>
                  </a:lnTo>
                  <a:lnTo>
                    <a:pt x="658561" y="1398762"/>
                  </a:lnTo>
                  <a:lnTo>
                    <a:pt x="665697" y="1347380"/>
                  </a:lnTo>
                  <a:lnTo>
                    <a:pt x="672169" y="1291554"/>
                  </a:lnTo>
                  <a:lnTo>
                    <a:pt x="677930" y="1231621"/>
                  </a:lnTo>
                  <a:lnTo>
                    <a:pt x="682934" y="1167919"/>
                  </a:lnTo>
                  <a:lnTo>
                    <a:pt x="687132" y="1100784"/>
                  </a:lnTo>
                  <a:lnTo>
                    <a:pt x="690479" y="1030555"/>
                  </a:lnTo>
                  <a:lnTo>
                    <a:pt x="692928" y="957568"/>
                  </a:lnTo>
                  <a:lnTo>
                    <a:pt x="694432" y="882161"/>
                  </a:lnTo>
                  <a:lnTo>
                    <a:pt x="694943" y="804672"/>
                  </a:lnTo>
                  <a:lnTo>
                    <a:pt x="694432" y="727182"/>
                  </a:lnTo>
                  <a:lnTo>
                    <a:pt x="692928" y="651775"/>
                  </a:lnTo>
                  <a:lnTo>
                    <a:pt x="690479" y="578788"/>
                  </a:lnTo>
                  <a:lnTo>
                    <a:pt x="687132" y="508559"/>
                  </a:lnTo>
                  <a:lnTo>
                    <a:pt x="682934" y="441424"/>
                  </a:lnTo>
                  <a:lnTo>
                    <a:pt x="677930" y="377722"/>
                  </a:lnTo>
                  <a:lnTo>
                    <a:pt x="672169" y="317789"/>
                  </a:lnTo>
                  <a:lnTo>
                    <a:pt x="665697" y="261963"/>
                  </a:lnTo>
                  <a:lnTo>
                    <a:pt x="658561" y="210581"/>
                  </a:lnTo>
                  <a:lnTo>
                    <a:pt x="650808" y="163981"/>
                  </a:lnTo>
                  <a:lnTo>
                    <a:pt x="642484" y="122500"/>
                  </a:lnTo>
                  <a:lnTo>
                    <a:pt x="624312" y="56243"/>
                  </a:lnTo>
                  <a:lnTo>
                    <a:pt x="604420" y="1451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111759" y="0"/>
                  </a:moveTo>
                  <a:lnTo>
                    <a:pt x="583183" y="0"/>
                  </a:lnTo>
                  <a:lnTo>
                    <a:pt x="593947" y="3683"/>
                  </a:lnTo>
                  <a:lnTo>
                    <a:pt x="624312" y="56243"/>
                  </a:lnTo>
                  <a:lnTo>
                    <a:pt x="642484" y="122500"/>
                  </a:lnTo>
                  <a:lnTo>
                    <a:pt x="650808" y="163981"/>
                  </a:lnTo>
                  <a:lnTo>
                    <a:pt x="658561" y="210581"/>
                  </a:lnTo>
                  <a:lnTo>
                    <a:pt x="665697" y="261963"/>
                  </a:lnTo>
                  <a:lnTo>
                    <a:pt x="672169" y="317789"/>
                  </a:lnTo>
                  <a:lnTo>
                    <a:pt x="677930" y="377722"/>
                  </a:lnTo>
                  <a:lnTo>
                    <a:pt x="682934" y="441424"/>
                  </a:lnTo>
                  <a:lnTo>
                    <a:pt x="687132" y="508559"/>
                  </a:lnTo>
                  <a:lnTo>
                    <a:pt x="690479" y="578788"/>
                  </a:lnTo>
                  <a:lnTo>
                    <a:pt x="692928" y="651775"/>
                  </a:lnTo>
                  <a:lnTo>
                    <a:pt x="694432" y="727182"/>
                  </a:lnTo>
                  <a:lnTo>
                    <a:pt x="694943" y="804672"/>
                  </a:lnTo>
                  <a:lnTo>
                    <a:pt x="694432" y="882161"/>
                  </a:lnTo>
                  <a:lnTo>
                    <a:pt x="692928" y="957568"/>
                  </a:lnTo>
                  <a:lnTo>
                    <a:pt x="690479" y="1030555"/>
                  </a:lnTo>
                  <a:lnTo>
                    <a:pt x="687132" y="1100784"/>
                  </a:lnTo>
                  <a:lnTo>
                    <a:pt x="682934" y="1167919"/>
                  </a:lnTo>
                  <a:lnTo>
                    <a:pt x="677930" y="1231621"/>
                  </a:lnTo>
                  <a:lnTo>
                    <a:pt x="672169" y="1291554"/>
                  </a:lnTo>
                  <a:lnTo>
                    <a:pt x="665697" y="1347380"/>
                  </a:lnTo>
                  <a:lnTo>
                    <a:pt x="658561" y="1398762"/>
                  </a:lnTo>
                  <a:lnTo>
                    <a:pt x="650808" y="1445362"/>
                  </a:lnTo>
                  <a:lnTo>
                    <a:pt x="642484" y="1486843"/>
                  </a:lnTo>
                  <a:lnTo>
                    <a:pt x="624312" y="1553100"/>
                  </a:lnTo>
                  <a:lnTo>
                    <a:pt x="604420" y="1594833"/>
                  </a:lnTo>
                  <a:lnTo>
                    <a:pt x="583183" y="1609344"/>
                  </a:lnTo>
                  <a:lnTo>
                    <a:pt x="111759" y="1609344"/>
                  </a:lnTo>
                  <a:lnTo>
                    <a:pt x="80386" y="1577200"/>
                  </a:lnTo>
                  <a:lnTo>
                    <a:pt x="61307" y="1522868"/>
                  </a:lnTo>
                  <a:lnTo>
                    <a:pt x="44135" y="1445362"/>
                  </a:lnTo>
                  <a:lnTo>
                    <a:pt x="36382" y="1398762"/>
                  </a:lnTo>
                  <a:lnTo>
                    <a:pt x="29246" y="1347380"/>
                  </a:lnTo>
                  <a:lnTo>
                    <a:pt x="22774" y="1291554"/>
                  </a:lnTo>
                  <a:lnTo>
                    <a:pt x="17013" y="1231621"/>
                  </a:lnTo>
                  <a:lnTo>
                    <a:pt x="12009" y="1167919"/>
                  </a:lnTo>
                  <a:lnTo>
                    <a:pt x="7811" y="1100784"/>
                  </a:lnTo>
                  <a:lnTo>
                    <a:pt x="4464" y="1030555"/>
                  </a:lnTo>
                  <a:lnTo>
                    <a:pt x="2015" y="957568"/>
                  </a:lnTo>
                  <a:lnTo>
                    <a:pt x="511" y="882161"/>
                  </a:lnTo>
                  <a:lnTo>
                    <a:pt x="0" y="804672"/>
                  </a:lnTo>
                  <a:lnTo>
                    <a:pt x="511" y="727182"/>
                  </a:lnTo>
                  <a:lnTo>
                    <a:pt x="2015" y="651775"/>
                  </a:lnTo>
                  <a:lnTo>
                    <a:pt x="4464" y="578788"/>
                  </a:lnTo>
                  <a:lnTo>
                    <a:pt x="7811" y="508559"/>
                  </a:lnTo>
                  <a:lnTo>
                    <a:pt x="12009" y="441424"/>
                  </a:lnTo>
                  <a:lnTo>
                    <a:pt x="17013" y="377722"/>
                  </a:lnTo>
                  <a:lnTo>
                    <a:pt x="22774" y="317789"/>
                  </a:lnTo>
                  <a:lnTo>
                    <a:pt x="29246" y="261963"/>
                  </a:lnTo>
                  <a:lnTo>
                    <a:pt x="36382" y="210581"/>
                  </a:lnTo>
                  <a:lnTo>
                    <a:pt x="44135" y="163981"/>
                  </a:lnTo>
                  <a:lnTo>
                    <a:pt x="52459" y="122500"/>
                  </a:lnTo>
                  <a:lnTo>
                    <a:pt x="70631" y="56243"/>
                  </a:lnTo>
                  <a:lnTo>
                    <a:pt x="90523" y="14510"/>
                  </a:lnTo>
                  <a:lnTo>
                    <a:pt x="111759" y="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069448" y="211073"/>
            <a:ext cx="28194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P4  P5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P6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663428" y="0"/>
            <a:ext cx="715010" cy="1876425"/>
            <a:chOff x="10663428" y="0"/>
            <a:chExt cx="715010" cy="1876425"/>
          </a:xfrm>
        </p:grpSpPr>
        <p:sp>
          <p:nvSpPr>
            <p:cNvPr id="32" name="object 32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583184" y="0"/>
                  </a:moveTo>
                  <a:lnTo>
                    <a:pt x="111760" y="0"/>
                  </a:lnTo>
                  <a:lnTo>
                    <a:pt x="102594" y="3076"/>
                  </a:lnTo>
                  <a:lnTo>
                    <a:pt x="76435" y="47317"/>
                  </a:lnTo>
                  <a:lnTo>
                    <a:pt x="60400" y="103596"/>
                  </a:lnTo>
                  <a:lnTo>
                    <a:pt x="45756" y="179076"/>
                  </a:lnTo>
                  <a:lnTo>
                    <a:pt x="39028" y="223418"/>
                  </a:lnTo>
                  <a:lnTo>
                    <a:pt x="32734" y="271843"/>
                  </a:lnTo>
                  <a:lnTo>
                    <a:pt x="26903" y="324113"/>
                  </a:lnTo>
                  <a:lnTo>
                    <a:pt x="21563" y="379988"/>
                  </a:lnTo>
                  <a:lnTo>
                    <a:pt x="16744" y="439229"/>
                  </a:lnTo>
                  <a:lnTo>
                    <a:pt x="12474" y="501598"/>
                  </a:lnTo>
                  <a:lnTo>
                    <a:pt x="8782" y="566856"/>
                  </a:lnTo>
                  <a:lnTo>
                    <a:pt x="5697" y="634764"/>
                  </a:lnTo>
                  <a:lnTo>
                    <a:pt x="3248" y="705082"/>
                  </a:lnTo>
                  <a:lnTo>
                    <a:pt x="1462" y="777573"/>
                  </a:lnTo>
                  <a:lnTo>
                    <a:pt x="370" y="851997"/>
                  </a:lnTo>
                  <a:lnTo>
                    <a:pt x="0" y="928116"/>
                  </a:lnTo>
                  <a:lnTo>
                    <a:pt x="370" y="1004234"/>
                  </a:lnTo>
                  <a:lnTo>
                    <a:pt x="1462" y="1078658"/>
                  </a:lnTo>
                  <a:lnTo>
                    <a:pt x="3248" y="1151149"/>
                  </a:lnTo>
                  <a:lnTo>
                    <a:pt x="5697" y="1221467"/>
                  </a:lnTo>
                  <a:lnTo>
                    <a:pt x="8782" y="1289375"/>
                  </a:lnTo>
                  <a:lnTo>
                    <a:pt x="12474" y="1354633"/>
                  </a:lnTo>
                  <a:lnTo>
                    <a:pt x="16744" y="1417002"/>
                  </a:lnTo>
                  <a:lnTo>
                    <a:pt x="21563" y="1476243"/>
                  </a:lnTo>
                  <a:lnTo>
                    <a:pt x="26903" y="1532118"/>
                  </a:lnTo>
                  <a:lnTo>
                    <a:pt x="32734" y="1584388"/>
                  </a:lnTo>
                  <a:lnTo>
                    <a:pt x="39028" y="1632813"/>
                  </a:lnTo>
                  <a:lnTo>
                    <a:pt x="45756" y="1677155"/>
                  </a:lnTo>
                  <a:lnTo>
                    <a:pt x="52890" y="1717175"/>
                  </a:lnTo>
                  <a:lnTo>
                    <a:pt x="68258" y="1783294"/>
                  </a:lnTo>
                  <a:lnTo>
                    <a:pt x="84903" y="1829257"/>
                  </a:lnTo>
                  <a:lnTo>
                    <a:pt x="111760" y="1856232"/>
                  </a:lnTo>
                  <a:lnTo>
                    <a:pt x="583184" y="1856232"/>
                  </a:lnTo>
                  <a:lnTo>
                    <a:pt x="618508" y="1808914"/>
                  </a:lnTo>
                  <a:lnTo>
                    <a:pt x="634543" y="1752635"/>
                  </a:lnTo>
                  <a:lnTo>
                    <a:pt x="649187" y="1677155"/>
                  </a:lnTo>
                  <a:lnTo>
                    <a:pt x="655915" y="1632813"/>
                  </a:lnTo>
                  <a:lnTo>
                    <a:pt x="662209" y="1584388"/>
                  </a:lnTo>
                  <a:lnTo>
                    <a:pt x="668040" y="1532118"/>
                  </a:lnTo>
                  <a:lnTo>
                    <a:pt x="673380" y="1476243"/>
                  </a:lnTo>
                  <a:lnTo>
                    <a:pt x="678199" y="1417002"/>
                  </a:lnTo>
                  <a:lnTo>
                    <a:pt x="682469" y="1354633"/>
                  </a:lnTo>
                  <a:lnTo>
                    <a:pt x="686161" y="1289375"/>
                  </a:lnTo>
                  <a:lnTo>
                    <a:pt x="689246" y="1221467"/>
                  </a:lnTo>
                  <a:lnTo>
                    <a:pt x="691695" y="1151149"/>
                  </a:lnTo>
                  <a:lnTo>
                    <a:pt x="693481" y="1078658"/>
                  </a:lnTo>
                  <a:lnTo>
                    <a:pt x="694573" y="1004234"/>
                  </a:lnTo>
                  <a:lnTo>
                    <a:pt x="694944" y="928116"/>
                  </a:lnTo>
                  <a:lnTo>
                    <a:pt x="694573" y="851997"/>
                  </a:lnTo>
                  <a:lnTo>
                    <a:pt x="693481" y="777573"/>
                  </a:lnTo>
                  <a:lnTo>
                    <a:pt x="691695" y="705082"/>
                  </a:lnTo>
                  <a:lnTo>
                    <a:pt x="689246" y="634764"/>
                  </a:lnTo>
                  <a:lnTo>
                    <a:pt x="686161" y="566856"/>
                  </a:lnTo>
                  <a:lnTo>
                    <a:pt x="682469" y="501598"/>
                  </a:lnTo>
                  <a:lnTo>
                    <a:pt x="678199" y="439229"/>
                  </a:lnTo>
                  <a:lnTo>
                    <a:pt x="673380" y="379988"/>
                  </a:lnTo>
                  <a:lnTo>
                    <a:pt x="668040" y="324113"/>
                  </a:lnTo>
                  <a:lnTo>
                    <a:pt x="662209" y="271843"/>
                  </a:lnTo>
                  <a:lnTo>
                    <a:pt x="655915" y="223418"/>
                  </a:lnTo>
                  <a:lnTo>
                    <a:pt x="649187" y="179076"/>
                  </a:lnTo>
                  <a:lnTo>
                    <a:pt x="642053" y="139056"/>
                  </a:lnTo>
                  <a:lnTo>
                    <a:pt x="626685" y="72937"/>
                  </a:lnTo>
                  <a:lnTo>
                    <a:pt x="610040" y="2697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111760" y="0"/>
                  </a:moveTo>
                  <a:lnTo>
                    <a:pt x="583184" y="0"/>
                  </a:lnTo>
                  <a:lnTo>
                    <a:pt x="592349" y="3076"/>
                  </a:lnTo>
                  <a:lnTo>
                    <a:pt x="618508" y="47317"/>
                  </a:lnTo>
                  <a:lnTo>
                    <a:pt x="634543" y="103596"/>
                  </a:lnTo>
                  <a:lnTo>
                    <a:pt x="649187" y="179076"/>
                  </a:lnTo>
                  <a:lnTo>
                    <a:pt x="655915" y="223418"/>
                  </a:lnTo>
                  <a:lnTo>
                    <a:pt x="662209" y="271843"/>
                  </a:lnTo>
                  <a:lnTo>
                    <a:pt x="668040" y="324113"/>
                  </a:lnTo>
                  <a:lnTo>
                    <a:pt x="673380" y="379988"/>
                  </a:lnTo>
                  <a:lnTo>
                    <a:pt x="678199" y="439229"/>
                  </a:lnTo>
                  <a:lnTo>
                    <a:pt x="682469" y="501598"/>
                  </a:lnTo>
                  <a:lnTo>
                    <a:pt x="686161" y="566856"/>
                  </a:lnTo>
                  <a:lnTo>
                    <a:pt x="689246" y="634764"/>
                  </a:lnTo>
                  <a:lnTo>
                    <a:pt x="691695" y="705082"/>
                  </a:lnTo>
                  <a:lnTo>
                    <a:pt x="693481" y="777573"/>
                  </a:lnTo>
                  <a:lnTo>
                    <a:pt x="694573" y="851997"/>
                  </a:lnTo>
                  <a:lnTo>
                    <a:pt x="694944" y="928116"/>
                  </a:lnTo>
                  <a:lnTo>
                    <a:pt x="694573" y="1004234"/>
                  </a:lnTo>
                  <a:lnTo>
                    <a:pt x="693481" y="1078658"/>
                  </a:lnTo>
                  <a:lnTo>
                    <a:pt x="691695" y="1151149"/>
                  </a:lnTo>
                  <a:lnTo>
                    <a:pt x="689246" y="1221467"/>
                  </a:lnTo>
                  <a:lnTo>
                    <a:pt x="686161" y="1289375"/>
                  </a:lnTo>
                  <a:lnTo>
                    <a:pt x="682469" y="1354633"/>
                  </a:lnTo>
                  <a:lnTo>
                    <a:pt x="678199" y="1417002"/>
                  </a:lnTo>
                  <a:lnTo>
                    <a:pt x="673380" y="1476243"/>
                  </a:lnTo>
                  <a:lnTo>
                    <a:pt x="668040" y="1532118"/>
                  </a:lnTo>
                  <a:lnTo>
                    <a:pt x="662209" y="1584388"/>
                  </a:lnTo>
                  <a:lnTo>
                    <a:pt x="655915" y="1632813"/>
                  </a:lnTo>
                  <a:lnTo>
                    <a:pt x="649187" y="1677155"/>
                  </a:lnTo>
                  <a:lnTo>
                    <a:pt x="642053" y="1717175"/>
                  </a:lnTo>
                  <a:lnTo>
                    <a:pt x="626685" y="1783294"/>
                  </a:lnTo>
                  <a:lnTo>
                    <a:pt x="610040" y="1829257"/>
                  </a:lnTo>
                  <a:lnTo>
                    <a:pt x="583184" y="1856232"/>
                  </a:lnTo>
                  <a:lnTo>
                    <a:pt x="111760" y="1856232"/>
                  </a:lnTo>
                  <a:lnTo>
                    <a:pt x="76435" y="1808914"/>
                  </a:lnTo>
                  <a:lnTo>
                    <a:pt x="60400" y="1752635"/>
                  </a:lnTo>
                  <a:lnTo>
                    <a:pt x="45756" y="1677155"/>
                  </a:lnTo>
                  <a:lnTo>
                    <a:pt x="39028" y="1632813"/>
                  </a:lnTo>
                  <a:lnTo>
                    <a:pt x="32734" y="1584388"/>
                  </a:lnTo>
                  <a:lnTo>
                    <a:pt x="26903" y="1532118"/>
                  </a:lnTo>
                  <a:lnTo>
                    <a:pt x="21563" y="1476243"/>
                  </a:lnTo>
                  <a:lnTo>
                    <a:pt x="16744" y="1417002"/>
                  </a:lnTo>
                  <a:lnTo>
                    <a:pt x="12474" y="1354633"/>
                  </a:lnTo>
                  <a:lnTo>
                    <a:pt x="8782" y="1289375"/>
                  </a:lnTo>
                  <a:lnTo>
                    <a:pt x="5697" y="1221467"/>
                  </a:lnTo>
                  <a:lnTo>
                    <a:pt x="3248" y="1151149"/>
                  </a:lnTo>
                  <a:lnTo>
                    <a:pt x="1462" y="1078658"/>
                  </a:lnTo>
                  <a:lnTo>
                    <a:pt x="370" y="1004234"/>
                  </a:lnTo>
                  <a:lnTo>
                    <a:pt x="0" y="928116"/>
                  </a:lnTo>
                  <a:lnTo>
                    <a:pt x="370" y="851997"/>
                  </a:lnTo>
                  <a:lnTo>
                    <a:pt x="1462" y="777573"/>
                  </a:lnTo>
                  <a:lnTo>
                    <a:pt x="3248" y="705082"/>
                  </a:lnTo>
                  <a:lnTo>
                    <a:pt x="5697" y="634764"/>
                  </a:lnTo>
                  <a:lnTo>
                    <a:pt x="8782" y="566856"/>
                  </a:lnTo>
                  <a:lnTo>
                    <a:pt x="12474" y="501598"/>
                  </a:lnTo>
                  <a:lnTo>
                    <a:pt x="16744" y="439229"/>
                  </a:lnTo>
                  <a:lnTo>
                    <a:pt x="21563" y="379988"/>
                  </a:lnTo>
                  <a:lnTo>
                    <a:pt x="26903" y="324113"/>
                  </a:lnTo>
                  <a:lnTo>
                    <a:pt x="32734" y="271843"/>
                  </a:lnTo>
                  <a:lnTo>
                    <a:pt x="39028" y="223418"/>
                  </a:lnTo>
                  <a:lnTo>
                    <a:pt x="45756" y="179076"/>
                  </a:lnTo>
                  <a:lnTo>
                    <a:pt x="52890" y="139056"/>
                  </a:lnTo>
                  <a:lnTo>
                    <a:pt x="68258" y="72937"/>
                  </a:lnTo>
                  <a:lnTo>
                    <a:pt x="84903" y="2697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879963" y="499364"/>
            <a:ext cx="2819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P3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853684" y="1861947"/>
            <a:ext cx="834390" cy="17145"/>
          </a:xfrm>
          <a:custGeom>
            <a:avLst/>
            <a:gdLst/>
            <a:ahLst/>
            <a:cxnLst/>
            <a:rect l="l" t="t" r="r" b="b"/>
            <a:pathLst>
              <a:path w="834390" h="17144">
                <a:moveTo>
                  <a:pt x="0" y="16636"/>
                </a:moveTo>
                <a:lnTo>
                  <a:pt x="834389" y="16636"/>
                </a:lnTo>
              </a:path>
              <a:path w="834390" h="17144">
                <a:moveTo>
                  <a:pt x="0" y="0"/>
                </a:moveTo>
                <a:lnTo>
                  <a:pt x="834389" y="0"/>
                </a:lnTo>
              </a:path>
            </a:pathLst>
          </a:custGeom>
          <a:ln w="3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927597" y="187680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68807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775442" y="185394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11123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5917691" y="1850453"/>
          <a:ext cx="5438769" cy="255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47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16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84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683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65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5783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5783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86714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481329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33401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142239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</a:tblGrid>
              <a:tr h="248094">
                <a:tc>
                  <a:txBody>
                    <a:bodyPr/>
                    <a:lstStyle/>
                    <a:p>
                      <a:pPr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5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6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" name="object 41"/>
          <p:cNvSpPr txBox="1"/>
          <p:nvPr/>
        </p:nvSpPr>
        <p:spPr>
          <a:xfrm>
            <a:off x="5759322" y="125983"/>
            <a:ext cx="144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0000"/>
                </a:solidFill>
                <a:latin typeface="Gothic Uralic"/>
                <a:cs typeface="Gothic Uralic"/>
              </a:rPr>
              <a:t>Arrival</a:t>
            </a:r>
            <a:r>
              <a:rPr sz="2000" b="1" spc="-75" dirty="0">
                <a:solidFill>
                  <a:srgbClr val="FF0000"/>
                </a:solidFill>
                <a:latin typeface="Gothic Uralic"/>
                <a:cs typeface="Gothic Ural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Gothic Uralic"/>
                <a:cs typeface="Gothic Uralic"/>
              </a:rPr>
              <a:t>Time</a:t>
            </a:r>
            <a:endParaRPr sz="2000">
              <a:latin typeface="Gothic Uralic"/>
              <a:cs typeface="Gothic Uralic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448814" y="4227321"/>
            <a:ext cx="1274445" cy="788670"/>
            <a:chOff x="2448814" y="4227321"/>
            <a:chExt cx="1274445" cy="788670"/>
          </a:xfrm>
        </p:grpSpPr>
        <p:sp>
          <p:nvSpPr>
            <p:cNvPr id="43" name="object 43"/>
            <p:cNvSpPr/>
            <p:nvPr/>
          </p:nvSpPr>
          <p:spPr>
            <a:xfrm>
              <a:off x="2458974" y="4237481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5" h="778510">
                  <a:moveTo>
                    <a:pt x="1264158" y="278892"/>
                  </a:moveTo>
                  <a:lnTo>
                    <a:pt x="1261948" y="267906"/>
                  </a:lnTo>
                  <a:lnTo>
                    <a:pt x="1255915" y="258940"/>
                  </a:lnTo>
                  <a:lnTo>
                    <a:pt x="1246949" y="252907"/>
                  </a:lnTo>
                  <a:lnTo>
                    <a:pt x="1235964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2218" y="445008"/>
                  </a:lnTo>
                  <a:lnTo>
                    <a:pt x="982218" y="749808"/>
                  </a:lnTo>
                  <a:lnTo>
                    <a:pt x="984415" y="760806"/>
                  </a:lnTo>
                  <a:lnTo>
                    <a:pt x="990447" y="769772"/>
                  </a:lnTo>
                  <a:lnTo>
                    <a:pt x="999413" y="775804"/>
                  </a:lnTo>
                  <a:lnTo>
                    <a:pt x="1010412" y="778002"/>
                  </a:lnTo>
                  <a:lnTo>
                    <a:pt x="1235964" y="778002"/>
                  </a:lnTo>
                  <a:lnTo>
                    <a:pt x="1246949" y="775804"/>
                  </a:lnTo>
                  <a:lnTo>
                    <a:pt x="1255915" y="769772"/>
                  </a:lnTo>
                  <a:lnTo>
                    <a:pt x="1261948" y="760806"/>
                  </a:lnTo>
                  <a:lnTo>
                    <a:pt x="1264158" y="749808"/>
                  </a:lnTo>
                  <a:lnTo>
                    <a:pt x="1264158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58974" y="423748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789682" y="4195698"/>
            <a:ext cx="908685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0"/>
              </a:spcBef>
            </a:pPr>
            <a:r>
              <a:rPr sz="2900" spc="-235" dirty="0">
                <a:latin typeface="Verdana"/>
                <a:cs typeface="Verdana"/>
              </a:rPr>
              <a:t>2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657346" y="4216653"/>
            <a:ext cx="1274445" cy="786765"/>
            <a:chOff x="3657346" y="4216653"/>
            <a:chExt cx="1274445" cy="786765"/>
          </a:xfrm>
        </p:grpSpPr>
        <p:sp>
          <p:nvSpPr>
            <p:cNvPr id="47" name="object 47"/>
            <p:cNvSpPr/>
            <p:nvPr/>
          </p:nvSpPr>
          <p:spPr>
            <a:xfrm>
              <a:off x="3667506" y="4226813"/>
              <a:ext cx="1264285" cy="776605"/>
            </a:xfrm>
            <a:custGeom>
              <a:avLst/>
              <a:gdLst/>
              <a:ahLst/>
              <a:cxnLst/>
              <a:rect l="l" t="t" r="r" b="b"/>
              <a:pathLst>
                <a:path w="1264285" h="776604">
                  <a:moveTo>
                    <a:pt x="1264158" y="278765"/>
                  </a:moveTo>
                  <a:lnTo>
                    <a:pt x="1261948" y="267855"/>
                  </a:lnTo>
                  <a:lnTo>
                    <a:pt x="1255928" y="258927"/>
                  </a:lnTo>
                  <a:lnTo>
                    <a:pt x="1247000" y="252907"/>
                  </a:lnTo>
                  <a:lnTo>
                    <a:pt x="1236091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3742" y="445008"/>
                  </a:lnTo>
                  <a:lnTo>
                    <a:pt x="983742" y="748411"/>
                  </a:lnTo>
                  <a:lnTo>
                    <a:pt x="985939" y="759333"/>
                  </a:lnTo>
                  <a:lnTo>
                    <a:pt x="991958" y="768261"/>
                  </a:lnTo>
                  <a:lnTo>
                    <a:pt x="1000887" y="774280"/>
                  </a:lnTo>
                  <a:lnTo>
                    <a:pt x="1011809" y="776478"/>
                  </a:lnTo>
                  <a:lnTo>
                    <a:pt x="1236091" y="776478"/>
                  </a:lnTo>
                  <a:lnTo>
                    <a:pt x="1247013" y="774280"/>
                  </a:lnTo>
                  <a:lnTo>
                    <a:pt x="1255928" y="768261"/>
                  </a:lnTo>
                  <a:lnTo>
                    <a:pt x="1261948" y="759333"/>
                  </a:lnTo>
                  <a:lnTo>
                    <a:pt x="1264158" y="748411"/>
                  </a:lnTo>
                  <a:lnTo>
                    <a:pt x="1264158" y="278765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67506" y="4226813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998721" y="4184396"/>
            <a:ext cx="908050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0"/>
              </a:spcBef>
            </a:pPr>
            <a:r>
              <a:rPr sz="2900" spc="-235" dirty="0">
                <a:latin typeface="Verdana"/>
                <a:cs typeface="Verdana"/>
              </a:rPr>
              <a:t>3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914646" y="4212082"/>
            <a:ext cx="1276350" cy="788670"/>
            <a:chOff x="4914646" y="4212082"/>
            <a:chExt cx="1276350" cy="788670"/>
          </a:xfrm>
        </p:grpSpPr>
        <p:sp>
          <p:nvSpPr>
            <p:cNvPr id="51" name="object 51"/>
            <p:cNvSpPr/>
            <p:nvPr/>
          </p:nvSpPr>
          <p:spPr>
            <a:xfrm>
              <a:off x="4924806" y="4222241"/>
              <a:ext cx="1266190" cy="778510"/>
            </a:xfrm>
            <a:custGeom>
              <a:avLst/>
              <a:gdLst/>
              <a:ahLst/>
              <a:cxnLst/>
              <a:rect l="l" t="t" r="r" b="b"/>
              <a:pathLst>
                <a:path w="1266189" h="778510">
                  <a:moveTo>
                    <a:pt x="1265682" y="278892"/>
                  </a:moveTo>
                  <a:lnTo>
                    <a:pt x="1263472" y="267906"/>
                  </a:lnTo>
                  <a:lnTo>
                    <a:pt x="1257439" y="258940"/>
                  </a:lnTo>
                  <a:lnTo>
                    <a:pt x="1248473" y="252907"/>
                  </a:lnTo>
                  <a:lnTo>
                    <a:pt x="1237488" y="250698"/>
                  </a:lnTo>
                  <a:lnTo>
                    <a:pt x="1110996" y="250698"/>
                  </a:lnTo>
                  <a:lnTo>
                    <a:pt x="1110996" y="44450"/>
                  </a:lnTo>
                  <a:lnTo>
                    <a:pt x="1107490" y="27165"/>
                  </a:lnTo>
                  <a:lnTo>
                    <a:pt x="1097953" y="13042"/>
                  </a:lnTo>
                  <a:lnTo>
                    <a:pt x="1083830" y="3505"/>
                  </a:lnTo>
                  <a:lnTo>
                    <a:pt x="1066546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3742" y="445008"/>
                  </a:lnTo>
                  <a:lnTo>
                    <a:pt x="983742" y="749808"/>
                  </a:lnTo>
                  <a:lnTo>
                    <a:pt x="985939" y="760806"/>
                  </a:lnTo>
                  <a:lnTo>
                    <a:pt x="991971" y="769772"/>
                  </a:lnTo>
                  <a:lnTo>
                    <a:pt x="1000937" y="775804"/>
                  </a:lnTo>
                  <a:lnTo>
                    <a:pt x="1011936" y="778002"/>
                  </a:lnTo>
                  <a:lnTo>
                    <a:pt x="1237488" y="778002"/>
                  </a:lnTo>
                  <a:lnTo>
                    <a:pt x="1248473" y="775804"/>
                  </a:lnTo>
                  <a:lnTo>
                    <a:pt x="1257439" y="769772"/>
                  </a:lnTo>
                  <a:lnTo>
                    <a:pt x="1263472" y="760806"/>
                  </a:lnTo>
                  <a:lnTo>
                    <a:pt x="1265682" y="749808"/>
                  </a:lnTo>
                  <a:lnTo>
                    <a:pt x="1265682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924806" y="4222242"/>
              <a:ext cx="1111250" cy="445134"/>
            </a:xfrm>
            <a:custGeom>
              <a:avLst/>
              <a:gdLst/>
              <a:ahLst/>
              <a:cxnLst/>
              <a:rect l="l" t="t" r="r" b="b"/>
              <a:pathLst>
                <a:path w="1111250" h="445135">
                  <a:moveTo>
                    <a:pt x="0" y="44449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6546" y="0"/>
                  </a:lnTo>
                  <a:lnTo>
                    <a:pt x="1083831" y="3498"/>
                  </a:lnTo>
                  <a:lnTo>
                    <a:pt x="1097962" y="13033"/>
                  </a:lnTo>
                  <a:lnTo>
                    <a:pt x="1107497" y="27164"/>
                  </a:lnTo>
                  <a:lnTo>
                    <a:pt x="1110996" y="44449"/>
                  </a:lnTo>
                  <a:lnTo>
                    <a:pt x="1110996" y="400557"/>
                  </a:lnTo>
                  <a:lnTo>
                    <a:pt x="1107497" y="417843"/>
                  </a:lnTo>
                  <a:lnTo>
                    <a:pt x="1097962" y="431974"/>
                  </a:lnTo>
                  <a:lnTo>
                    <a:pt x="1083831" y="441509"/>
                  </a:lnTo>
                  <a:lnTo>
                    <a:pt x="1066546" y="445007"/>
                  </a:lnTo>
                  <a:lnTo>
                    <a:pt x="44450" y="445007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7"/>
                  </a:lnTo>
                  <a:lnTo>
                    <a:pt x="0" y="44449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256657" y="4179773"/>
            <a:ext cx="908685" cy="9188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P4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5"/>
              </a:spcBef>
            </a:pPr>
            <a:r>
              <a:rPr sz="2900" spc="-235" dirty="0">
                <a:latin typeface="Verdana"/>
                <a:cs typeface="Verdana"/>
              </a:rPr>
              <a:t>4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139941" y="4196841"/>
            <a:ext cx="1274445" cy="788670"/>
            <a:chOff x="6139941" y="4196841"/>
            <a:chExt cx="1274445" cy="788670"/>
          </a:xfrm>
        </p:grpSpPr>
        <p:sp>
          <p:nvSpPr>
            <p:cNvPr id="55" name="object 55"/>
            <p:cNvSpPr/>
            <p:nvPr/>
          </p:nvSpPr>
          <p:spPr>
            <a:xfrm>
              <a:off x="6150102" y="4207001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4" h="778510">
                  <a:moveTo>
                    <a:pt x="1264158" y="278892"/>
                  </a:moveTo>
                  <a:lnTo>
                    <a:pt x="1261948" y="267906"/>
                  </a:lnTo>
                  <a:lnTo>
                    <a:pt x="1255915" y="258940"/>
                  </a:lnTo>
                  <a:lnTo>
                    <a:pt x="1246949" y="252907"/>
                  </a:lnTo>
                  <a:lnTo>
                    <a:pt x="1235964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2218" y="445008"/>
                  </a:lnTo>
                  <a:lnTo>
                    <a:pt x="982218" y="749808"/>
                  </a:lnTo>
                  <a:lnTo>
                    <a:pt x="984415" y="760806"/>
                  </a:lnTo>
                  <a:lnTo>
                    <a:pt x="990447" y="769772"/>
                  </a:lnTo>
                  <a:lnTo>
                    <a:pt x="999413" y="775804"/>
                  </a:lnTo>
                  <a:lnTo>
                    <a:pt x="1010412" y="778002"/>
                  </a:lnTo>
                  <a:lnTo>
                    <a:pt x="1235964" y="778002"/>
                  </a:lnTo>
                  <a:lnTo>
                    <a:pt x="1246949" y="775804"/>
                  </a:lnTo>
                  <a:lnTo>
                    <a:pt x="1255915" y="769772"/>
                  </a:lnTo>
                  <a:lnTo>
                    <a:pt x="1261948" y="760806"/>
                  </a:lnTo>
                  <a:lnTo>
                    <a:pt x="1264158" y="749808"/>
                  </a:lnTo>
                  <a:lnTo>
                    <a:pt x="1264158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150101" y="420700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481064" y="4164838"/>
            <a:ext cx="908050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P4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5"/>
              </a:spcBef>
            </a:pPr>
            <a:r>
              <a:rPr sz="2900" spc="-235" dirty="0">
                <a:latin typeface="Verdana"/>
                <a:cs typeface="Verdana"/>
              </a:rPr>
              <a:t>5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042153" y="1448765"/>
            <a:ext cx="154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rlito"/>
                <a:cs typeface="Carlito"/>
              </a:rPr>
              <a:t>0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375906" y="4196841"/>
            <a:ext cx="1274445" cy="788670"/>
            <a:chOff x="7375906" y="4196841"/>
            <a:chExt cx="1274445" cy="788670"/>
          </a:xfrm>
        </p:grpSpPr>
        <p:sp>
          <p:nvSpPr>
            <p:cNvPr id="60" name="object 60"/>
            <p:cNvSpPr/>
            <p:nvPr/>
          </p:nvSpPr>
          <p:spPr>
            <a:xfrm>
              <a:off x="7386066" y="4207001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4" h="778510">
                  <a:moveTo>
                    <a:pt x="1264158" y="278765"/>
                  </a:moveTo>
                  <a:lnTo>
                    <a:pt x="1261948" y="267855"/>
                  </a:lnTo>
                  <a:lnTo>
                    <a:pt x="1255928" y="258927"/>
                  </a:lnTo>
                  <a:lnTo>
                    <a:pt x="1247013" y="252907"/>
                  </a:lnTo>
                  <a:lnTo>
                    <a:pt x="1236091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3742" y="445008"/>
                  </a:lnTo>
                  <a:lnTo>
                    <a:pt x="983742" y="749935"/>
                  </a:lnTo>
                  <a:lnTo>
                    <a:pt x="985939" y="760857"/>
                  </a:lnTo>
                  <a:lnTo>
                    <a:pt x="991958" y="769785"/>
                  </a:lnTo>
                  <a:lnTo>
                    <a:pt x="1000887" y="775804"/>
                  </a:lnTo>
                  <a:lnTo>
                    <a:pt x="1011809" y="778002"/>
                  </a:lnTo>
                  <a:lnTo>
                    <a:pt x="1236091" y="778002"/>
                  </a:lnTo>
                  <a:lnTo>
                    <a:pt x="1247013" y="775804"/>
                  </a:lnTo>
                  <a:lnTo>
                    <a:pt x="1255928" y="769785"/>
                  </a:lnTo>
                  <a:lnTo>
                    <a:pt x="1261948" y="760869"/>
                  </a:lnTo>
                  <a:lnTo>
                    <a:pt x="1264158" y="749935"/>
                  </a:lnTo>
                  <a:lnTo>
                    <a:pt x="1264158" y="278765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386066" y="420700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7717663" y="4164838"/>
            <a:ext cx="835025" cy="85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P6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140"/>
              </a:spcBef>
            </a:pPr>
            <a:r>
              <a:rPr sz="2400" spc="-200" dirty="0">
                <a:latin typeface="Verdana"/>
                <a:cs typeface="Verdana"/>
              </a:rPr>
              <a:t>9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8606028" y="4175759"/>
            <a:ext cx="2486025" cy="791210"/>
            <a:chOff x="8606028" y="4175759"/>
            <a:chExt cx="2486025" cy="791210"/>
          </a:xfrm>
        </p:grpSpPr>
        <p:sp>
          <p:nvSpPr>
            <p:cNvPr id="64" name="object 64"/>
            <p:cNvSpPr/>
            <p:nvPr/>
          </p:nvSpPr>
          <p:spPr>
            <a:xfrm>
              <a:off x="8615934" y="4190237"/>
              <a:ext cx="1264285" cy="776605"/>
            </a:xfrm>
            <a:custGeom>
              <a:avLst/>
              <a:gdLst/>
              <a:ahLst/>
              <a:cxnLst/>
              <a:rect l="l" t="t" r="r" b="b"/>
              <a:pathLst>
                <a:path w="1264284" h="776604">
                  <a:moveTo>
                    <a:pt x="1264158" y="277368"/>
                  </a:moveTo>
                  <a:lnTo>
                    <a:pt x="1261948" y="266382"/>
                  </a:lnTo>
                  <a:lnTo>
                    <a:pt x="1255915" y="257416"/>
                  </a:lnTo>
                  <a:lnTo>
                    <a:pt x="1246949" y="251383"/>
                  </a:lnTo>
                  <a:lnTo>
                    <a:pt x="1235964" y="249174"/>
                  </a:lnTo>
                  <a:lnTo>
                    <a:pt x="1109472" y="249174"/>
                  </a:lnTo>
                  <a:lnTo>
                    <a:pt x="1109472" y="44323"/>
                  </a:lnTo>
                  <a:lnTo>
                    <a:pt x="1105992" y="27063"/>
                  </a:lnTo>
                  <a:lnTo>
                    <a:pt x="1096492" y="12979"/>
                  </a:lnTo>
                  <a:lnTo>
                    <a:pt x="1082408" y="3479"/>
                  </a:lnTo>
                  <a:lnTo>
                    <a:pt x="1065149" y="0"/>
                  </a:lnTo>
                  <a:lnTo>
                    <a:pt x="44323" y="0"/>
                  </a:lnTo>
                  <a:lnTo>
                    <a:pt x="27051" y="3479"/>
                  </a:lnTo>
                  <a:lnTo>
                    <a:pt x="12966" y="12979"/>
                  </a:lnTo>
                  <a:lnTo>
                    <a:pt x="3467" y="27063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67" y="416433"/>
                  </a:lnTo>
                  <a:lnTo>
                    <a:pt x="12966" y="430517"/>
                  </a:lnTo>
                  <a:lnTo>
                    <a:pt x="27051" y="440016"/>
                  </a:lnTo>
                  <a:lnTo>
                    <a:pt x="44323" y="443484"/>
                  </a:lnTo>
                  <a:lnTo>
                    <a:pt x="982218" y="443484"/>
                  </a:lnTo>
                  <a:lnTo>
                    <a:pt x="982218" y="748284"/>
                  </a:lnTo>
                  <a:lnTo>
                    <a:pt x="984415" y="759282"/>
                  </a:lnTo>
                  <a:lnTo>
                    <a:pt x="990447" y="768248"/>
                  </a:lnTo>
                  <a:lnTo>
                    <a:pt x="999413" y="774280"/>
                  </a:lnTo>
                  <a:lnTo>
                    <a:pt x="1010412" y="776478"/>
                  </a:lnTo>
                  <a:lnTo>
                    <a:pt x="1235964" y="776478"/>
                  </a:lnTo>
                  <a:lnTo>
                    <a:pt x="1246949" y="774280"/>
                  </a:lnTo>
                  <a:lnTo>
                    <a:pt x="1255915" y="768248"/>
                  </a:lnTo>
                  <a:lnTo>
                    <a:pt x="1261948" y="759282"/>
                  </a:lnTo>
                  <a:lnTo>
                    <a:pt x="1264158" y="748284"/>
                  </a:lnTo>
                  <a:lnTo>
                    <a:pt x="1264158" y="277368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615934" y="4190237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0" y="44323"/>
                  </a:moveTo>
                  <a:lnTo>
                    <a:pt x="3478" y="27056"/>
                  </a:lnTo>
                  <a:lnTo>
                    <a:pt x="12969" y="12969"/>
                  </a:lnTo>
                  <a:lnTo>
                    <a:pt x="27056" y="3478"/>
                  </a:lnTo>
                  <a:lnTo>
                    <a:pt x="44323" y="0"/>
                  </a:lnTo>
                  <a:lnTo>
                    <a:pt x="1065149" y="0"/>
                  </a:lnTo>
                  <a:lnTo>
                    <a:pt x="1082415" y="3478"/>
                  </a:lnTo>
                  <a:lnTo>
                    <a:pt x="1096502" y="12969"/>
                  </a:lnTo>
                  <a:lnTo>
                    <a:pt x="1105993" y="27056"/>
                  </a:lnTo>
                  <a:lnTo>
                    <a:pt x="1109472" y="44323"/>
                  </a:lnTo>
                  <a:lnTo>
                    <a:pt x="1109472" y="399161"/>
                  </a:lnTo>
                  <a:lnTo>
                    <a:pt x="1105993" y="416427"/>
                  </a:lnTo>
                  <a:lnTo>
                    <a:pt x="1096502" y="430514"/>
                  </a:lnTo>
                  <a:lnTo>
                    <a:pt x="1082415" y="440005"/>
                  </a:lnTo>
                  <a:lnTo>
                    <a:pt x="1065149" y="443484"/>
                  </a:lnTo>
                  <a:lnTo>
                    <a:pt x="44323" y="443484"/>
                  </a:lnTo>
                  <a:lnTo>
                    <a:pt x="27056" y="440005"/>
                  </a:lnTo>
                  <a:lnTo>
                    <a:pt x="12969" y="430514"/>
                  </a:lnTo>
                  <a:lnTo>
                    <a:pt x="3478" y="416427"/>
                  </a:lnTo>
                  <a:lnTo>
                    <a:pt x="0" y="399161"/>
                  </a:lnTo>
                  <a:lnTo>
                    <a:pt x="0" y="4432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825990" y="4185665"/>
              <a:ext cx="1266190" cy="776605"/>
            </a:xfrm>
            <a:custGeom>
              <a:avLst/>
              <a:gdLst/>
              <a:ahLst/>
              <a:cxnLst/>
              <a:rect l="l" t="t" r="r" b="b"/>
              <a:pathLst>
                <a:path w="1266190" h="776604">
                  <a:moveTo>
                    <a:pt x="1265682" y="277368"/>
                  </a:moveTo>
                  <a:lnTo>
                    <a:pt x="1263472" y="266382"/>
                  </a:lnTo>
                  <a:lnTo>
                    <a:pt x="1257439" y="257416"/>
                  </a:lnTo>
                  <a:lnTo>
                    <a:pt x="1248473" y="251383"/>
                  </a:lnTo>
                  <a:lnTo>
                    <a:pt x="1237488" y="249174"/>
                  </a:lnTo>
                  <a:lnTo>
                    <a:pt x="1110996" y="249174"/>
                  </a:lnTo>
                  <a:lnTo>
                    <a:pt x="1110996" y="44323"/>
                  </a:lnTo>
                  <a:lnTo>
                    <a:pt x="1107516" y="27063"/>
                  </a:lnTo>
                  <a:lnTo>
                    <a:pt x="1098016" y="12979"/>
                  </a:lnTo>
                  <a:lnTo>
                    <a:pt x="1083932" y="3479"/>
                  </a:lnTo>
                  <a:lnTo>
                    <a:pt x="1066673" y="0"/>
                  </a:lnTo>
                  <a:lnTo>
                    <a:pt x="44323" y="0"/>
                  </a:lnTo>
                  <a:lnTo>
                    <a:pt x="27051" y="3479"/>
                  </a:lnTo>
                  <a:lnTo>
                    <a:pt x="12966" y="12979"/>
                  </a:lnTo>
                  <a:lnTo>
                    <a:pt x="3467" y="27063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67" y="416433"/>
                  </a:lnTo>
                  <a:lnTo>
                    <a:pt x="12966" y="430517"/>
                  </a:lnTo>
                  <a:lnTo>
                    <a:pt x="27051" y="440016"/>
                  </a:lnTo>
                  <a:lnTo>
                    <a:pt x="44323" y="443484"/>
                  </a:lnTo>
                  <a:lnTo>
                    <a:pt x="983742" y="443484"/>
                  </a:lnTo>
                  <a:lnTo>
                    <a:pt x="983742" y="748284"/>
                  </a:lnTo>
                  <a:lnTo>
                    <a:pt x="985939" y="759282"/>
                  </a:lnTo>
                  <a:lnTo>
                    <a:pt x="991971" y="768248"/>
                  </a:lnTo>
                  <a:lnTo>
                    <a:pt x="1000937" y="774280"/>
                  </a:lnTo>
                  <a:lnTo>
                    <a:pt x="1011936" y="776478"/>
                  </a:lnTo>
                  <a:lnTo>
                    <a:pt x="1237488" y="776478"/>
                  </a:lnTo>
                  <a:lnTo>
                    <a:pt x="1248473" y="774280"/>
                  </a:lnTo>
                  <a:lnTo>
                    <a:pt x="1257439" y="768248"/>
                  </a:lnTo>
                  <a:lnTo>
                    <a:pt x="1263472" y="759282"/>
                  </a:lnTo>
                  <a:lnTo>
                    <a:pt x="1265682" y="748284"/>
                  </a:lnTo>
                  <a:lnTo>
                    <a:pt x="1265682" y="277368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825990" y="4185665"/>
              <a:ext cx="1111250" cy="443865"/>
            </a:xfrm>
            <a:custGeom>
              <a:avLst/>
              <a:gdLst/>
              <a:ahLst/>
              <a:cxnLst/>
              <a:rect l="l" t="t" r="r" b="b"/>
              <a:pathLst>
                <a:path w="1111250" h="443864">
                  <a:moveTo>
                    <a:pt x="0" y="44322"/>
                  </a:moveTo>
                  <a:lnTo>
                    <a:pt x="3478" y="27056"/>
                  </a:lnTo>
                  <a:lnTo>
                    <a:pt x="12969" y="12969"/>
                  </a:lnTo>
                  <a:lnTo>
                    <a:pt x="27056" y="3478"/>
                  </a:lnTo>
                  <a:lnTo>
                    <a:pt x="44323" y="0"/>
                  </a:lnTo>
                  <a:lnTo>
                    <a:pt x="1066673" y="0"/>
                  </a:lnTo>
                  <a:lnTo>
                    <a:pt x="1083939" y="3478"/>
                  </a:lnTo>
                  <a:lnTo>
                    <a:pt x="1098026" y="12969"/>
                  </a:lnTo>
                  <a:lnTo>
                    <a:pt x="1107517" y="27056"/>
                  </a:lnTo>
                  <a:lnTo>
                    <a:pt x="1110995" y="44322"/>
                  </a:lnTo>
                  <a:lnTo>
                    <a:pt x="1110995" y="399160"/>
                  </a:lnTo>
                  <a:lnTo>
                    <a:pt x="1107517" y="416427"/>
                  </a:lnTo>
                  <a:lnTo>
                    <a:pt x="1098026" y="430514"/>
                  </a:lnTo>
                  <a:lnTo>
                    <a:pt x="1083939" y="440005"/>
                  </a:lnTo>
                  <a:lnTo>
                    <a:pt x="1066673" y="443483"/>
                  </a:lnTo>
                  <a:lnTo>
                    <a:pt x="44323" y="443483"/>
                  </a:lnTo>
                  <a:lnTo>
                    <a:pt x="27056" y="440005"/>
                  </a:lnTo>
                  <a:lnTo>
                    <a:pt x="12969" y="430514"/>
                  </a:lnTo>
                  <a:lnTo>
                    <a:pt x="3478" y="416427"/>
                  </a:lnTo>
                  <a:lnTo>
                    <a:pt x="0" y="399160"/>
                  </a:lnTo>
                  <a:lnTo>
                    <a:pt x="0" y="44322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8947150" y="4147184"/>
            <a:ext cx="2129790" cy="85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3645" algn="l"/>
              </a:tabLst>
            </a:pPr>
            <a:r>
              <a:rPr sz="2900" spc="-135" dirty="0">
                <a:latin typeface="Verdana"/>
                <a:cs typeface="Verdana"/>
              </a:rPr>
              <a:t>P4	</a:t>
            </a:r>
            <a:r>
              <a:rPr sz="2900" spc="-140" dirty="0">
                <a:latin typeface="Verdana"/>
                <a:cs typeface="Verdana"/>
              </a:rPr>
              <a:t>P7</a:t>
            </a:r>
            <a:endParaRPr sz="2900">
              <a:latin typeface="Verdana"/>
              <a:cs typeface="Verdana"/>
            </a:endParaRPr>
          </a:p>
          <a:p>
            <a:pPr marL="567055">
              <a:lnSpc>
                <a:spcPct val="100000"/>
              </a:lnSpc>
              <a:spcBef>
                <a:spcPts val="140"/>
              </a:spcBef>
              <a:tabLst>
                <a:tab pos="1778000" algn="l"/>
              </a:tabLst>
            </a:pPr>
            <a:r>
              <a:rPr sz="2400" spc="-200" dirty="0">
                <a:latin typeface="Verdana"/>
                <a:cs typeface="Verdana"/>
              </a:rPr>
              <a:t>11	</a:t>
            </a:r>
            <a:r>
              <a:rPr sz="3600" spc="-300" baseline="1157" dirty="0">
                <a:latin typeface="Verdana"/>
                <a:cs typeface="Verdana"/>
              </a:rPr>
              <a:t>17</a:t>
            </a:r>
            <a:endParaRPr sz="3600" baseline="1157">
              <a:latin typeface="Verdana"/>
              <a:cs typeface="Verdana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3941064" y="5939028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39" h="525779">
                <a:moveTo>
                  <a:pt x="253746" y="0"/>
                </a:moveTo>
                <a:lnTo>
                  <a:pt x="28194" y="0"/>
                </a:lnTo>
                <a:lnTo>
                  <a:pt x="17198" y="2215"/>
                </a:lnTo>
                <a:lnTo>
                  <a:pt x="8239" y="8258"/>
                </a:lnTo>
                <a:lnTo>
                  <a:pt x="2208" y="17220"/>
                </a:lnTo>
                <a:lnTo>
                  <a:pt x="0" y="28194"/>
                </a:lnTo>
                <a:lnTo>
                  <a:pt x="0" y="497586"/>
                </a:lnTo>
                <a:lnTo>
                  <a:pt x="2208" y="508559"/>
                </a:lnTo>
                <a:lnTo>
                  <a:pt x="8239" y="517521"/>
                </a:lnTo>
                <a:lnTo>
                  <a:pt x="17198" y="523564"/>
                </a:lnTo>
                <a:lnTo>
                  <a:pt x="28194" y="525780"/>
                </a:lnTo>
                <a:lnTo>
                  <a:pt x="253746" y="525780"/>
                </a:lnTo>
                <a:lnTo>
                  <a:pt x="264741" y="523564"/>
                </a:lnTo>
                <a:lnTo>
                  <a:pt x="273700" y="517521"/>
                </a:lnTo>
                <a:lnTo>
                  <a:pt x="279731" y="508559"/>
                </a:lnTo>
                <a:lnTo>
                  <a:pt x="281939" y="497586"/>
                </a:lnTo>
                <a:lnTo>
                  <a:pt x="281939" y="28194"/>
                </a:lnTo>
                <a:lnTo>
                  <a:pt x="279731" y="17220"/>
                </a:lnTo>
                <a:lnTo>
                  <a:pt x="273700" y="8258"/>
                </a:lnTo>
                <a:lnTo>
                  <a:pt x="264741" y="2215"/>
                </a:lnTo>
                <a:lnTo>
                  <a:pt x="25374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3844544" y="6105550"/>
            <a:ext cx="3638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95" dirty="0">
                <a:latin typeface="Verdana"/>
                <a:cs typeface="Verdana"/>
              </a:rPr>
              <a:t>18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2948685" y="5678170"/>
            <a:ext cx="1130300" cy="464184"/>
            <a:chOff x="2948685" y="5678170"/>
            <a:chExt cx="1130300" cy="464184"/>
          </a:xfrm>
        </p:grpSpPr>
        <p:sp>
          <p:nvSpPr>
            <p:cNvPr id="72" name="object 72"/>
            <p:cNvSpPr/>
            <p:nvPr/>
          </p:nvSpPr>
          <p:spPr>
            <a:xfrm>
              <a:off x="2958845" y="5688330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1065149" y="0"/>
                  </a:moveTo>
                  <a:lnTo>
                    <a:pt x="44323" y="0"/>
                  </a:lnTo>
                  <a:lnTo>
                    <a:pt x="27056" y="3484"/>
                  </a:lnTo>
                  <a:lnTo>
                    <a:pt x="12969" y="12987"/>
                  </a:lnTo>
                  <a:lnTo>
                    <a:pt x="3478" y="27083"/>
                  </a:lnTo>
                  <a:lnTo>
                    <a:pt x="0" y="44348"/>
                  </a:lnTo>
                  <a:lnTo>
                    <a:pt x="0" y="399135"/>
                  </a:lnTo>
                  <a:lnTo>
                    <a:pt x="3478" y="416400"/>
                  </a:lnTo>
                  <a:lnTo>
                    <a:pt x="12969" y="430496"/>
                  </a:lnTo>
                  <a:lnTo>
                    <a:pt x="27056" y="439999"/>
                  </a:lnTo>
                  <a:lnTo>
                    <a:pt x="44323" y="443484"/>
                  </a:lnTo>
                  <a:lnTo>
                    <a:pt x="1065149" y="443484"/>
                  </a:lnTo>
                  <a:lnTo>
                    <a:pt x="1082415" y="439999"/>
                  </a:lnTo>
                  <a:lnTo>
                    <a:pt x="1096502" y="430496"/>
                  </a:lnTo>
                  <a:lnTo>
                    <a:pt x="1105993" y="416400"/>
                  </a:lnTo>
                  <a:lnTo>
                    <a:pt x="1109471" y="399135"/>
                  </a:lnTo>
                  <a:lnTo>
                    <a:pt x="1109471" y="44348"/>
                  </a:lnTo>
                  <a:lnTo>
                    <a:pt x="1105993" y="27083"/>
                  </a:lnTo>
                  <a:lnTo>
                    <a:pt x="1096502" y="12987"/>
                  </a:lnTo>
                  <a:lnTo>
                    <a:pt x="1082415" y="3484"/>
                  </a:lnTo>
                  <a:lnTo>
                    <a:pt x="106514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958845" y="5688330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0" y="44348"/>
                  </a:moveTo>
                  <a:lnTo>
                    <a:pt x="3478" y="27083"/>
                  </a:lnTo>
                  <a:lnTo>
                    <a:pt x="12969" y="12987"/>
                  </a:lnTo>
                  <a:lnTo>
                    <a:pt x="27056" y="3484"/>
                  </a:lnTo>
                  <a:lnTo>
                    <a:pt x="44323" y="0"/>
                  </a:lnTo>
                  <a:lnTo>
                    <a:pt x="1065149" y="0"/>
                  </a:lnTo>
                  <a:lnTo>
                    <a:pt x="1082415" y="3484"/>
                  </a:lnTo>
                  <a:lnTo>
                    <a:pt x="1096502" y="12987"/>
                  </a:lnTo>
                  <a:lnTo>
                    <a:pt x="1105993" y="27083"/>
                  </a:lnTo>
                  <a:lnTo>
                    <a:pt x="1109471" y="44348"/>
                  </a:lnTo>
                  <a:lnTo>
                    <a:pt x="1109471" y="399135"/>
                  </a:lnTo>
                  <a:lnTo>
                    <a:pt x="1105993" y="416400"/>
                  </a:lnTo>
                  <a:lnTo>
                    <a:pt x="1096502" y="430496"/>
                  </a:lnTo>
                  <a:lnTo>
                    <a:pt x="1082415" y="439999"/>
                  </a:lnTo>
                  <a:lnTo>
                    <a:pt x="1065149" y="443484"/>
                  </a:lnTo>
                  <a:lnTo>
                    <a:pt x="44323" y="443484"/>
                  </a:lnTo>
                  <a:lnTo>
                    <a:pt x="27056" y="439999"/>
                  </a:lnTo>
                  <a:lnTo>
                    <a:pt x="12969" y="430496"/>
                  </a:lnTo>
                  <a:lnTo>
                    <a:pt x="3478" y="416400"/>
                  </a:lnTo>
                  <a:lnTo>
                    <a:pt x="0" y="399135"/>
                  </a:lnTo>
                  <a:lnTo>
                    <a:pt x="0" y="44348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3289808" y="5645302"/>
            <a:ext cx="44767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P5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5210555" y="5929884"/>
            <a:ext cx="281940" cy="527685"/>
          </a:xfrm>
          <a:custGeom>
            <a:avLst/>
            <a:gdLst/>
            <a:ahLst/>
            <a:cxnLst/>
            <a:rect l="l" t="t" r="r" b="b"/>
            <a:pathLst>
              <a:path w="281939" h="527685">
                <a:moveTo>
                  <a:pt x="253746" y="0"/>
                </a:moveTo>
                <a:lnTo>
                  <a:pt x="28194" y="0"/>
                </a:lnTo>
                <a:lnTo>
                  <a:pt x="17198" y="2215"/>
                </a:lnTo>
                <a:lnTo>
                  <a:pt x="8239" y="8258"/>
                </a:lnTo>
                <a:lnTo>
                  <a:pt x="2208" y="17220"/>
                </a:lnTo>
                <a:lnTo>
                  <a:pt x="0" y="28193"/>
                </a:lnTo>
                <a:lnTo>
                  <a:pt x="0" y="499109"/>
                </a:lnTo>
                <a:lnTo>
                  <a:pt x="2208" y="510083"/>
                </a:lnTo>
                <a:lnTo>
                  <a:pt x="8239" y="519045"/>
                </a:lnTo>
                <a:lnTo>
                  <a:pt x="17198" y="525088"/>
                </a:lnTo>
                <a:lnTo>
                  <a:pt x="28194" y="527303"/>
                </a:lnTo>
                <a:lnTo>
                  <a:pt x="253746" y="527303"/>
                </a:lnTo>
                <a:lnTo>
                  <a:pt x="264741" y="525088"/>
                </a:lnTo>
                <a:lnTo>
                  <a:pt x="273700" y="519045"/>
                </a:lnTo>
                <a:lnTo>
                  <a:pt x="279731" y="510083"/>
                </a:lnTo>
                <a:lnTo>
                  <a:pt x="281940" y="499109"/>
                </a:lnTo>
                <a:lnTo>
                  <a:pt x="281940" y="28193"/>
                </a:lnTo>
                <a:lnTo>
                  <a:pt x="279731" y="17220"/>
                </a:lnTo>
                <a:lnTo>
                  <a:pt x="273700" y="8258"/>
                </a:lnTo>
                <a:lnTo>
                  <a:pt x="264741" y="2215"/>
                </a:lnTo>
                <a:lnTo>
                  <a:pt x="25374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5113782" y="6097625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0" dirty="0">
                <a:latin typeface="Verdana"/>
                <a:cs typeface="Verdana"/>
              </a:rPr>
              <a:t>20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4218432" y="5669279"/>
            <a:ext cx="1129665" cy="464820"/>
            <a:chOff x="4218432" y="5669279"/>
            <a:chExt cx="1129665" cy="464820"/>
          </a:xfrm>
        </p:grpSpPr>
        <p:sp>
          <p:nvSpPr>
            <p:cNvPr id="78" name="object 78"/>
            <p:cNvSpPr/>
            <p:nvPr/>
          </p:nvSpPr>
          <p:spPr>
            <a:xfrm>
              <a:off x="4228338" y="5679185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1065022" y="0"/>
                  </a:moveTo>
                  <a:lnTo>
                    <a:pt x="44450" y="0"/>
                  </a:lnTo>
                  <a:lnTo>
                    <a:pt x="27164" y="3497"/>
                  </a:lnTo>
                  <a:lnTo>
                    <a:pt x="13033" y="13034"/>
                  </a:lnTo>
                  <a:lnTo>
                    <a:pt x="3498" y="27180"/>
                  </a:lnTo>
                  <a:lnTo>
                    <a:pt x="0" y="44500"/>
                  </a:lnTo>
                  <a:lnTo>
                    <a:pt x="0" y="400507"/>
                  </a:lnTo>
                  <a:lnTo>
                    <a:pt x="3498" y="417827"/>
                  </a:lnTo>
                  <a:lnTo>
                    <a:pt x="13033" y="431973"/>
                  </a:lnTo>
                  <a:lnTo>
                    <a:pt x="27164" y="441510"/>
                  </a:lnTo>
                  <a:lnTo>
                    <a:pt x="44450" y="445007"/>
                  </a:lnTo>
                  <a:lnTo>
                    <a:pt x="1065022" y="445007"/>
                  </a:lnTo>
                  <a:lnTo>
                    <a:pt x="1082307" y="441510"/>
                  </a:lnTo>
                  <a:lnTo>
                    <a:pt x="1096438" y="431973"/>
                  </a:lnTo>
                  <a:lnTo>
                    <a:pt x="1105973" y="417827"/>
                  </a:lnTo>
                  <a:lnTo>
                    <a:pt x="1109472" y="400507"/>
                  </a:lnTo>
                  <a:lnTo>
                    <a:pt x="1109472" y="44500"/>
                  </a:lnTo>
                  <a:lnTo>
                    <a:pt x="1105973" y="27180"/>
                  </a:lnTo>
                  <a:lnTo>
                    <a:pt x="1096438" y="13034"/>
                  </a:lnTo>
                  <a:lnTo>
                    <a:pt x="1082307" y="3497"/>
                  </a:lnTo>
                  <a:lnTo>
                    <a:pt x="106502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228338" y="5679185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500"/>
                  </a:moveTo>
                  <a:lnTo>
                    <a:pt x="3498" y="27180"/>
                  </a:lnTo>
                  <a:lnTo>
                    <a:pt x="13033" y="13034"/>
                  </a:lnTo>
                  <a:lnTo>
                    <a:pt x="27164" y="3497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7"/>
                  </a:lnTo>
                  <a:lnTo>
                    <a:pt x="1096438" y="13034"/>
                  </a:lnTo>
                  <a:lnTo>
                    <a:pt x="1105973" y="27180"/>
                  </a:lnTo>
                  <a:lnTo>
                    <a:pt x="1109472" y="44500"/>
                  </a:lnTo>
                  <a:lnTo>
                    <a:pt x="1109472" y="400507"/>
                  </a:lnTo>
                  <a:lnTo>
                    <a:pt x="1105973" y="417827"/>
                  </a:lnTo>
                  <a:lnTo>
                    <a:pt x="1096438" y="431973"/>
                  </a:lnTo>
                  <a:lnTo>
                    <a:pt x="1082307" y="441510"/>
                  </a:lnTo>
                  <a:lnTo>
                    <a:pt x="1065022" y="445007"/>
                  </a:lnTo>
                  <a:lnTo>
                    <a:pt x="44450" y="445007"/>
                  </a:lnTo>
                  <a:lnTo>
                    <a:pt x="27164" y="441510"/>
                  </a:lnTo>
                  <a:lnTo>
                    <a:pt x="13033" y="431973"/>
                  </a:lnTo>
                  <a:lnTo>
                    <a:pt x="3498" y="417827"/>
                  </a:lnTo>
                  <a:lnTo>
                    <a:pt x="0" y="400507"/>
                  </a:lnTo>
                  <a:lnTo>
                    <a:pt x="0" y="4450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4559046" y="5637377"/>
            <a:ext cx="4476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7968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07947" y="4215129"/>
            <a:ext cx="1407160" cy="786765"/>
            <a:chOff x="1107947" y="4215129"/>
            <a:chExt cx="1407160" cy="786765"/>
          </a:xfrm>
        </p:grpSpPr>
        <p:sp>
          <p:nvSpPr>
            <p:cNvPr id="3" name="object 3"/>
            <p:cNvSpPr/>
            <p:nvPr/>
          </p:nvSpPr>
          <p:spPr>
            <a:xfrm>
              <a:off x="1107948" y="4225289"/>
              <a:ext cx="1407160" cy="776605"/>
            </a:xfrm>
            <a:custGeom>
              <a:avLst/>
              <a:gdLst/>
              <a:ahLst/>
              <a:cxnLst/>
              <a:rect l="l" t="t" r="r" b="b"/>
              <a:pathLst>
                <a:path w="1407160" h="776604">
                  <a:moveTo>
                    <a:pt x="1406652" y="278892"/>
                  </a:moveTo>
                  <a:lnTo>
                    <a:pt x="1404442" y="267906"/>
                  </a:lnTo>
                  <a:lnTo>
                    <a:pt x="1398409" y="258940"/>
                  </a:lnTo>
                  <a:lnTo>
                    <a:pt x="1389443" y="252907"/>
                  </a:lnTo>
                  <a:lnTo>
                    <a:pt x="1378458" y="250698"/>
                  </a:lnTo>
                  <a:lnTo>
                    <a:pt x="1251966" y="250698"/>
                  </a:lnTo>
                  <a:lnTo>
                    <a:pt x="1251966" y="44450"/>
                  </a:lnTo>
                  <a:lnTo>
                    <a:pt x="1248460" y="27165"/>
                  </a:lnTo>
                  <a:lnTo>
                    <a:pt x="1238923" y="13042"/>
                  </a:lnTo>
                  <a:lnTo>
                    <a:pt x="1224800" y="3505"/>
                  </a:lnTo>
                  <a:lnTo>
                    <a:pt x="1207516" y="0"/>
                  </a:lnTo>
                  <a:lnTo>
                    <a:pt x="186944" y="0"/>
                  </a:lnTo>
                  <a:lnTo>
                    <a:pt x="169646" y="3505"/>
                  </a:lnTo>
                  <a:lnTo>
                    <a:pt x="155524" y="13042"/>
                  </a:lnTo>
                  <a:lnTo>
                    <a:pt x="145986" y="27165"/>
                  </a:lnTo>
                  <a:lnTo>
                    <a:pt x="142494" y="44450"/>
                  </a:lnTo>
                  <a:lnTo>
                    <a:pt x="142494" y="250698"/>
                  </a:lnTo>
                  <a:lnTo>
                    <a:pt x="28194" y="250698"/>
                  </a:lnTo>
                  <a:lnTo>
                    <a:pt x="17208" y="252907"/>
                  </a:lnTo>
                  <a:lnTo>
                    <a:pt x="8255" y="258940"/>
                  </a:lnTo>
                  <a:lnTo>
                    <a:pt x="2209" y="267906"/>
                  </a:lnTo>
                  <a:lnTo>
                    <a:pt x="0" y="278892"/>
                  </a:lnTo>
                  <a:lnTo>
                    <a:pt x="0" y="748284"/>
                  </a:lnTo>
                  <a:lnTo>
                    <a:pt x="2209" y="759282"/>
                  </a:lnTo>
                  <a:lnTo>
                    <a:pt x="8255" y="768248"/>
                  </a:lnTo>
                  <a:lnTo>
                    <a:pt x="17208" y="774280"/>
                  </a:lnTo>
                  <a:lnTo>
                    <a:pt x="28194" y="776478"/>
                  </a:lnTo>
                  <a:lnTo>
                    <a:pt x="253746" y="776478"/>
                  </a:lnTo>
                  <a:lnTo>
                    <a:pt x="264731" y="774280"/>
                  </a:lnTo>
                  <a:lnTo>
                    <a:pt x="273697" y="768248"/>
                  </a:lnTo>
                  <a:lnTo>
                    <a:pt x="279730" y="759282"/>
                  </a:lnTo>
                  <a:lnTo>
                    <a:pt x="281940" y="748284"/>
                  </a:lnTo>
                  <a:lnTo>
                    <a:pt x="281940" y="445008"/>
                  </a:lnTo>
                  <a:lnTo>
                    <a:pt x="1124712" y="445008"/>
                  </a:lnTo>
                  <a:lnTo>
                    <a:pt x="1124712" y="748284"/>
                  </a:lnTo>
                  <a:lnTo>
                    <a:pt x="1126909" y="759282"/>
                  </a:lnTo>
                  <a:lnTo>
                    <a:pt x="1132941" y="768248"/>
                  </a:lnTo>
                  <a:lnTo>
                    <a:pt x="1141907" y="774280"/>
                  </a:lnTo>
                  <a:lnTo>
                    <a:pt x="1152906" y="776478"/>
                  </a:lnTo>
                  <a:lnTo>
                    <a:pt x="1378458" y="776478"/>
                  </a:lnTo>
                  <a:lnTo>
                    <a:pt x="1389443" y="774280"/>
                  </a:lnTo>
                  <a:lnTo>
                    <a:pt x="1398409" y="768248"/>
                  </a:lnTo>
                  <a:lnTo>
                    <a:pt x="1404442" y="759282"/>
                  </a:lnTo>
                  <a:lnTo>
                    <a:pt x="1406652" y="748284"/>
                  </a:lnTo>
                  <a:lnTo>
                    <a:pt x="1406652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250441" y="4225289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80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34262" y="4182313"/>
            <a:ext cx="1355090" cy="918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  <a:tabLst>
                <a:tab pos="1124585" algn="l"/>
              </a:tabLst>
            </a:pPr>
            <a:r>
              <a:rPr sz="2900" spc="-235" dirty="0">
                <a:latin typeface="Verdana"/>
                <a:cs typeface="Verdana"/>
              </a:rPr>
              <a:t>0	1</a:t>
            </a:r>
            <a:endParaRPr sz="2900">
              <a:latin typeface="Verdana"/>
              <a:cs typeface="Verdana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76008" y="240411"/>
          <a:ext cx="3977639" cy="2792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44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944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91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Pno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Priority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160" dirty="0">
                          <a:latin typeface="Carlito"/>
                          <a:cs typeface="Carlito"/>
                        </a:rPr>
                        <a:t>AT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45" dirty="0">
                          <a:latin typeface="Carlito"/>
                          <a:cs typeface="Carlito"/>
                        </a:rPr>
                        <a:t>BT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2(L)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8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12</a:t>
                      </a:r>
                      <a:r>
                        <a:rPr sz="2000" b="1" spc="-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b="1" dirty="0">
                          <a:latin typeface="Carlito"/>
                          <a:cs typeface="Carlito"/>
                        </a:rPr>
                        <a:t>(H)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P7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9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7" name="object 7"/>
          <p:cNvGrpSpPr/>
          <p:nvPr/>
        </p:nvGrpSpPr>
        <p:grpSpPr>
          <a:xfrm>
            <a:off x="5819902" y="1042161"/>
            <a:ext cx="674370" cy="845185"/>
            <a:chOff x="5819902" y="1042161"/>
            <a:chExt cx="674370" cy="845185"/>
          </a:xfrm>
        </p:grpSpPr>
        <p:sp>
          <p:nvSpPr>
            <p:cNvPr id="8" name="object 8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548639" y="0"/>
                  </a:moveTo>
                  <a:lnTo>
                    <a:pt x="105155" y="0"/>
                  </a:lnTo>
                  <a:lnTo>
                    <a:pt x="86263" y="6640"/>
                  </a:lnTo>
                  <a:lnTo>
                    <a:pt x="52098" y="56275"/>
                  </a:lnTo>
                  <a:lnTo>
                    <a:pt x="37420" y="96942"/>
                  </a:lnTo>
                  <a:lnTo>
                    <a:pt x="24743" y="146624"/>
                  </a:lnTo>
                  <a:lnTo>
                    <a:pt x="14365" y="204159"/>
                  </a:lnTo>
                  <a:lnTo>
                    <a:pt x="6583" y="268382"/>
                  </a:lnTo>
                  <a:lnTo>
                    <a:pt x="1695" y="338131"/>
                  </a:lnTo>
                  <a:lnTo>
                    <a:pt x="0" y="412241"/>
                  </a:lnTo>
                  <a:lnTo>
                    <a:pt x="1695" y="486352"/>
                  </a:lnTo>
                  <a:lnTo>
                    <a:pt x="6583" y="556101"/>
                  </a:lnTo>
                  <a:lnTo>
                    <a:pt x="14365" y="620324"/>
                  </a:lnTo>
                  <a:lnTo>
                    <a:pt x="24743" y="677859"/>
                  </a:lnTo>
                  <a:lnTo>
                    <a:pt x="37420" y="727541"/>
                  </a:lnTo>
                  <a:lnTo>
                    <a:pt x="52098" y="768208"/>
                  </a:lnTo>
                  <a:lnTo>
                    <a:pt x="86263" y="817843"/>
                  </a:lnTo>
                  <a:lnTo>
                    <a:pt x="105155" y="824483"/>
                  </a:lnTo>
                  <a:lnTo>
                    <a:pt x="548639" y="824483"/>
                  </a:lnTo>
                  <a:lnTo>
                    <a:pt x="585317" y="798697"/>
                  </a:lnTo>
                  <a:lnTo>
                    <a:pt x="616375" y="727541"/>
                  </a:lnTo>
                  <a:lnTo>
                    <a:pt x="629052" y="677859"/>
                  </a:lnTo>
                  <a:lnTo>
                    <a:pt x="639430" y="620324"/>
                  </a:lnTo>
                  <a:lnTo>
                    <a:pt x="647212" y="556101"/>
                  </a:lnTo>
                  <a:lnTo>
                    <a:pt x="652100" y="486352"/>
                  </a:lnTo>
                  <a:lnTo>
                    <a:pt x="653796" y="412241"/>
                  </a:lnTo>
                  <a:lnTo>
                    <a:pt x="652100" y="338131"/>
                  </a:lnTo>
                  <a:lnTo>
                    <a:pt x="647212" y="268382"/>
                  </a:lnTo>
                  <a:lnTo>
                    <a:pt x="639430" y="204159"/>
                  </a:lnTo>
                  <a:lnTo>
                    <a:pt x="629052" y="146624"/>
                  </a:lnTo>
                  <a:lnTo>
                    <a:pt x="616375" y="96942"/>
                  </a:lnTo>
                  <a:lnTo>
                    <a:pt x="601697" y="56275"/>
                  </a:lnTo>
                  <a:lnTo>
                    <a:pt x="567532" y="6640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105155" y="0"/>
                  </a:moveTo>
                  <a:lnTo>
                    <a:pt x="548639" y="0"/>
                  </a:lnTo>
                  <a:lnTo>
                    <a:pt x="567532" y="6640"/>
                  </a:lnTo>
                  <a:lnTo>
                    <a:pt x="601697" y="56275"/>
                  </a:lnTo>
                  <a:lnTo>
                    <a:pt x="616375" y="96942"/>
                  </a:lnTo>
                  <a:lnTo>
                    <a:pt x="629052" y="146624"/>
                  </a:lnTo>
                  <a:lnTo>
                    <a:pt x="639430" y="204159"/>
                  </a:lnTo>
                  <a:lnTo>
                    <a:pt x="647212" y="268382"/>
                  </a:lnTo>
                  <a:lnTo>
                    <a:pt x="652100" y="338131"/>
                  </a:lnTo>
                  <a:lnTo>
                    <a:pt x="653796" y="412241"/>
                  </a:lnTo>
                  <a:lnTo>
                    <a:pt x="652100" y="486352"/>
                  </a:lnTo>
                  <a:lnTo>
                    <a:pt x="647212" y="556101"/>
                  </a:lnTo>
                  <a:lnTo>
                    <a:pt x="639430" y="620324"/>
                  </a:lnTo>
                  <a:lnTo>
                    <a:pt x="629052" y="677859"/>
                  </a:lnTo>
                  <a:lnTo>
                    <a:pt x="616375" y="727541"/>
                  </a:lnTo>
                  <a:lnTo>
                    <a:pt x="601697" y="768208"/>
                  </a:lnTo>
                  <a:lnTo>
                    <a:pt x="567532" y="817843"/>
                  </a:lnTo>
                  <a:lnTo>
                    <a:pt x="548639" y="824483"/>
                  </a:lnTo>
                  <a:lnTo>
                    <a:pt x="105155" y="824483"/>
                  </a:lnTo>
                  <a:lnTo>
                    <a:pt x="68478" y="798697"/>
                  </a:lnTo>
                  <a:lnTo>
                    <a:pt x="37420" y="727541"/>
                  </a:lnTo>
                  <a:lnTo>
                    <a:pt x="24743" y="677859"/>
                  </a:lnTo>
                  <a:lnTo>
                    <a:pt x="14365" y="620324"/>
                  </a:lnTo>
                  <a:lnTo>
                    <a:pt x="6583" y="556101"/>
                  </a:lnTo>
                  <a:lnTo>
                    <a:pt x="1695" y="486352"/>
                  </a:lnTo>
                  <a:lnTo>
                    <a:pt x="0" y="412241"/>
                  </a:lnTo>
                  <a:lnTo>
                    <a:pt x="1695" y="338131"/>
                  </a:lnTo>
                  <a:lnTo>
                    <a:pt x="6583" y="268382"/>
                  </a:lnTo>
                  <a:lnTo>
                    <a:pt x="14365" y="204159"/>
                  </a:lnTo>
                  <a:lnTo>
                    <a:pt x="24743" y="146624"/>
                  </a:lnTo>
                  <a:lnTo>
                    <a:pt x="37420" y="96942"/>
                  </a:lnTo>
                  <a:lnTo>
                    <a:pt x="52098" y="56275"/>
                  </a:lnTo>
                  <a:lnTo>
                    <a:pt x="86263" y="6640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16244" y="1309496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589521" y="1020825"/>
            <a:ext cx="674370" cy="846455"/>
            <a:chOff x="6589521" y="1020825"/>
            <a:chExt cx="674370" cy="846455"/>
          </a:xfrm>
        </p:grpSpPr>
        <p:sp>
          <p:nvSpPr>
            <p:cNvPr id="12" name="object 12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6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6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6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6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6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786118" y="1151890"/>
            <a:ext cx="281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P2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7400543" y="1021080"/>
            <a:ext cx="673735" cy="845819"/>
            <a:chOff x="7400543" y="1021080"/>
            <a:chExt cx="673735" cy="845819"/>
          </a:xfrm>
        </p:grpSpPr>
        <p:sp>
          <p:nvSpPr>
            <p:cNvPr id="16" name="object 16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5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5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5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5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597520" y="1014729"/>
            <a:ext cx="2819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P3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212835" y="833627"/>
            <a:ext cx="715010" cy="1033780"/>
            <a:chOff x="8212835" y="833627"/>
            <a:chExt cx="715010" cy="1033780"/>
          </a:xfrm>
        </p:grpSpPr>
        <p:sp>
          <p:nvSpPr>
            <p:cNvPr id="20" name="object 20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583183" y="0"/>
                  </a:moveTo>
                  <a:lnTo>
                    <a:pt x="111759" y="0"/>
                  </a:lnTo>
                  <a:lnTo>
                    <a:pt x="95245" y="5493"/>
                  </a:lnTo>
                  <a:lnTo>
                    <a:pt x="64645" y="47088"/>
                  </a:lnTo>
                  <a:lnTo>
                    <a:pt x="38437" y="124275"/>
                  </a:lnTo>
                  <a:lnTo>
                    <a:pt x="27413" y="174258"/>
                  </a:lnTo>
                  <a:lnTo>
                    <a:pt x="18005" y="230788"/>
                  </a:lnTo>
                  <a:lnTo>
                    <a:pt x="10387" y="293084"/>
                  </a:lnTo>
                  <a:lnTo>
                    <a:pt x="4731" y="360361"/>
                  </a:lnTo>
                  <a:lnTo>
                    <a:pt x="1211" y="431838"/>
                  </a:lnTo>
                  <a:lnTo>
                    <a:pt x="0" y="506729"/>
                  </a:lnTo>
                  <a:lnTo>
                    <a:pt x="1211" y="581621"/>
                  </a:lnTo>
                  <a:lnTo>
                    <a:pt x="4731" y="653098"/>
                  </a:lnTo>
                  <a:lnTo>
                    <a:pt x="10387" y="720375"/>
                  </a:lnTo>
                  <a:lnTo>
                    <a:pt x="18005" y="782671"/>
                  </a:lnTo>
                  <a:lnTo>
                    <a:pt x="27413" y="839201"/>
                  </a:lnTo>
                  <a:lnTo>
                    <a:pt x="38437" y="889184"/>
                  </a:lnTo>
                  <a:lnTo>
                    <a:pt x="50906" y="931834"/>
                  </a:lnTo>
                  <a:lnTo>
                    <a:pt x="79482" y="992009"/>
                  </a:lnTo>
                  <a:lnTo>
                    <a:pt x="111759" y="1013460"/>
                  </a:lnTo>
                  <a:lnTo>
                    <a:pt x="583183" y="1013460"/>
                  </a:lnTo>
                  <a:lnTo>
                    <a:pt x="615461" y="992009"/>
                  </a:lnTo>
                  <a:lnTo>
                    <a:pt x="644037" y="931834"/>
                  </a:lnTo>
                  <a:lnTo>
                    <a:pt x="656506" y="889184"/>
                  </a:lnTo>
                  <a:lnTo>
                    <a:pt x="667530" y="839201"/>
                  </a:lnTo>
                  <a:lnTo>
                    <a:pt x="676938" y="782671"/>
                  </a:lnTo>
                  <a:lnTo>
                    <a:pt x="684556" y="720375"/>
                  </a:lnTo>
                  <a:lnTo>
                    <a:pt x="690212" y="653098"/>
                  </a:lnTo>
                  <a:lnTo>
                    <a:pt x="693732" y="581621"/>
                  </a:lnTo>
                  <a:lnTo>
                    <a:pt x="694943" y="506729"/>
                  </a:lnTo>
                  <a:lnTo>
                    <a:pt x="693732" y="431838"/>
                  </a:lnTo>
                  <a:lnTo>
                    <a:pt x="690212" y="360361"/>
                  </a:lnTo>
                  <a:lnTo>
                    <a:pt x="684556" y="293084"/>
                  </a:lnTo>
                  <a:lnTo>
                    <a:pt x="676938" y="230788"/>
                  </a:lnTo>
                  <a:lnTo>
                    <a:pt x="667530" y="174258"/>
                  </a:lnTo>
                  <a:lnTo>
                    <a:pt x="656506" y="124275"/>
                  </a:lnTo>
                  <a:lnTo>
                    <a:pt x="644037" y="81625"/>
                  </a:lnTo>
                  <a:lnTo>
                    <a:pt x="615461" y="2145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111759" y="0"/>
                  </a:moveTo>
                  <a:lnTo>
                    <a:pt x="583183" y="0"/>
                  </a:lnTo>
                  <a:lnTo>
                    <a:pt x="599698" y="5493"/>
                  </a:lnTo>
                  <a:lnTo>
                    <a:pt x="630298" y="47088"/>
                  </a:lnTo>
                  <a:lnTo>
                    <a:pt x="656506" y="124275"/>
                  </a:lnTo>
                  <a:lnTo>
                    <a:pt x="667530" y="174258"/>
                  </a:lnTo>
                  <a:lnTo>
                    <a:pt x="676938" y="230788"/>
                  </a:lnTo>
                  <a:lnTo>
                    <a:pt x="684556" y="293084"/>
                  </a:lnTo>
                  <a:lnTo>
                    <a:pt x="690212" y="360361"/>
                  </a:lnTo>
                  <a:lnTo>
                    <a:pt x="693732" y="431838"/>
                  </a:lnTo>
                  <a:lnTo>
                    <a:pt x="694943" y="506729"/>
                  </a:lnTo>
                  <a:lnTo>
                    <a:pt x="693732" y="581621"/>
                  </a:lnTo>
                  <a:lnTo>
                    <a:pt x="690212" y="653098"/>
                  </a:lnTo>
                  <a:lnTo>
                    <a:pt x="684556" y="720375"/>
                  </a:lnTo>
                  <a:lnTo>
                    <a:pt x="676938" y="782671"/>
                  </a:lnTo>
                  <a:lnTo>
                    <a:pt x="667530" y="839201"/>
                  </a:lnTo>
                  <a:lnTo>
                    <a:pt x="656506" y="889184"/>
                  </a:lnTo>
                  <a:lnTo>
                    <a:pt x="644037" y="931834"/>
                  </a:lnTo>
                  <a:lnTo>
                    <a:pt x="615461" y="992009"/>
                  </a:lnTo>
                  <a:lnTo>
                    <a:pt x="583183" y="1013460"/>
                  </a:lnTo>
                  <a:lnTo>
                    <a:pt x="111759" y="1013460"/>
                  </a:lnTo>
                  <a:lnTo>
                    <a:pt x="79482" y="992009"/>
                  </a:lnTo>
                  <a:lnTo>
                    <a:pt x="50906" y="931834"/>
                  </a:lnTo>
                  <a:lnTo>
                    <a:pt x="38437" y="889184"/>
                  </a:lnTo>
                  <a:lnTo>
                    <a:pt x="27413" y="839201"/>
                  </a:lnTo>
                  <a:lnTo>
                    <a:pt x="18005" y="782671"/>
                  </a:lnTo>
                  <a:lnTo>
                    <a:pt x="10387" y="720375"/>
                  </a:lnTo>
                  <a:lnTo>
                    <a:pt x="4731" y="653098"/>
                  </a:lnTo>
                  <a:lnTo>
                    <a:pt x="1211" y="581621"/>
                  </a:lnTo>
                  <a:lnTo>
                    <a:pt x="0" y="506729"/>
                  </a:lnTo>
                  <a:lnTo>
                    <a:pt x="1211" y="431838"/>
                  </a:lnTo>
                  <a:lnTo>
                    <a:pt x="4731" y="360361"/>
                  </a:lnTo>
                  <a:lnTo>
                    <a:pt x="10387" y="293084"/>
                  </a:lnTo>
                  <a:lnTo>
                    <a:pt x="18005" y="230788"/>
                  </a:lnTo>
                  <a:lnTo>
                    <a:pt x="27413" y="174258"/>
                  </a:lnTo>
                  <a:lnTo>
                    <a:pt x="38437" y="124275"/>
                  </a:lnTo>
                  <a:lnTo>
                    <a:pt x="50906" y="81625"/>
                  </a:lnTo>
                  <a:lnTo>
                    <a:pt x="79482" y="21450"/>
                  </a:lnTo>
                  <a:lnTo>
                    <a:pt x="111759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428735" y="783463"/>
            <a:ext cx="2819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P4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023604" y="475487"/>
            <a:ext cx="715010" cy="1391920"/>
            <a:chOff x="9023604" y="475487"/>
            <a:chExt cx="715010" cy="1391920"/>
          </a:xfrm>
        </p:grpSpPr>
        <p:sp>
          <p:nvSpPr>
            <p:cNvPr id="24" name="object 24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583184" y="0"/>
                  </a:moveTo>
                  <a:lnTo>
                    <a:pt x="111760" y="0"/>
                  </a:lnTo>
                  <a:lnTo>
                    <a:pt x="99582" y="4024"/>
                  </a:lnTo>
                  <a:lnTo>
                    <a:pt x="76435" y="34966"/>
                  </a:lnTo>
                  <a:lnTo>
                    <a:pt x="55353" y="93641"/>
                  </a:lnTo>
                  <a:lnTo>
                    <a:pt x="45756" y="132331"/>
                  </a:lnTo>
                  <a:lnTo>
                    <a:pt x="36880" y="176700"/>
                  </a:lnTo>
                  <a:lnTo>
                    <a:pt x="28793" y="226326"/>
                  </a:lnTo>
                  <a:lnTo>
                    <a:pt x="21563" y="280793"/>
                  </a:lnTo>
                  <a:lnTo>
                    <a:pt x="15258" y="339682"/>
                  </a:lnTo>
                  <a:lnTo>
                    <a:pt x="9947" y="402574"/>
                  </a:lnTo>
                  <a:lnTo>
                    <a:pt x="5697" y="469050"/>
                  </a:lnTo>
                  <a:lnTo>
                    <a:pt x="2577" y="538692"/>
                  </a:lnTo>
                  <a:lnTo>
                    <a:pt x="655" y="611082"/>
                  </a:lnTo>
                  <a:lnTo>
                    <a:pt x="0" y="685800"/>
                  </a:lnTo>
                  <a:lnTo>
                    <a:pt x="655" y="760517"/>
                  </a:lnTo>
                  <a:lnTo>
                    <a:pt x="2577" y="832907"/>
                  </a:lnTo>
                  <a:lnTo>
                    <a:pt x="5697" y="902549"/>
                  </a:lnTo>
                  <a:lnTo>
                    <a:pt x="9947" y="969025"/>
                  </a:lnTo>
                  <a:lnTo>
                    <a:pt x="15258" y="1031917"/>
                  </a:lnTo>
                  <a:lnTo>
                    <a:pt x="21563" y="1090806"/>
                  </a:lnTo>
                  <a:lnTo>
                    <a:pt x="28793" y="1145273"/>
                  </a:lnTo>
                  <a:lnTo>
                    <a:pt x="36880" y="1194899"/>
                  </a:lnTo>
                  <a:lnTo>
                    <a:pt x="45756" y="1239268"/>
                  </a:lnTo>
                  <a:lnTo>
                    <a:pt x="55353" y="1277958"/>
                  </a:lnTo>
                  <a:lnTo>
                    <a:pt x="76435" y="1336633"/>
                  </a:lnTo>
                  <a:lnTo>
                    <a:pt x="99582" y="1367575"/>
                  </a:lnTo>
                  <a:lnTo>
                    <a:pt x="111760" y="1371600"/>
                  </a:lnTo>
                  <a:lnTo>
                    <a:pt x="583184" y="1371600"/>
                  </a:lnTo>
                  <a:lnTo>
                    <a:pt x="618508" y="1336633"/>
                  </a:lnTo>
                  <a:lnTo>
                    <a:pt x="639590" y="1277958"/>
                  </a:lnTo>
                  <a:lnTo>
                    <a:pt x="649187" y="1239268"/>
                  </a:lnTo>
                  <a:lnTo>
                    <a:pt x="658063" y="1194899"/>
                  </a:lnTo>
                  <a:lnTo>
                    <a:pt x="666150" y="1145273"/>
                  </a:lnTo>
                  <a:lnTo>
                    <a:pt x="673380" y="1090806"/>
                  </a:lnTo>
                  <a:lnTo>
                    <a:pt x="679685" y="1031917"/>
                  </a:lnTo>
                  <a:lnTo>
                    <a:pt x="684996" y="969025"/>
                  </a:lnTo>
                  <a:lnTo>
                    <a:pt x="689246" y="902549"/>
                  </a:lnTo>
                  <a:lnTo>
                    <a:pt x="692366" y="832907"/>
                  </a:lnTo>
                  <a:lnTo>
                    <a:pt x="694288" y="760517"/>
                  </a:lnTo>
                  <a:lnTo>
                    <a:pt x="694944" y="685800"/>
                  </a:lnTo>
                  <a:lnTo>
                    <a:pt x="694288" y="611082"/>
                  </a:lnTo>
                  <a:lnTo>
                    <a:pt x="692366" y="538692"/>
                  </a:lnTo>
                  <a:lnTo>
                    <a:pt x="689246" y="469050"/>
                  </a:lnTo>
                  <a:lnTo>
                    <a:pt x="684996" y="402574"/>
                  </a:lnTo>
                  <a:lnTo>
                    <a:pt x="679685" y="339682"/>
                  </a:lnTo>
                  <a:lnTo>
                    <a:pt x="673380" y="280793"/>
                  </a:lnTo>
                  <a:lnTo>
                    <a:pt x="666150" y="226326"/>
                  </a:lnTo>
                  <a:lnTo>
                    <a:pt x="658063" y="176700"/>
                  </a:lnTo>
                  <a:lnTo>
                    <a:pt x="649187" y="132331"/>
                  </a:lnTo>
                  <a:lnTo>
                    <a:pt x="639590" y="93641"/>
                  </a:lnTo>
                  <a:lnTo>
                    <a:pt x="618508" y="34966"/>
                  </a:lnTo>
                  <a:lnTo>
                    <a:pt x="595361" y="402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111760" y="0"/>
                  </a:moveTo>
                  <a:lnTo>
                    <a:pt x="583184" y="0"/>
                  </a:lnTo>
                  <a:lnTo>
                    <a:pt x="595361" y="4024"/>
                  </a:lnTo>
                  <a:lnTo>
                    <a:pt x="618508" y="34966"/>
                  </a:lnTo>
                  <a:lnTo>
                    <a:pt x="639590" y="93641"/>
                  </a:lnTo>
                  <a:lnTo>
                    <a:pt x="649187" y="132331"/>
                  </a:lnTo>
                  <a:lnTo>
                    <a:pt x="658063" y="176700"/>
                  </a:lnTo>
                  <a:lnTo>
                    <a:pt x="666150" y="226326"/>
                  </a:lnTo>
                  <a:lnTo>
                    <a:pt x="673380" y="280793"/>
                  </a:lnTo>
                  <a:lnTo>
                    <a:pt x="679685" y="339682"/>
                  </a:lnTo>
                  <a:lnTo>
                    <a:pt x="684996" y="402574"/>
                  </a:lnTo>
                  <a:lnTo>
                    <a:pt x="689246" y="469050"/>
                  </a:lnTo>
                  <a:lnTo>
                    <a:pt x="692366" y="538692"/>
                  </a:lnTo>
                  <a:lnTo>
                    <a:pt x="694288" y="611082"/>
                  </a:lnTo>
                  <a:lnTo>
                    <a:pt x="694944" y="685800"/>
                  </a:lnTo>
                  <a:lnTo>
                    <a:pt x="694288" y="760517"/>
                  </a:lnTo>
                  <a:lnTo>
                    <a:pt x="692366" y="832907"/>
                  </a:lnTo>
                  <a:lnTo>
                    <a:pt x="689246" y="902549"/>
                  </a:lnTo>
                  <a:lnTo>
                    <a:pt x="684996" y="969025"/>
                  </a:lnTo>
                  <a:lnTo>
                    <a:pt x="679685" y="1031917"/>
                  </a:lnTo>
                  <a:lnTo>
                    <a:pt x="673380" y="1090806"/>
                  </a:lnTo>
                  <a:lnTo>
                    <a:pt x="666150" y="1145273"/>
                  </a:lnTo>
                  <a:lnTo>
                    <a:pt x="658063" y="1194899"/>
                  </a:lnTo>
                  <a:lnTo>
                    <a:pt x="649187" y="1239268"/>
                  </a:lnTo>
                  <a:lnTo>
                    <a:pt x="639590" y="1277958"/>
                  </a:lnTo>
                  <a:lnTo>
                    <a:pt x="618508" y="1336633"/>
                  </a:lnTo>
                  <a:lnTo>
                    <a:pt x="595361" y="1367575"/>
                  </a:lnTo>
                  <a:lnTo>
                    <a:pt x="583184" y="1371600"/>
                  </a:lnTo>
                  <a:lnTo>
                    <a:pt x="111760" y="1371600"/>
                  </a:lnTo>
                  <a:lnTo>
                    <a:pt x="76435" y="1336633"/>
                  </a:lnTo>
                  <a:lnTo>
                    <a:pt x="55353" y="1277958"/>
                  </a:lnTo>
                  <a:lnTo>
                    <a:pt x="45756" y="1239268"/>
                  </a:lnTo>
                  <a:lnTo>
                    <a:pt x="36880" y="1194899"/>
                  </a:lnTo>
                  <a:lnTo>
                    <a:pt x="28793" y="1145273"/>
                  </a:lnTo>
                  <a:lnTo>
                    <a:pt x="21563" y="1090806"/>
                  </a:lnTo>
                  <a:lnTo>
                    <a:pt x="15258" y="1031917"/>
                  </a:lnTo>
                  <a:lnTo>
                    <a:pt x="9947" y="969025"/>
                  </a:lnTo>
                  <a:lnTo>
                    <a:pt x="5697" y="902549"/>
                  </a:lnTo>
                  <a:lnTo>
                    <a:pt x="2577" y="832907"/>
                  </a:lnTo>
                  <a:lnTo>
                    <a:pt x="655" y="760517"/>
                  </a:lnTo>
                  <a:lnTo>
                    <a:pt x="0" y="685800"/>
                  </a:lnTo>
                  <a:lnTo>
                    <a:pt x="655" y="611082"/>
                  </a:lnTo>
                  <a:lnTo>
                    <a:pt x="2577" y="538692"/>
                  </a:lnTo>
                  <a:lnTo>
                    <a:pt x="5697" y="469050"/>
                  </a:lnTo>
                  <a:lnTo>
                    <a:pt x="9947" y="402574"/>
                  </a:lnTo>
                  <a:lnTo>
                    <a:pt x="15258" y="339682"/>
                  </a:lnTo>
                  <a:lnTo>
                    <a:pt x="21563" y="280793"/>
                  </a:lnTo>
                  <a:lnTo>
                    <a:pt x="28793" y="226326"/>
                  </a:lnTo>
                  <a:lnTo>
                    <a:pt x="36880" y="176700"/>
                  </a:lnTo>
                  <a:lnTo>
                    <a:pt x="45756" y="132331"/>
                  </a:lnTo>
                  <a:lnTo>
                    <a:pt x="55353" y="93641"/>
                  </a:lnTo>
                  <a:lnTo>
                    <a:pt x="76435" y="34966"/>
                  </a:lnTo>
                  <a:lnTo>
                    <a:pt x="99582" y="402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9240139" y="467105"/>
            <a:ext cx="28257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Gothic Uralic"/>
                <a:cs typeface="Gothic Uralic"/>
              </a:rPr>
              <a:t>P1  P2  P3  </a:t>
            </a:r>
            <a:r>
              <a:rPr sz="1800" b="1" dirty="0">
                <a:solidFill>
                  <a:srgbClr val="FF0000"/>
                </a:solidFill>
                <a:latin typeface="Gothic Uralic"/>
                <a:cs typeface="Gothic Uralic"/>
              </a:rPr>
              <a:t>P4  </a:t>
            </a:r>
            <a:r>
              <a:rPr sz="1800" b="1" dirty="0">
                <a:latin typeface="Gothic Uralic"/>
                <a:cs typeface="Gothic Uralic"/>
              </a:rPr>
              <a:t>P5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852659" y="237743"/>
            <a:ext cx="715010" cy="1629410"/>
            <a:chOff x="9852659" y="237743"/>
            <a:chExt cx="715010" cy="1629410"/>
          </a:xfrm>
        </p:grpSpPr>
        <p:sp>
          <p:nvSpPr>
            <p:cNvPr id="28" name="object 28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583183" y="0"/>
                  </a:moveTo>
                  <a:lnTo>
                    <a:pt x="111759" y="0"/>
                  </a:lnTo>
                  <a:lnTo>
                    <a:pt x="100996" y="3683"/>
                  </a:lnTo>
                  <a:lnTo>
                    <a:pt x="70631" y="56243"/>
                  </a:lnTo>
                  <a:lnTo>
                    <a:pt x="52459" y="122500"/>
                  </a:lnTo>
                  <a:lnTo>
                    <a:pt x="44135" y="163981"/>
                  </a:lnTo>
                  <a:lnTo>
                    <a:pt x="36382" y="210581"/>
                  </a:lnTo>
                  <a:lnTo>
                    <a:pt x="29246" y="261963"/>
                  </a:lnTo>
                  <a:lnTo>
                    <a:pt x="22774" y="317789"/>
                  </a:lnTo>
                  <a:lnTo>
                    <a:pt x="17013" y="377722"/>
                  </a:lnTo>
                  <a:lnTo>
                    <a:pt x="12009" y="441424"/>
                  </a:lnTo>
                  <a:lnTo>
                    <a:pt x="7811" y="508559"/>
                  </a:lnTo>
                  <a:lnTo>
                    <a:pt x="4464" y="578788"/>
                  </a:lnTo>
                  <a:lnTo>
                    <a:pt x="2015" y="651775"/>
                  </a:lnTo>
                  <a:lnTo>
                    <a:pt x="511" y="727182"/>
                  </a:lnTo>
                  <a:lnTo>
                    <a:pt x="0" y="804672"/>
                  </a:lnTo>
                  <a:lnTo>
                    <a:pt x="511" y="882161"/>
                  </a:lnTo>
                  <a:lnTo>
                    <a:pt x="2015" y="957568"/>
                  </a:lnTo>
                  <a:lnTo>
                    <a:pt x="4464" y="1030555"/>
                  </a:lnTo>
                  <a:lnTo>
                    <a:pt x="7811" y="1100784"/>
                  </a:lnTo>
                  <a:lnTo>
                    <a:pt x="12009" y="1167919"/>
                  </a:lnTo>
                  <a:lnTo>
                    <a:pt x="17013" y="1231621"/>
                  </a:lnTo>
                  <a:lnTo>
                    <a:pt x="22774" y="1291554"/>
                  </a:lnTo>
                  <a:lnTo>
                    <a:pt x="29246" y="1347380"/>
                  </a:lnTo>
                  <a:lnTo>
                    <a:pt x="36382" y="1398762"/>
                  </a:lnTo>
                  <a:lnTo>
                    <a:pt x="44135" y="1445362"/>
                  </a:lnTo>
                  <a:lnTo>
                    <a:pt x="52459" y="1486843"/>
                  </a:lnTo>
                  <a:lnTo>
                    <a:pt x="70631" y="1553100"/>
                  </a:lnTo>
                  <a:lnTo>
                    <a:pt x="90523" y="1594833"/>
                  </a:lnTo>
                  <a:lnTo>
                    <a:pt x="111759" y="1609344"/>
                  </a:lnTo>
                  <a:lnTo>
                    <a:pt x="583183" y="1609344"/>
                  </a:lnTo>
                  <a:lnTo>
                    <a:pt x="614557" y="1577200"/>
                  </a:lnTo>
                  <a:lnTo>
                    <a:pt x="633636" y="1522868"/>
                  </a:lnTo>
                  <a:lnTo>
                    <a:pt x="650808" y="1445362"/>
                  </a:lnTo>
                  <a:lnTo>
                    <a:pt x="658561" y="1398762"/>
                  </a:lnTo>
                  <a:lnTo>
                    <a:pt x="665697" y="1347380"/>
                  </a:lnTo>
                  <a:lnTo>
                    <a:pt x="672169" y="1291554"/>
                  </a:lnTo>
                  <a:lnTo>
                    <a:pt x="677930" y="1231621"/>
                  </a:lnTo>
                  <a:lnTo>
                    <a:pt x="682934" y="1167919"/>
                  </a:lnTo>
                  <a:lnTo>
                    <a:pt x="687132" y="1100784"/>
                  </a:lnTo>
                  <a:lnTo>
                    <a:pt x="690479" y="1030555"/>
                  </a:lnTo>
                  <a:lnTo>
                    <a:pt x="692928" y="957568"/>
                  </a:lnTo>
                  <a:lnTo>
                    <a:pt x="694432" y="882161"/>
                  </a:lnTo>
                  <a:lnTo>
                    <a:pt x="694943" y="804672"/>
                  </a:lnTo>
                  <a:lnTo>
                    <a:pt x="694432" y="727182"/>
                  </a:lnTo>
                  <a:lnTo>
                    <a:pt x="692928" y="651775"/>
                  </a:lnTo>
                  <a:lnTo>
                    <a:pt x="690479" y="578788"/>
                  </a:lnTo>
                  <a:lnTo>
                    <a:pt x="687132" y="508559"/>
                  </a:lnTo>
                  <a:lnTo>
                    <a:pt x="682934" y="441424"/>
                  </a:lnTo>
                  <a:lnTo>
                    <a:pt x="677930" y="377722"/>
                  </a:lnTo>
                  <a:lnTo>
                    <a:pt x="672169" y="317789"/>
                  </a:lnTo>
                  <a:lnTo>
                    <a:pt x="665697" y="261963"/>
                  </a:lnTo>
                  <a:lnTo>
                    <a:pt x="658561" y="210581"/>
                  </a:lnTo>
                  <a:lnTo>
                    <a:pt x="650808" y="163981"/>
                  </a:lnTo>
                  <a:lnTo>
                    <a:pt x="642484" y="122500"/>
                  </a:lnTo>
                  <a:lnTo>
                    <a:pt x="624312" y="56243"/>
                  </a:lnTo>
                  <a:lnTo>
                    <a:pt x="604420" y="1451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111759" y="0"/>
                  </a:moveTo>
                  <a:lnTo>
                    <a:pt x="583183" y="0"/>
                  </a:lnTo>
                  <a:lnTo>
                    <a:pt x="593947" y="3683"/>
                  </a:lnTo>
                  <a:lnTo>
                    <a:pt x="624312" y="56243"/>
                  </a:lnTo>
                  <a:lnTo>
                    <a:pt x="642484" y="122500"/>
                  </a:lnTo>
                  <a:lnTo>
                    <a:pt x="650808" y="163981"/>
                  </a:lnTo>
                  <a:lnTo>
                    <a:pt x="658561" y="210581"/>
                  </a:lnTo>
                  <a:lnTo>
                    <a:pt x="665697" y="261963"/>
                  </a:lnTo>
                  <a:lnTo>
                    <a:pt x="672169" y="317789"/>
                  </a:lnTo>
                  <a:lnTo>
                    <a:pt x="677930" y="377722"/>
                  </a:lnTo>
                  <a:lnTo>
                    <a:pt x="682934" y="441424"/>
                  </a:lnTo>
                  <a:lnTo>
                    <a:pt x="687132" y="508559"/>
                  </a:lnTo>
                  <a:lnTo>
                    <a:pt x="690479" y="578788"/>
                  </a:lnTo>
                  <a:lnTo>
                    <a:pt x="692928" y="651775"/>
                  </a:lnTo>
                  <a:lnTo>
                    <a:pt x="694432" y="727182"/>
                  </a:lnTo>
                  <a:lnTo>
                    <a:pt x="694943" y="804672"/>
                  </a:lnTo>
                  <a:lnTo>
                    <a:pt x="694432" y="882161"/>
                  </a:lnTo>
                  <a:lnTo>
                    <a:pt x="692928" y="957568"/>
                  </a:lnTo>
                  <a:lnTo>
                    <a:pt x="690479" y="1030555"/>
                  </a:lnTo>
                  <a:lnTo>
                    <a:pt x="687132" y="1100784"/>
                  </a:lnTo>
                  <a:lnTo>
                    <a:pt x="682934" y="1167919"/>
                  </a:lnTo>
                  <a:lnTo>
                    <a:pt x="677930" y="1231621"/>
                  </a:lnTo>
                  <a:lnTo>
                    <a:pt x="672169" y="1291554"/>
                  </a:lnTo>
                  <a:lnTo>
                    <a:pt x="665697" y="1347380"/>
                  </a:lnTo>
                  <a:lnTo>
                    <a:pt x="658561" y="1398762"/>
                  </a:lnTo>
                  <a:lnTo>
                    <a:pt x="650808" y="1445362"/>
                  </a:lnTo>
                  <a:lnTo>
                    <a:pt x="642484" y="1486843"/>
                  </a:lnTo>
                  <a:lnTo>
                    <a:pt x="624312" y="1553100"/>
                  </a:lnTo>
                  <a:lnTo>
                    <a:pt x="604420" y="1594833"/>
                  </a:lnTo>
                  <a:lnTo>
                    <a:pt x="583183" y="1609344"/>
                  </a:lnTo>
                  <a:lnTo>
                    <a:pt x="111759" y="1609344"/>
                  </a:lnTo>
                  <a:lnTo>
                    <a:pt x="80386" y="1577200"/>
                  </a:lnTo>
                  <a:lnTo>
                    <a:pt x="61307" y="1522868"/>
                  </a:lnTo>
                  <a:lnTo>
                    <a:pt x="44135" y="1445362"/>
                  </a:lnTo>
                  <a:lnTo>
                    <a:pt x="36382" y="1398762"/>
                  </a:lnTo>
                  <a:lnTo>
                    <a:pt x="29246" y="1347380"/>
                  </a:lnTo>
                  <a:lnTo>
                    <a:pt x="22774" y="1291554"/>
                  </a:lnTo>
                  <a:lnTo>
                    <a:pt x="17013" y="1231621"/>
                  </a:lnTo>
                  <a:lnTo>
                    <a:pt x="12009" y="1167919"/>
                  </a:lnTo>
                  <a:lnTo>
                    <a:pt x="7811" y="1100784"/>
                  </a:lnTo>
                  <a:lnTo>
                    <a:pt x="4464" y="1030555"/>
                  </a:lnTo>
                  <a:lnTo>
                    <a:pt x="2015" y="957568"/>
                  </a:lnTo>
                  <a:lnTo>
                    <a:pt x="511" y="882161"/>
                  </a:lnTo>
                  <a:lnTo>
                    <a:pt x="0" y="804672"/>
                  </a:lnTo>
                  <a:lnTo>
                    <a:pt x="511" y="727182"/>
                  </a:lnTo>
                  <a:lnTo>
                    <a:pt x="2015" y="651775"/>
                  </a:lnTo>
                  <a:lnTo>
                    <a:pt x="4464" y="578788"/>
                  </a:lnTo>
                  <a:lnTo>
                    <a:pt x="7811" y="508559"/>
                  </a:lnTo>
                  <a:lnTo>
                    <a:pt x="12009" y="441424"/>
                  </a:lnTo>
                  <a:lnTo>
                    <a:pt x="17013" y="377722"/>
                  </a:lnTo>
                  <a:lnTo>
                    <a:pt x="22774" y="317789"/>
                  </a:lnTo>
                  <a:lnTo>
                    <a:pt x="29246" y="261963"/>
                  </a:lnTo>
                  <a:lnTo>
                    <a:pt x="36382" y="210581"/>
                  </a:lnTo>
                  <a:lnTo>
                    <a:pt x="44135" y="163981"/>
                  </a:lnTo>
                  <a:lnTo>
                    <a:pt x="52459" y="122500"/>
                  </a:lnTo>
                  <a:lnTo>
                    <a:pt x="70631" y="56243"/>
                  </a:lnTo>
                  <a:lnTo>
                    <a:pt x="90523" y="14510"/>
                  </a:lnTo>
                  <a:lnTo>
                    <a:pt x="111759" y="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069448" y="211073"/>
            <a:ext cx="28194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P4  P5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P6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0663428" y="0"/>
            <a:ext cx="715010" cy="1876425"/>
            <a:chOff x="10663428" y="0"/>
            <a:chExt cx="715010" cy="1876425"/>
          </a:xfrm>
        </p:grpSpPr>
        <p:sp>
          <p:nvSpPr>
            <p:cNvPr id="32" name="object 32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583184" y="0"/>
                  </a:moveTo>
                  <a:lnTo>
                    <a:pt x="111760" y="0"/>
                  </a:lnTo>
                  <a:lnTo>
                    <a:pt x="102594" y="3076"/>
                  </a:lnTo>
                  <a:lnTo>
                    <a:pt x="76435" y="47317"/>
                  </a:lnTo>
                  <a:lnTo>
                    <a:pt x="60400" y="103596"/>
                  </a:lnTo>
                  <a:lnTo>
                    <a:pt x="45756" y="179076"/>
                  </a:lnTo>
                  <a:lnTo>
                    <a:pt x="39028" y="223418"/>
                  </a:lnTo>
                  <a:lnTo>
                    <a:pt x="32734" y="271843"/>
                  </a:lnTo>
                  <a:lnTo>
                    <a:pt x="26903" y="324113"/>
                  </a:lnTo>
                  <a:lnTo>
                    <a:pt x="21563" y="379988"/>
                  </a:lnTo>
                  <a:lnTo>
                    <a:pt x="16744" y="439229"/>
                  </a:lnTo>
                  <a:lnTo>
                    <a:pt x="12474" y="501598"/>
                  </a:lnTo>
                  <a:lnTo>
                    <a:pt x="8782" y="566856"/>
                  </a:lnTo>
                  <a:lnTo>
                    <a:pt x="5697" y="634764"/>
                  </a:lnTo>
                  <a:lnTo>
                    <a:pt x="3248" y="705082"/>
                  </a:lnTo>
                  <a:lnTo>
                    <a:pt x="1462" y="777573"/>
                  </a:lnTo>
                  <a:lnTo>
                    <a:pt x="370" y="851997"/>
                  </a:lnTo>
                  <a:lnTo>
                    <a:pt x="0" y="928116"/>
                  </a:lnTo>
                  <a:lnTo>
                    <a:pt x="370" y="1004234"/>
                  </a:lnTo>
                  <a:lnTo>
                    <a:pt x="1462" y="1078658"/>
                  </a:lnTo>
                  <a:lnTo>
                    <a:pt x="3248" y="1151149"/>
                  </a:lnTo>
                  <a:lnTo>
                    <a:pt x="5697" y="1221467"/>
                  </a:lnTo>
                  <a:lnTo>
                    <a:pt x="8782" y="1289375"/>
                  </a:lnTo>
                  <a:lnTo>
                    <a:pt x="12474" y="1354633"/>
                  </a:lnTo>
                  <a:lnTo>
                    <a:pt x="16744" y="1417002"/>
                  </a:lnTo>
                  <a:lnTo>
                    <a:pt x="21563" y="1476243"/>
                  </a:lnTo>
                  <a:lnTo>
                    <a:pt x="26903" y="1532118"/>
                  </a:lnTo>
                  <a:lnTo>
                    <a:pt x="32734" y="1584388"/>
                  </a:lnTo>
                  <a:lnTo>
                    <a:pt x="39028" y="1632813"/>
                  </a:lnTo>
                  <a:lnTo>
                    <a:pt x="45756" y="1677155"/>
                  </a:lnTo>
                  <a:lnTo>
                    <a:pt x="52890" y="1717175"/>
                  </a:lnTo>
                  <a:lnTo>
                    <a:pt x="68258" y="1783294"/>
                  </a:lnTo>
                  <a:lnTo>
                    <a:pt x="84903" y="1829257"/>
                  </a:lnTo>
                  <a:lnTo>
                    <a:pt x="111760" y="1856232"/>
                  </a:lnTo>
                  <a:lnTo>
                    <a:pt x="583184" y="1856232"/>
                  </a:lnTo>
                  <a:lnTo>
                    <a:pt x="618508" y="1808914"/>
                  </a:lnTo>
                  <a:lnTo>
                    <a:pt x="634543" y="1752635"/>
                  </a:lnTo>
                  <a:lnTo>
                    <a:pt x="649187" y="1677155"/>
                  </a:lnTo>
                  <a:lnTo>
                    <a:pt x="655915" y="1632813"/>
                  </a:lnTo>
                  <a:lnTo>
                    <a:pt x="662209" y="1584388"/>
                  </a:lnTo>
                  <a:lnTo>
                    <a:pt x="668040" y="1532118"/>
                  </a:lnTo>
                  <a:lnTo>
                    <a:pt x="673380" y="1476243"/>
                  </a:lnTo>
                  <a:lnTo>
                    <a:pt x="678199" y="1417002"/>
                  </a:lnTo>
                  <a:lnTo>
                    <a:pt x="682469" y="1354633"/>
                  </a:lnTo>
                  <a:lnTo>
                    <a:pt x="686161" y="1289375"/>
                  </a:lnTo>
                  <a:lnTo>
                    <a:pt x="689246" y="1221467"/>
                  </a:lnTo>
                  <a:lnTo>
                    <a:pt x="691695" y="1151149"/>
                  </a:lnTo>
                  <a:lnTo>
                    <a:pt x="693481" y="1078658"/>
                  </a:lnTo>
                  <a:lnTo>
                    <a:pt x="694573" y="1004234"/>
                  </a:lnTo>
                  <a:lnTo>
                    <a:pt x="694944" y="928116"/>
                  </a:lnTo>
                  <a:lnTo>
                    <a:pt x="694573" y="851997"/>
                  </a:lnTo>
                  <a:lnTo>
                    <a:pt x="693481" y="777573"/>
                  </a:lnTo>
                  <a:lnTo>
                    <a:pt x="691695" y="705082"/>
                  </a:lnTo>
                  <a:lnTo>
                    <a:pt x="689246" y="634764"/>
                  </a:lnTo>
                  <a:lnTo>
                    <a:pt x="686161" y="566856"/>
                  </a:lnTo>
                  <a:lnTo>
                    <a:pt x="682469" y="501598"/>
                  </a:lnTo>
                  <a:lnTo>
                    <a:pt x="678199" y="439229"/>
                  </a:lnTo>
                  <a:lnTo>
                    <a:pt x="673380" y="379988"/>
                  </a:lnTo>
                  <a:lnTo>
                    <a:pt x="668040" y="324113"/>
                  </a:lnTo>
                  <a:lnTo>
                    <a:pt x="662209" y="271843"/>
                  </a:lnTo>
                  <a:lnTo>
                    <a:pt x="655915" y="223418"/>
                  </a:lnTo>
                  <a:lnTo>
                    <a:pt x="649187" y="179076"/>
                  </a:lnTo>
                  <a:lnTo>
                    <a:pt x="642053" y="139056"/>
                  </a:lnTo>
                  <a:lnTo>
                    <a:pt x="626685" y="72937"/>
                  </a:lnTo>
                  <a:lnTo>
                    <a:pt x="610040" y="2697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111760" y="0"/>
                  </a:moveTo>
                  <a:lnTo>
                    <a:pt x="583184" y="0"/>
                  </a:lnTo>
                  <a:lnTo>
                    <a:pt x="592349" y="3076"/>
                  </a:lnTo>
                  <a:lnTo>
                    <a:pt x="618508" y="47317"/>
                  </a:lnTo>
                  <a:lnTo>
                    <a:pt x="634543" y="103596"/>
                  </a:lnTo>
                  <a:lnTo>
                    <a:pt x="649187" y="179076"/>
                  </a:lnTo>
                  <a:lnTo>
                    <a:pt x="655915" y="223418"/>
                  </a:lnTo>
                  <a:lnTo>
                    <a:pt x="662209" y="271843"/>
                  </a:lnTo>
                  <a:lnTo>
                    <a:pt x="668040" y="324113"/>
                  </a:lnTo>
                  <a:lnTo>
                    <a:pt x="673380" y="379988"/>
                  </a:lnTo>
                  <a:lnTo>
                    <a:pt x="678199" y="439229"/>
                  </a:lnTo>
                  <a:lnTo>
                    <a:pt x="682469" y="501598"/>
                  </a:lnTo>
                  <a:lnTo>
                    <a:pt x="686161" y="566856"/>
                  </a:lnTo>
                  <a:lnTo>
                    <a:pt x="689246" y="634764"/>
                  </a:lnTo>
                  <a:lnTo>
                    <a:pt x="691695" y="705082"/>
                  </a:lnTo>
                  <a:lnTo>
                    <a:pt x="693481" y="777573"/>
                  </a:lnTo>
                  <a:lnTo>
                    <a:pt x="694573" y="851997"/>
                  </a:lnTo>
                  <a:lnTo>
                    <a:pt x="694944" y="928116"/>
                  </a:lnTo>
                  <a:lnTo>
                    <a:pt x="694573" y="1004234"/>
                  </a:lnTo>
                  <a:lnTo>
                    <a:pt x="693481" y="1078658"/>
                  </a:lnTo>
                  <a:lnTo>
                    <a:pt x="691695" y="1151149"/>
                  </a:lnTo>
                  <a:lnTo>
                    <a:pt x="689246" y="1221467"/>
                  </a:lnTo>
                  <a:lnTo>
                    <a:pt x="686161" y="1289375"/>
                  </a:lnTo>
                  <a:lnTo>
                    <a:pt x="682469" y="1354633"/>
                  </a:lnTo>
                  <a:lnTo>
                    <a:pt x="678199" y="1417002"/>
                  </a:lnTo>
                  <a:lnTo>
                    <a:pt x="673380" y="1476243"/>
                  </a:lnTo>
                  <a:lnTo>
                    <a:pt x="668040" y="1532118"/>
                  </a:lnTo>
                  <a:lnTo>
                    <a:pt x="662209" y="1584388"/>
                  </a:lnTo>
                  <a:lnTo>
                    <a:pt x="655915" y="1632813"/>
                  </a:lnTo>
                  <a:lnTo>
                    <a:pt x="649187" y="1677155"/>
                  </a:lnTo>
                  <a:lnTo>
                    <a:pt x="642053" y="1717175"/>
                  </a:lnTo>
                  <a:lnTo>
                    <a:pt x="626685" y="1783294"/>
                  </a:lnTo>
                  <a:lnTo>
                    <a:pt x="610040" y="1829257"/>
                  </a:lnTo>
                  <a:lnTo>
                    <a:pt x="583184" y="1856232"/>
                  </a:lnTo>
                  <a:lnTo>
                    <a:pt x="111760" y="1856232"/>
                  </a:lnTo>
                  <a:lnTo>
                    <a:pt x="76435" y="1808914"/>
                  </a:lnTo>
                  <a:lnTo>
                    <a:pt x="60400" y="1752635"/>
                  </a:lnTo>
                  <a:lnTo>
                    <a:pt x="45756" y="1677155"/>
                  </a:lnTo>
                  <a:lnTo>
                    <a:pt x="39028" y="1632813"/>
                  </a:lnTo>
                  <a:lnTo>
                    <a:pt x="32734" y="1584388"/>
                  </a:lnTo>
                  <a:lnTo>
                    <a:pt x="26903" y="1532118"/>
                  </a:lnTo>
                  <a:lnTo>
                    <a:pt x="21563" y="1476243"/>
                  </a:lnTo>
                  <a:lnTo>
                    <a:pt x="16744" y="1417002"/>
                  </a:lnTo>
                  <a:lnTo>
                    <a:pt x="12474" y="1354633"/>
                  </a:lnTo>
                  <a:lnTo>
                    <a:pt x="8782" y="1289375"/>
                  </a:lnTo>
                  <a:lnTo>
                    <a:pt x="5697" y="1221467"/>
                  </a:lnTo>
                  <a:lnTo>
                    <a:pt x="3248" y="1151149"/>
                  </a:lnTo>
                  <a:lnTo>
                    <a:pt x="1462" y="1078658"/>
                  </a:lnTo>
                  <a:lnTo>
                    <a:pt x="370" y="1004234"/>
                  </a:lnTo>
                  <a:lnTo>
                    <a:pt x="0" y="928116"/>
                  </a:lnTo>
                  <a:lnTo>
                    <a:pt x="370" y="851997"/>
                  </a:lnTo>
                  <a:lnTo>
                    <a:pt x="1462" y="777573"/>
                  </a:lnTo>
                  <a:lnTo>
                    <a:pt x="3248" y="705082"/>
                  </a:lnTo>
                  <a:lnTo>
                    <a:pt x="5697" y="634764"/>
                  </a:lnTo>
                  <a:lnTo>
                    <a:pt x="8782" y="566856"/>
                  </a:lnTo>
                  <a:lnTo>
                    <a:pt x="12474" y="501598"/>
                  </a:lnTo>
                  <a:lnTo>
                    <a:pt x="16744" y="439229"/>
                  </a:lnTo>
                  <a:lnTo>
                    <a:pt x="21563" y="379988"/>
                  </a:lnTo>
                  <a:lnTo>
                    <a:pt x="26903" y="324113"/>
                  </a:lnTo>
                  <a:lnTo>
                    <a:pt x="32734" y="271843"/>
                  </a:lnTo>
                  <a:lnTo>
                    <a:pt x="39028" y="223418"/>
                  </a:lnTo>
                  <a:lnTo>
                    <a:pt x="45756" y="179076"/>
                  </a:lnTo>
                  <a:lnTo>
                    <a:pt x="52890" y="139056"/>
                  </a:lnTo>
                  <a:lnTo>
                    <a:pt x="68258" y="72937"/>
                  </a:lnTo>
                  <a:lnTo>
                    <a:pt x="84903" y="2697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0879963" y="636523"/>
            <a:ext cx="281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P2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853684" y="1861947"/>
            <a:ext cx="834390" cy="17145"/>
          </a:xfrm>
          <a:custGeom>
            <a:avLst/>
            <a:gdLst/>
            <a:ahLst/>
            <a:cxnLst/>
            <a:rect l="l" t="t" r="r" b="b"/>
            <a:pathLst>
              <a:path w="834390" h="17144">
                <a:moveTo>
                  <a:pt x="0" y="16636"/>
                </a:moveTo>
                <a:lnTo>
                  <a:pt x="834389" y="16636"/>
                </a:lnTo>
              </a:path>
              <a:path w="834390" h="17144">
                <a:moveTo>
                  <a:pt x="0" y="0"/>
                </a:moveTo>
                <a:lnTo>
                  <a:pt x="834389" y="0"/>
                </a:lnTo>
              </a:path>
            </a:pathLst>
          </a:custGeom>
          <a:ln w="3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5927597" y="187680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668807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0775442" y="185394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11123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5917691" y="1850453"/>
          <a:ext cx="5438769" cy="255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47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16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84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683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65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5783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5783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86714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481329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33401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142239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</a:tblGrid>
              <a:tr h="248094">
                <a:tc>
                  <a:txBody>
                    <a:bodyPr/>
                    <a:lstStyle/>
                    <a:p>
                      <a:pPr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5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6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" name="object 41"/>
          <p:cNvSpPr txBox="1"/>
          <p:nvPr/>
        </p:nvSpPr>
        <p:spPr>
          <a:xfrm>
            <a:off x="5759322" y="125983"/>
            <a:ext cx="144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0000"/>
                </a:solidFill>
                <a:latin typeface="Gothic Uralic"/>
                <a:cs typeface="Gothic Uralic"/>
              </a:rPr>
              <a:t>Arrival</a:t>
            </a:r>
            <a:r>
              <a:rPr sz="2000" b="1" spc="-75" dirty="0">
                <a:solidFill>
                  <a:srgbClr val="FF0000"/>
                </a:solidFill>
                <a:latin typeface="Gothic Uralic"/>
                <a:cs typeface="Gothic Ural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Gothic Uralic"/>
                <a:cs typeface="Gothic Uralic"/>
              </a:rPr>
              <a:t>Time</a:t>
            </a:r>
            <a:endParaRPr sz="2000">
              <a:latin typeface="Gothic Uralic"/>
              <a:cs typeface="Gothic Uralic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448814" y="4227321"/>
            <a:ext cx="1274445" cy="788670"/>
            <a:chOff x="2448814" y="4227321"/>
            <a:chExt cx="1274445" cy="788670"/>
          </a:xfrm>
        </p:grpSpPr>
        <p:sp>
          <p:nvSpPr>
            <p:cNvPr id="43" name="object 43"/>
            <p:cNvSpPr/>
            <p:nvPr/>
          </p:nvSpPr>
          <p:spPr>
            <a:xfrm>
              <a:off x="2458974" y="4237481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5" h="778510">
                  <a:moveTo>
                    <a:pt x="1264158" y="278892"/>
                  </a:moveTo>
                  <a:lnTo>
                    <a:pt x="1261948" y="267906"/>
                  </a:lnTo>
                  <a:lnTo>
                    <a:pt x="1255915" y="258940"/>
                  </a:lnTo>
                  <a:lnTo>
                    <a:pt x="1246949" y="252907"/>
                  </a:lnTo>
                  <a:lnTo>
                    <a:pt x="1235964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2218" y="445008"/>
                  </a:lnTo>
                  <a:lnTo>
                    <a:pt x="982218" y="749808"/>
                  </a:lnTo>
                  <a:lnTo>
                    <a:pt x="984415" y="760806"/>
                  </a:lnTo>
                  <a:lnTo>
                    <a:pt x="990447" y="769772"/>
                  </a:lnTo>
                  <a:lnTo>
                    <a:pt x="999413" y="775804"/>
                  </a:lnTo>
                  <a:lnTo>
                    <a:pt x="1010412" y="778002"/>
                  </a:lnTo>
                  <a:lnTo>
                    <a:pt x="1235964" y="778002"/>
                  </a:lnTo>
                  <a:lnTo>
                    <a:pt x="1246949" y="775804"/>
                  </a:lnTo>
                  <a:lnTo>
                    <a:pt x="1255915" y="769772"/>
                  </a:lnTo>
                  <a:lnTo>
                    <a:pt x="1261948" y="760806"/>
                  </a:lnTo>
                  <a:lnTo>
                    <a:pt x="1264158" y="749808"/>
                  </a:lnTo>
                  <a:lnTo>
                    <a:pt x="1264158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58974" y="423748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789682" y="4195698"/>
            <a:ext cx="908685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0"/>
              </a:spcBef>
            </a:pPr>
            <a:r>
              <a:rPr sz="2900" spc="-235" dirty="0">
                <a:latin typeface="Verdana"/>
                <a:cs typeface="Verdana"/>
              </a:rPr>
              <a:t>2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657346" y="4216653"/>
            <a:ext cx="1274445" cy="786765"/>
            <a:chOff x="3657346" y="4216653"/>
            <a:chExt cx="1274445" cy="786765"/>
          </a:xfrm>
        </p:grpSpPr>
        <p:sp>
          <p:nvSpPr>
            <p:cNvPr id="47" name="object 47"/>
            <p:cNvSpPr/>
            <p:nvPr/>
          </p:nvSpPr>
          <p:spPr>
            <a:xfrm>
              <a:off x="3667506" y="4226813"/>
              <a:ext cx="1264285" cy="776605"/>
            </a:xfrm>
            <a:custGeom>
              <a:avLst/>
              <a:gdLst/>
              <a:ahLst/>
              <a:cxnLst/>
              <a:rect l="l" t="t" r="r" b="b"/>
              <a:pathLst>
                <a:path w="1264285" h="776604">
                  <a:moveTo>
                    <a:pt x="1264158" y="278765"/>
                  </a:moveTo>
                  <a:lnTo>
                    <a:pt x="1261948" y="267855"/>
                  </a:lnTo>
                  <a:lnTo>
                    <a:pt x="1255928" y="258927"/>
                  </a:lnTo>
                  <a:lnTo>
                    <a:pt x="1247000" y="252907"/>
                  </a:lnTo>
                  <a:lnTo>
                    <a:pt x="1236091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3742" y="445008"/>
                  </a:lnTo>
                  <a:lnTo>
                    <a:pt x="983742" y="748411"/>
                  </a:lnTo>
                  <a:lnTo>
                    <a:pt x="985939" y="759333"/>
                  </a:lnTo>
                  <a:lnTo>
                    <a:pt x="991958" y="768261"/>
                  </a:lnTo>
                  <a:lnTo>
                    <a:pt x="1000887" y="774280"/>
                  </a:lnTo>
                  <a:lnTo>
                    <a:pt x="1011809" y="776478"/>
                  </a:lnTo>
                  <a:lnTo>
                    <a:pt x="1236091" y="776478"/>
                  </a:lnTo>
                  <a:lnTo>
                    <a:pt x="1247013" y="774280"/>
                  </a:lnTo>
                  <a:lnTo>
                    <a:pt x="1255928" y="768261"/>
                  </a:lnTo>
                  <a:lnTo>
                    <a:pt x="1261948" y="759333"/>
                  </a:lnTo>
                  <a:lnTo>
                    <a:pt x="1264158" y="748411"/>
                  </a:lnTo>
                  <a:lnTo>
                    <a:pt x="1264158" y="278765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667506" y="4226813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3998721" y="4184396"/>
            <a:ext cx="908050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0"/>
              </a:spcBef>
            </a:pPr>
            <a:r>
              <a:rPr sz="2900" spc="-235" dirty="0">
                <a:latin typeface="Verdana"/>
                <a:cs typeface="Verdana"/>
              </a:rPr>
              <a:t>3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4914646" y="4212082"/>
            <a:ext cx="1276350" cy="788670"/>
            <a:chOff x="4914646" y="4212082"/>
            <a:chExt cx="1276350" cy="788670"/>
          </a:xfrm>
        </p:grpSpPr>
        <p:sp>
          <p:nvSpPr>
            <p:cNvPr id="51" name="object 51"/>
            <p:cNvSpPr/>
            <p:nvPr/>
          </p:nvSpPr>
          <p:spPr>
            <a:xfrm>
              <a:off x="4924806" y="4222241"/>
              <a:ext cx="1266190" cy="778510"/>
            </a:xfrm>
            <a:custGeom>
              <a:avLst/>
              <a:gdLst/>
              <a:ahLst/>
              <a:cxnLst/>
              <a:rect l="l" t="t" r="r" b="b"/>
              <a:pathLst>
                <a:path w="1266189" h="778510">
                  <a:moveTo>
                    <a:pt x="1265682" y="278892"/>
                  </a:moveTo>
                  <a:lnTo>
                    <a:pt x="1263472" y="267906"/>
                  </a:lnTo>
                  <a:lnTo>
                    <a:pt x="1257439" y="258940"/>
                  </a:lnTo>
                  <a:lnTo>
                    <a:pt x="1248473" y="252907"/>
                  </a:lnTo>
                  <a:lnTo>
                    <a:pt x="1237488" y="250698"/>
                  </a:lnTo>
                  <a:lnTo>
                    <a:pt x="1110996" y="250698"/>
                  </a:lnTo>
                  <a:lnTo>
                    <a:pt x="1110996" y="44450"/>
                  </a:lnTo>
                  <a:lnTo>
                    <a:pt x="1107490" y="27165"/>
                  </a:lnTo>
                  <a:lnTo>
                    <a:pt x="1097953" y="13042"/>
                  </a:lnTo>
                  <a:lnTo>
                    <a:pt x="1083830" y="3505"/>
                  </a:lnTo>
                  <a:lnTo>
                    <a:pt x="1066546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3742" y="445008"/>
                  </a:lnTo>
                  <a:lnTo>
                    <a:pt x="983742" y="749808"/>
                  </a:lnTo>
                  <a:lnTo>
                    <a:pt x="985939" y="760806"/>
                  </a:lnTo>
                  <a:lnTo>
                    <a:pt x="991971" y="769772"/>
                  </a:lnTo>
                  <a:lnTo>
                    <a:pt x="1000937" y="775804"/>
                  </a:lnTo>
                  <a:lnTo>
                    <a:pt x="1011936" y="778002"/>
                  </a:lnTo>
                  <a:lnTo>
                    <a:pt x="1237488" y="778002"/>
                  </a:lnTo>
                  <a:lnTo>
                    <a:pt x="1248473" y="775804"/>
                  </a:lnTo>
                  <a:lnTo>
                    <a:pt x="1257439" y="769772"/>
                  </a:lnTo>
                  <a:lnTo>
                    <a:pt x="1263472" y="760806"/>
                  </a:lnTo>
                  <a:lnTo>
                    <a:pt x="1265682" y="749808"/>
                  </a:lnTo>
                  <a:lnTo>
                    <a:pt x="1265682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924806" y="4222242"/>
              <a:ext cx="1111250" cy="445134"/>
            </a:xfrm>
            <a:custGeom>
              <a:avLst/>
              <a:gdLst/>
              <a:ahLst/>
              <a:cxnLst/>
              <a:rect l="l" t="t" r="r" b="b"/>
              <a:pathLst>
                <a:path w="1111250" h="445135">
                  <a:moveTo>
                    <a:pt x="0" y="44449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6546" y="0"/>
                  </a:lnTo>
                  <a:lnTo>
                    <a:pt x="1083831" y="3498"/>
                  </a:lnTo>
                  <a:lnTo>
                    <a:pt x="1097962" y="13033"/>
                  </a:lnTo>
                  <a:lnTo>
                    <a:pt x="1107497" y="27164"/>
                  </a:lnTo>
                  <a:lnTo>
                    <a:pt x="1110996" y="44449"/>
                  </a:lnTo>
                  <a:lnTo>
                    <a:pt x="1110996" y="400557"/>
                  </a:lnTo>
                  <a:lnTo>
                    <a:pt x="1107497" y="417843"/>
                  </a:lnTo>
                  <a:lnTo>
                    <a:pt x="1097962" y="431974"/>
                  </a:lnTo>
                  <a:lnTo>
                    <a:pt x="1083831" y="441509"/>
                  </a:lnTo>
                  <a:lnTo>
                    <a:pt x="1066546" y="445007"/>
                  </a:lnTo>
                  <a:lnTo>
                    <a:pt x="44450" y="445007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7"/>
                  </a:lnTo>
                  <a:lnTo>
                    <a:pt x="0" y="44449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5256657" y="4179773"/>
            <a:ext cx="908685" cy="9188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P4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5"/>
              </a:spcBef>
            </a:pPr>
            <a:r>
              <a:rPr sz="2900" spc="-235" dirty="0">
                <a:latin typeface="Verdana"/>
                <a:cs typeface="Verdana"/>
              </a:rPr>
              <a:t>4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6139941" y="4196841"/>
            <a:ext cx="1274445" cy="788670"/>
            <a:chOff x="6139941" y="4196841"/>
            <a:chExt cx="1274445" cy="788670"/>
          </a:xfrm>
        </p:grpSpPr>
        <p:sp>
          <p:nvSpPr>
            <p:cNvPr id="55" name="object 55"/>
            <p:cNvSpPr/>
            <p:nvPr/>
          </p:nvSpPr>
          <p:spPr>
            <a:xfrm>
              <a:off x="6150102" y="4207001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4" h="778510">
                  <a:moveTo>
                    <a:pt x="1264158" y="278892"/>
                  </a:moveTo>
                  <a:lnTo>
                    <a:pt x="1261948" y="267906"/>
                  </a:lnTo>
                  <a:lnTo>
                    <a:pt x="1255915" y="258940"/>
                  </a:lnTo>
                  <a:lnTo>
                    <a:pt x="1246949" y="252907"/>
                  </a:lnTo>
                  <a:lnTo>
                    <a:pt x="1235964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2218" y="445008"/>
                  </a:lnTo>
                  <a:lnTo>
                    <a:pt x="982218" y="749808"/>
                  </a:lnTo>
                  <a:lnTo>
                    <a:pt x="984415" y="760806"/>
                  </a:lnTo>
                  <a:lnTo>
                    <a:pt x="990447" y="769772"/>
                  </a:lnTo>
                  <a:lnTo>
                    <a:pt x="999413" y="775804"/>
                  </a:lnTo>
                  <a:lnTo>
                    <a:pt x="1010412" y="778002"/>
                  </a:lnTo>
                  <a:lnTo>
                    <a:pt x="1235964" y="778002"/>
                  </a:lnTo>
                  <a:lnTo>
                    <a:pt x="1246949" y="775804"/>
                  </a:lnTo>
                  <a:lnTo>
                    <a:pt x="1255915" y="769772"/>
                  </a:lnTo>
                  <a:lnTo>
                    <a:pt x="1261948" y="760806"/>
                  </a:lnTo>
                  <a:lnTo>
                    <a:pt x="1264158" y="749808"/>
                  </a:lnTo>
                  <a:lnTo>
                    <a:pt x="1264158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6150101" y="420700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6481064" y="4164838"/>
            <a:ext cx="908050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P4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5"/>
              </a:spcBef>
            </a:pPr>
            <a:r>
              <a:rPr sz="2900" spc="-235" dirty="0">
                <a:latin typeface="Verdana"/>
                <a:cs typeface="Verdana"/>
              </a:rPr>
              <a:t>5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042153" y="1134871"/>
            <a:ext cx="15494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rlito"/>
                <a:cs typeface="Carlito"/>
              </a:rPr>
              <a:t>0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375906" y="4196841"/>
            <a:ext cx="1274445" cy="788670"/>
            <a:chOff x="7375906" y="4196841"/>
            <a:chExt cx="1274445" cy="788670"/>
          </a:xfrm>
        </p:grpSpPr>
        <p:sp>
          <p:nvSpPr>
            <p:cNvPr id="60" name="object 60"/>
            <p:cNvSpPr/>
            <p:nvPr/>
          </p:nvSpPr>
          <p:spPr>
            <a:xfrm>
              <a:off x="7386066" y="4207001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4" h="778510">
                  <a:moveTo>
                    <a:pt x="1264158" y="278765"/>
                  </a:moveTo>
                  <a:lnTo>
                    <a:pt x="1261948" y="267855"/>
                  </a:lnTo>
                  <a:lnTo>
                    <a:pt x="1255928" y="258927"/>
                  </a:lnTo>
                  <a:lnTo>
                    <a:pt x="1247013" y="252907"/>
                  </a:lnTo>
                  <a:lnTo>
                    <a:pt x="1236091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3742" y="445008"/>
                  </a:lnTo>
                  <a:lnTo>
                    <a:pt x="983742" y="749935"/>
                  </a:lnTo>
                  <a:lnTo>
                    <a:pt x="985939" y="760857"/>
                  </a:lnTo>
                  <a:lnTo>
                    <a:pt x="991958" y="769785"/>
                  </a:lnTo>
                  <a:lnTo>
                    <a:pt x="1000887" y="775804"/>
                  </a:lnTo>
                  <a:lnTo>
                    <a:pt x="1011809" y="778002"/>
                  </a:lnTo>
                  <a:lnTo>
                    <a:pt x="1236091" y="778002"/>
                  </a:lnTo>
                  <a:lnTo>
                    <a:pt x="1247013" y="775804"/>
                  </a:lnTo>
                  <a:lnTo>
                    <a:pt x="1255928" y="769785"/>
                  </a:lnTo>
                  <a:lnTo>
                    <a:pt x="1261948" y="760869"/>
                  </a:lnTo>
                  <a:lnTo>
                    <a:pt x="1264158" y="749935"/>
                  </a:lnTo>
                  <a:lnTo>
                    <a:pt x="1264158" y="278765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386066" y="420700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7717663" y="4164838"/>
            <a:ext cx="835025" cy="85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P6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140"/>
              </a:spcBef>
            </a:pPr>
            <a:r>
              <a:rPr sz="2400" spc="-200" dirty="0">
                <a:latin typeface="Verdana"/>
                <a:cs typeface="Verdana"/>
              </a:rPr>
              <a:t>9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8606028" y="4175759"/>
            <a:ext cx="2486025" cy="791210"/>
            <a:chOff x="8606028" y="4175759"/>
            <a:chExt cx="2486025" cy="791210"/>
          </a:xfrm>
        </p:grpSpPr>
        <p:sp>
          <p:nvSpPr>
            <p:cNvPr id="64" name="object 64"/>
            <p:cNvSpPr/>
            <p:nvPr/>
          </p:nvSpPr>
          <p:spPr>
            <a:xfrm>
              <a:off x="8615934" y="4190237"/>
              <a:ext cx="1264285" cy="776605"/>
            </a:xfrm>
            <a:custGeom>
              <a:avLst/>
              <a:gdLst/>
              <a:ahLst/>
              <a:cxnLst/>
              <a:rect l="l" t="t" r="r" b="b"/>
              <a:pathLst>
                <a:path w="1264284" h="776604">
                  <a:moveTo>
                    <a:pt x="1264158" y="277368"/>
                  </a:moveTo>
                  <a:lnTo>
                    <a:pt x="1261948" y="266382"/>
                  </a:lnTo>
                  <a:lnTo>
                    <a:pt x="1255915" y="257416"/>
                  </a:lnTo>
                  <a:lnTo>
                    <a:pt x="1246949" y="251383"/>
                  </a:lnTo>
                  <a:lnTo>
                    <a:pt x="1235964" y="249174"/>
                  </a:lnTo>
                  <a:lnTo>
                    <a:pt x="1109472" y="249174"/>
                  </a:lnTo>
                  <a:lnTo>
                    <a:pt x="1109472" y="44323"/>
                  </a:lnTo>
                  <a:lnTo>
                    <a:pt x="1105992" y="27063"/>
                  </a:lnTo>
                  <a:lnTo>
                    <a:pt x="1096492" y="12979"/>
                  </a:lnTo>
                  <a:lnTo>
                    <a:pt x="1082408" y="3479"/>
                  </a:lnTo>
                  <a:lnTo>
                    <a:pt x="1065149" y="0"/>
                  </a:lnTo>
                  <a:lnTo>
                    <a:pt x="44323" y="0"/>
                  </a:lnTo>
                  <a:lnTo>
                    <a:pt x="27051" y="3479"/>
                  </a:lnTo>
                  <a:lnTo>
                    <a:pt x="12966" y="12979"/>
                  </a:lnTo>
                  <a:lnTo>
                    <a:pt x="3467" y="27063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67" y="416433"/>
                  </a:lnTo>
                  <a:lnTo>
                    <a:pt x="12966" y="430517"/>
                  </a:lnTo>
                  <a:lnTo>
                    <a:pt x="27051" y="440016"/>
                  </a:lnTo>
                  <a:lnTo>
                    <a:pt x="44323" y="443484"/>
                  </a:lnTo>
                  <a:lnTo>
                    <a:pt x="982218" y="443484"/>
                  </a:lnTo>
                  <a:lnTo>
                    <a:pt x="982218" y="748284"/>
                  </a:lnTo>
                  <a:lnTo>
                    <a:pt x="984415" y="759282"/>
                  </a:lnTo>
                  <a:lnTo>
                    <a:pt x="990447" y="768248"/>
                  </a:lnTo>
                  <a:lnTo>
                    <a:pt x="999413" y="774280"/>
                  </a:lnTo>
                  <a:lnTo>
                    <a:pt x="1010412" y="776478"/>
                  </a:lnTo>
                  <a:lnTo>
                    <a:pt x="1235964" y="776478"/>
                  </a:lnTo>
                  <a:lnTo>
                    <a:pt x="1246949" y="774280"/>
                  </a:lnTo>
                  <a:lnTo>
                    <a:pt x="1255915" y="768248"/>
                  </a:lnTo>
                  <a:lnTo>
                    <a:pt x="1261948" y="759282"/>
                  </a:lnTo>
                  <a:lnTo>
                    <a:pt x="1264158" y="748284"/>
                  </a:lnTo>
                  <a:lnTo>
                    <a:pt x="1264158" y="277368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615934" y="4190237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0" y="44323"/>
                  </a:moveTo>
                  <a:lnTo>
                    <a:pt x="3478" y="27056"/>
                  </a:lnTo>
                  <a:lnTo>
                    <a:pt x="12969" y="12969"/>
                  </a:lnTo>
                  <a:lnTo>
                    <a:pt x="27056" y="3478"/>
                  </a:lnTo>
                  <a:lnTo>
                    <a:pt x="44323" y="0"/>
                  </a:lnTo>
                  <a:lnTo>
                    <a:pt x="1065149" y="0"/>
                  </a:lnTo>
                  <a:lnTo>
                    <a:pt x="1082415" y="3478"/>
                  </a:lnTo>
                  <a:lnTo>
                    <a:pt x="1096502" y="12969"/>
                  </a:lnTo>
                  <a:lnTo>
                    <a:pt x="1105993" y="27056"/>
                  </a:lnTo>
                  <a:lnTo>
                    <a:pt x="1109472" y="44323"/>
                  </a:lnTo>
                  <a:lnTo>
                    <a:pt x="1109472" y="399161"/>
                  </a:lnTo>
                  <a:lnTo>
                    <a:pt x="1105993" y="416427"/>
                  </a:lnTo>
                  <a:lnTo>
                    <a:pt x="1096502" y="430514"/>
                  </a:lnTo>
                  <a:lnTo>
                    <a:pt x="1082415" y="440005"/>
                  </a:lnTo>
                  <a:lnTo>
                    <a:pt x="1065149" y="443484"/>
                  </a:lnTo>
                  <a:lnTo>
                    <a:pt x="44323" y="443484"/>
                  </a:lnTo>
                  <a:lnTo>
                    <a:pt x="27056" y="440005"/>
                  </a:lnTo>
                  <a:lnTo>
                    <a:pt x="12969" y="430514"/>
                  </a:lnTo>
                  <a:lnTo>
                    <a:pt x="3478" y="416427"/>
                  </a:lnTo>
                  <a:lnTo>
                    <a:pt x="0" y="399161"/>
                  </a:lnTo>
                  <a:lnTo>
                    <a:pt x="0" y="4432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825990" y="4185665"/>
              <a:ext cx="1266190" cy="776605"/>
            </a:xfrm>
            <a:custGeom>
              <a:avLst/>
              <a:gdLst/>
              <a:ahLst/>
              <a:cxnLst/>
              <a:rect l="l" t="t" r="r" b="b"/>
              <a:pathLst>
                <a:path w="1266190" h="776604">
                  <a:moveTo>
                    <a:pt x="1265682" y="277368"/>
                  </a:moveTo>
                  <a:lnTo>
                    <a:pt x="1263472" y="266382"/>
                  </a:lnTo>
                  <a:lnTo>
                    <a:pt x="1257439" y="257416"/>
                  </a:lnTo>
                  <a:lnTo>
                    <a:pt x="1248473" y="251383"/>
                  </a:lnTo>
                  <a:lnTo>
                    <a:pt x="1237488" y="249174"/>
                  </a:lnTo>
                  <a:lnTo>
                    <a:pt x="1110996" y="249174"/>
                  </a:lnTo>
                  <a:lnTo>
                    <a:pt x="1110996" y="44323"/>
                  </a:lnTo>
                  <a:lnTo>
                    <a:pt x="1107516" y="27063"/>
                  </a:lnTo>
                  <a:lnTo>
                    <a:pt x="1098016" y="12979"/>
                  </a:lnTo>
                  <a:lnTo>
                    <a:pt x="1083932" y="3479"/>
                  </a:lnTo>
                  <a:lnTo>
                    <a:pt x="1066673" y="0"/>
                  </a:lnTo>
                  <a:lnTo>
                    <a:pt x="44323" y="0"/>
                  </a:lnTo>
                  <a:lnTo>
                    <a:pt x="27051" y="3479"/>
                  </a:lnTo>
                  <a:lnTo>
                    <a:pt x="12966" y="12979"/>
                  </a:lnTo>
                  <a:lnTo>
                    <a:pt x="3467" y="27063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67" y="416433"/>
                  </a:lnTo>
                  <a:lnTo>
                    <a:pt x="12966" y="430517"/>
                  </a:lnTo>
                  <a:lnTo>
                    <a:pt x="27051" y="440016"/>
                  </a:lnTo>
                  <a:lnTo>
                    <a:pt x="44323" y="443484"/>
                  </a:lnTo>
                  <a:lnTo>
                    <a:pt x="983742" y="443484"/>
                  </a:lnTo>
                  <a:lnTo>
                    <a:pt x="983742" y="748284"/>
                  </a:lnTo>
                  <a:lnTo>
                    <a:pt x="985939" y="759282"/>
                  </a:lnTo>
                  <a:lnTo>
                    <a:pt x="991971" y="768248"/>
                  </a:lnTo>
                  <a:lnTo>
                    <a:pt x="1000937" y="774280"/>
                  </a:lnTo>
                  <a:lnTo>
                    <a:pt x="1011936" y="776478"/>
                  </a:lnTo>
                  <a:lnTo>
                    <a:pt x="1237488" y="776478"/>
                  </a:lnTo>
                  <a:lnTo>
                    <a:pt x="1248473" y="774280"/>
                  </a:lnTo>
                  <a:lnTo>
                    <a:pt x="1257439" y="768248"/>
                  </a:lnTo>
                  <a:lnTo>
                    <a:pt x="1263472" y="759282"/>
                  </a:lnTo>
                  <a:lnTo>
                    <a:pt x="1265682" y="748284"/>
                  </a:lnTo>
                  <a:lnTo>
                    <a:pt x="1265682" y="277368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825990" y="4185665"/>
              <a:ext cx="1111250" cy="443865"/>
            </a:xfrm>
            <a:custGeom>
              <a:avLst/>
              <a:gdLst/>
              <a:ahLst/>
              <a:cxnLst/>
              <a:rect l="l" t="t" r="r" b="b"/>
              <a:pathLst>
                <a:path w="1111250" h="443864">
                  <a:moveTo>
                    <a:pt x="0" y="44322"/>
                  </a:moveTo>
                  <a:lnTo>
                    <a:pt x="3478" y="27056"/>
                  </a:lnTo>
                  <a:lnTo>
                    <a:pt x="12969" y="12969"/>
                  </a:lnTo>
                  <a:lnTo>
                    <a:pt x="27056" y="3478"/>
                  </a:lnTo>
                  <a:lnTo>
                    <a:pt x="44323" y="0"/>
                  </a:lnTo>
                  <a:lnTo>
                    <a:pt x="1066673" y="0"/>
                  </a:lnTo>
                  <a:lnTo>
                    <a:pt x="1083939" y="3478"/>
                  </a:lnTo>
                  <a:lnTo>
                    <a:pt x="1098026" y="12969"/>
                  </a:lnTo>
                  <a:lnTo>
                    <a:pt x="1107517" y="27056"/>
                  </a:lnTo>
                  <a:lnTo>
                    <a:pt x="1110995" y="44322"/>
                  </a:lnTo>
                  <a:lnTo>
                    <a:pt x="1110995" y="399160"/>
                  </a:lnTo>
                  <a:lnTo>
                    <a:pt x="1107517" y="416427"/>
                  </a:lnTo>
                  <a:lnTo>
                    <a:pt x="1098026" y="430514"/>
                  </a:lnTo>
                  <a:lnTo>
                    <a:pt x="1083939" y="440005"/>
                  </a:lnTo>
                  <a:lnTo>
                    <a:pt x="1066673" y="443483"/>
                  </a:lnTo>
                  <a:lnTo>
                    <a:pt x="44323" y="443483"/>
                  </a:lnTo>
                  <a:lnTo>
                    <a:pt x="27056" y="440005"/>
                  </a:lnTo>
                  <a:lnTo>
                    <a:pt x="12969" y="430514"/>
                  </a:lnTo>
                  <a:lnTo>
                    <a:pt x="3478" y="416427"/>
                  </a:lnTo>
                  <a:lnTo>
                    <a:pt x="0" y="399160"/>
                  </a:lnTo>
                  <a:lnTo>
                    <a:pt x="0" y="44322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8947150" y="4147184"/>
            <a:ext cx="2129790" cy="85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3645" algn="l"/>
              </a:tabLst>
            </a:pPr>
            <a:r>
              <a:rPr sz="2900" spc="-135" dirty="0">
                <a:latin typeface="Verdana"/>
                <a:cs typeface="Verdana"/>
              </a:rPr>
              <a:t>P4	</a:t>
            </a:r>
            <a:r>
              <a:rPr sz="2900" spc="-140" dirty="0">
                <a:latin typeface="Verdana"/>
                <a:cs typeface="Verdana"/>
              </a:rPr>
              <a:t>P7</a:t>
            </a:r>
            <a:endParaRPr sz="2900">
              <a:latin typeface="Verdana"/>
              <a:cs typeface="Verdana"/>
            </a:endParaRPr>
          </a:p>
          <a:p>
            <a:pPr marL="567055">
              <a:lnSpc>
                <a:spcPct val="100000"/>
              </a:lnSpc>
              <a:spcBef>
                <a:spcPts val="140"/>
              </a:spcBef>
              <a:tabLst>
                <a:tab pos="1778000" algn="l"/>
              </a:tabLst>
            </a:pPr>
            <a:r>
              <a:rPr sz="2400" spc="-200" dirty="0">
                <a:latin typeface="Verdana"/>
                <a:cs typeface="Verdana"/>
              </a:rPr>
              <a:t>11	</a:t>
            </a:r>
            <a:r>
              <a:rPr sz="3600" spc="-300" baseline="1157" dirty="0">
                <a:latin typeface="Verdana"/>
                <a:cs typeface="Verdana"/>
              </a:rPr>
              <a:t>17</a:t>
            </a:r>
            <a:endParaRPr sz="3600" baseline="1157">
              <a:latin typeface="Verdana"/>
              <a:cs typeface="Verdana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3941064" y="5939028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39" h="525779">
                <a:moveTo>
                  <a:pt x="253746" y="0"/>
                </a:moveTo>
                <a:lnTo>
                  <a:pt x="28194" y="0"/>
                </a:lnTo>
                <a:lnTo>
                  <a:pt x="17198" y="2215"/>
                </a:lnTo>
                <a:lnTo>
                  <a:pt x="8239" y="8258"/>
                </a:lnTo>
                <a:lnTo>
                  <a:pt x="2208" y="17220"/>
                </a:lnTo>
                <a:lnTo>
                  <a:pt x="0" y="28194"/>
                </a:lnTo>
                <a:lnTo>
                  <a:pt x="0" y="497586"/>
                </a:lnTo>
                <a:lnTo>
                  <a:pt x="2208" y="508559"/>
                </a:lnTo>
                <a:lnTo>
                  <a:pt x="8239" y="517521"/>
                </a:lnTo>
                <a:lnTo>
                  <a:pt x="17198" y="523564"/>
                </a:lnTo>
                <a:lnTo>
                  <a:pt x="28194" y="525780"/>
                </a:lnTo>
                <a:lnTo>
                  <a:pt x="253746" y="525780"/>
                </a:lnTo>
                <a:lnTo>
                  <a:pt x="264741" y="523564"/>
                </a:lnTo>
                <a:lnTo>
                  <a:pt x="273700" y="517521"/>
                </a:lnTo>
                <a:lnTo>
                  <a:pt x="279731" y="508559"/>
                </a:lnTo>
                <a:lnTo>
                  <a:pt x="281939" y="497586"/>
                </a:lnTo>
                <a:lnTo>
                  <a:pt x="281939" y="28194"/>
                </a:lnTo>
                <a:lnTo>
                  <a:pt x="279731" y="17220"/>
                </a:lnTo>
                <a:lnTo>
                  <a:pt x="273700" y="8258"/>
                </a:lnTo>
                <a:lnTo>
                  <a:pt x="264741" y="2215"/>
                </a:lnTo>
                <a:lnTo>
                  <a:pt x="25374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 txBox="1"/>
          <p:nvPr/>
        </p:nvSpPr>
        <p:spPr>
          <a:xfrm>
            <a:off x="3844544" y="6105550"/>
            <a:ext cx="3638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95" dirty="0">
                <a:latin typeface="Verdana"/>
                <a:cs typeface="Verdana"/>
              </a:rPr>
              <a:t>18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2948685" y="5678170"/>
            <a:ext cx="1130300" cy="464184"/>
            <a:chOff x="2948685" y="5678170"/>
            <a:chExt cx="1130300" cy="464184"/>
          </a:xfrm>
        </p:grpSpPr>
        <p:sp>
          <p:nvSpPr>
            <p:cNvPr id="72" name="object 72"/>
            <p:cNvSpPr/>
            <p:nvPr/>
          </p:nvSpPr>
          <p:spPr>
            <a:xfrm>
              <a:off x="2958845" y="5688330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1065149" y="0"/>
                  </a:moveTo>
                  <a:lnTo>
                    <a:pt x="44323" y="0"/>
                  </a:lnTo>
                  <a:lnTo>
                    <a:pt x="27056" y="3484"/>
                  </a:lnTo>
                  <a:lnTo>
                    <a:pt x="12969" y="12987"/>
                  </a:lnTo>
                  <a:lnTo>
                    <a:pt x="3478" y="27083"/>
                  </a:lnTo>
                  <a:lnTo>
                    <a:pt x="0" y="44348"/>
                  </a:lnTo>
                  <a:lnTo>
                    <a:pt x="0" y="399135"/>
                  </a:lnTo>
                  <a:lnTo>
                    <a:pt x="3478" y="416400"/>
                  </a:lnTo>
                  <a:lnTo>
                    <a:pt x="12969" y="430496"/>
                  </a:lnTo>
                  <a:lnTo>
                    <a:pt x="27056" y="439999"/>
                  </a:lnTo>
                  <a:lnTo>
                    <a:pt x="44323" y="443484"/>
                  </a:lnTo>
                  <a:lnTo>
                    <a:pt x="1065149" y="443484"/>
                  </a:lnTo>
                  <a:lnTo>
                    <a:pt x="1082415" y="439999"/>
                  </a:lnTo>
                  <a:lnTo>
                    <a:pt x="1096502" y="430496"/>
                  </a:lnTo>
                  <a:lnTo>
                    <a:pt x="1105993" y="416400"/>
                  </a:lnTo>
                  <a:lnTo>
                    <a:pt x="1109471" y="399135"/>
                  </a:lnTo>
                  <a:lnTo>
                    <a:pt x="1109471" y="44348"/>
                  </a:lnTo>
                  <a:lnTo>
                    <a:pt x="1105993" y="27083"/>
                  </a:lnTo>
                  <a:lnTo>
                    <a:pt x="1096502" y="12987"/>
                  </a:lnTo>
                  <a:lnTo>
                    <a:pt x="1082415" y="3484"/>
                  </a:lnTo>
                  <a:lnTo>
                    <a:pt x="106514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958845" y="5688330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0" y="44348"/>
                  </a:moveTo>
                  <a:lnTo>
                    <a:pt x="3478" y="27083"/>
                  </a:lnTo>
                  <a:lnTo>
                    <a:pt x="12969" y="12987"/>
                  </a:lnTo>
                  <a:lnTo>
                    <a:pt x="27056" y="3484"/>
                  </a:lnTo>
                  <a:lnTo>
                    <a:pt x="44323" y="0"/>
                  </a:lnTo>
                  <a:lnTo>
                    <a:pt x="1065149" y="0"/>
                  </a:lnTo>
                  <a:lnTo>
                    <a:pt x="1082415" y="3484"/>
                  </a:lnTo>
                  <a:lnTo>
                    <a:pt x="1096502" y="12987"/>
                  </a:lnTo>
                  <a:lnTo>
                    <a:pt x="1105993" y="27083"/>
                  </a:lnTo>
                  <a:lnTo>
                    <a:pt x="1109471" y="44348"/>
                  </a:lnTo>
                  <a:lnTo>
                    <a:pt x="1109471" y="399135"/>
                  </a:lnTo>
                  <a:lnTo>
                    <a:pt x="1105993" y="416400"/>
                  </a:lnTo>
                  <a:lnTo>
                    <a:pt x="1096502" y="430496"/>
                  </a:lnTo>
                  <a:lnTo>
                    <a:pt x="1082415" y="439999"/>
                  </a:lnTo>
                  <a:lnTo>
                    <a:pt x="1065149" y="443484"/>
                  </a:lnTo>
                  <a:lnTo>
                    <a:pt x="44323" y="443484"/>
                  </a:lnTo>
                  <a:lnTo>
                    <a:pt x="27056" y="439999"/>
                  </a:lnTo>
                  <a:lnTo>
                    <a:pt x="12969" y="430496"/>
                  </a:lnTo>
                  <a:lnTo>
                    <a:pt x="3478" y="416400"/>
                  </a:lnTo>
                  <a:lnTo>
                    <a:pt x="0" y="399135"/>
                  </a:lnTo>
                  <a:lnTo>
                    <a:pt x="0" y="44348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3289808" y="5645302"/>
            <a:ext cx="447675" cy="4686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P5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5210555" y="5929884"/>
            <a:ext cx="281940" cy="527685"/>
          </a:xfrm>
          <a:custGeom>
            <a:avLst/>
            <a:gdLst/>
            <a:ahLst/>
            <a:cxnLst/>
            <a:rect l="l" t="t" r="r" b="b"/>
            <a:pathLst>
              <a:path w="281939" h="527685">
                <a:moveTo>
                  <a:pt x="253746" y="0"/>
                </a:moveTo>
                <a:lnTo>
                  <a:pt x="28194" y="0"/>
                </a:lnTo>
                <a:lnTo>
                  <a:pt x="17198" y="2215"/>
                </a:lnTo>
                <a:lnTo>
                  <a:pt x="8239" y="8258"/>
                </a:lnTo>
                <a:lnTo>
                  <a:pt x="2208" y="17220"/>
                </a:lnTo>
                <a:lnTo>
                  <a:pt x="0" y="28193"/>
                </a:lnTo>
                <a:lnTo>
                  <a:pt x="0" y="499109"/>
                </a:lnTo>
                <a:lnTo>
                  <a:pt x="2208" y="510083"/>
                </a:lnTo>
                <a:lnTo>
                  <a:pt x="8239" y="519045"/>
                </a:lnTo>
                <a:lnTo>
                  <a:pt x="17198" y="525088"/>
                </a:lnTo>
                <a:lnTo>
                  <a:pt x="28194" y="527303"/>
                </a:lnTo>
                <a:lnTo>
                  <a:pt x="253746" y="527303"/>
                </a:lnTo>
                <a:lnTo>
                  <a:pt x="264741" y="525088"/>
                </a:lnTo>
                <a:lnTo>
                  <a:pt x="273700" y="519045"/>
                </a:lnTo>
                <a:lnTo>
                  <a:pt x="279731" y="510083"/>
                </a:lnTo>
                <a:lnTo>
                  <a:pt x="281940" y="499109"/>
                </a:lnTo>
                <a:lnTo>
                  <a:pt x="281940" y="28193"/>
                </a:lnTo>
                <a:lnTo>
                  <a:pt x="279731" y="17220"/>
                </a:lnTo>
                <a:lnTo>
                  <a:pt x="273700" y="8258"/>
                </a:lnTo>
                <a:lnTo>
                  <a:pt x="264741" y="2215"/>
                </a:lnTo>
                <a:lnTo>
                  <a:pt x="253746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 txBox="1"/>
          <p:nvPr/>
        </p:nvSpPr>
        <p:spPr>
          <a:xfrm>
            <a:off x="5113782" y="6097625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0" dirty="0">
                <a:latin typeface="Verdana"/>
                <a:cs typeface="Verdana"/>
              </a:rPr>
              <a:t>20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4218178" y="5669026"/>
            <a:ext cx="1130300" cy="465455"/>
            <a:chOff x="4218178" y="5669026"/>
            <a:chExt cx="1130300" cy="465455"/>
          </a:xfrm>
        </p:grpSpPr>
        <p:sp>
          <p:nvSpPr>
            <p:cNvPr id="78" name="object 78"/>
            <p:cNvSpPr/>
            <p:nvPr/>
          </p:nvSpPr>
          <p:spPr>
            <a:xfrm>
              <a:off x="4228338" y="5679186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1065022" y="0"/>
                  </a:moveTo>
                  <a:lnTo>
                    <a:pt x="44450" y="0"/>
                  </a:lnTo>
                  <a:lnTo>
                    <a:pt x="27164" y="3497"/>
                  </a:lnTo>
                  <a:lnTo>
                    <a:pt x="13033" y="13034"/>
                  </a:lnTo>
                  <a:lnTo>
                    <a:pt x="3498" y="27180"/>
                  </a:lnTo>
                  <a:lnTo>
                    <a:pt x="0" y="44500"/>
                  </a:lnTo>
                  <a:lnTo>
                    <a:pt x="0" y="400507"/>
                  </a:lnTo>
                  <a:lnTo>
                    <a:pt x="3498" y="417827"/>
                  </a:lnTo>
                  <a:lnTo>
                    <a:pt x="13033" y="431973"/>
                  </a:lnTo>
                  <a:lnTo>
                    <a:pt x="27164" y="441510"/>
                  </a:lnTo>
                  <a:lnTo>
                    <a:pt x="44450" y="445007"/>
                  </a:lnTo>
                  <a:lnTo>
                    <a:pt x="1065022" y="445007"/>
                  </a:lnTo>
                  <a:lnTo>
                    <a:pt x="1082307" y="441510"/>
                  </a:lnTo>
                  <a:lnTo>
                    <a:pt x="1096438" y="431973"/>
                  </a:lnTo>
                  <a:lnTo>
                    <a:pt x="1105973" y="417827"/>
                  </a:lnTo>
                  <a:lnTo>
                    <a:pt x="1109472" y="400507"/>
                  </a:lnTo>
                  <a:lnTo>
                    <a:pt x="1109472" y="44500"/>
                  </a:lnTo>
                  <a:lnTo>
                    <a:pt x="1105973" y="27180"/>
                  </a:lnTo>
                  <a:lnTo>
                    <a:pt x="1096438" y="13034"/>
                  </a:lnTo>
                  <a:lnTo>
                    <a:pt x="1082307" y="3497"/>
                  </a:lnTo>
                  <a:lnTo>
                    <a:pt x="1065022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228338" y="5679186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500"/>
                  </a:moveTo>
                  <a:lnTo>
                    <a:pt x="3498" y="27180"/>
                  </a:lnTo>
                  <a:lnTo>
                    <a:pt x="13033" y="13034"/>
                  </a:lnTo>
                  <a:lnTo>
                    <a:pt x="27164" y="3497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7"/>
                  </a:lnTo>
                  <a:lnTo>
                    <a:pt x="1096438" y="13034"/>
                  </a:lnTo>
                  <a:lnTo>
                    <a:pt x="1105973" y="27180"/>
                  </a:lnTo>
                  <a:lnTo>
                    <a:pt x="1109472" y="44500"/>
                  </a:lnTo>
                  <a:lnTo>
                    <a:pt x="1109472" y="400507"/>
                  </a:lnTo>
                  <a:lnTo>
                    <a:pt x="1105973" y="417827"/>
                  </a:lnTo>
                  <a:lnTo>
                    <a:pt x="1096438" y="431973"/>
                  </a:lnTo>
                  <a:lnTo>
                    <a:pt x="1082307" y="441510"/>
                  </a:lnTo>
                  <a:lnTo>
                    <a:pt x="1065022" y="445007"/>
                  </a:lnTo>
                  <a:lnTo>
                    <a:pt x="44450" y="445007"/>
                  </a:lnTo>
                  <a:lnTo>
                    <a:pt x="27164" y="441510"/>
                  </a:lnTo>
                  <a:lnTo>
                    <a:pt x="13033" y="431973"/>
                  </a:lnTo>
                  <a:lnTo>
                    <a:pt x="3498" y="417827"/>
                  </a:lnTo>
                  <a:lnTo>
                    <a:pt x="0" y="400507"/>
                  </a:lnTo>
                  <a:lnTo>
                    <a:pt x="0" y="4450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4559046" y="5637377"/>
            <a:ext cx="4476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6457188" y="5928359"/>
            <a:ext cx="281940" cy="525780"/>
          </a:xfrm>
          <a:custGeom>
            <a:avLst/>
            <a:gdLst/>
            <a:ahLst/>
            <a:cxnLst/>
            <a:rect l="l" t="t" r="r" b="b"/>
            <a:pathLst>
              <a:path w="281940" h="525779">
                <a:moveTo>
                  <a:pt x="253745" y="0"/>
                </a:moveTo>
                <a:lnTo>
                  <a:pt x="28194" y="0"/>
                </a:lnTo>
                <a:lnTo>
                  <a:pt x="17198" y="2215"/>
                </a:lnTo>
                <a:lnTo>
                  <a:pt x="8239" y="8258"/>
                </a:lnTo>
                <a:lnTo>
                  <a:pt x="2208" y="17220"/>
                </a:lnTo>
                <a:lnTo>
                  <a:pt x="0" y="28193"/>
                </a:lnTo>
                <a:lnTo>
                  <a:pt x="0" y="497585"/>
                </a:lnTo>
                <a:lnTo>
                  <a:pt x="2208" y="508559"/>
                </a:lnTo>
                <a:lnTo>
                  <a:pt x="8239" y="517521"/>
                </a:lnTo>
                <a:lnTo>
                  <a:pt x="17198" y="523564"/>
                </a:lnTo>
                <a:lnTo>
                  <a:pt x="28194" y="525779"/>
                </a:lnTo>
                <a:lnTo>
                  <a:pt x="253745" y="525779"/>
                </a:lnTo>
                <a:lnTo>
                  <a:pt x="264741" y="523564"/>
                </a:lnTo>
                <a:lnTo>
                  <a:pt x="273700" y="517521"/>
                </a:lnTo>
                <a:lnTo>
                  <a:pt x="279731" y="508559"/>
                </a:lnTo>
                <a:lnTo>
                  <a:pt x="281939" y="497585"/>
                </a:lnTo>
                <a:lnTo>
                  <a:pt x="281939" y="28193"/>
                </a:lnTo>
                <a:lnTo>
                  <a:pt x="279731" y="17220"/>
                </a:lnTo>
                <a:lnTo>
                  <a:pt x="273700" y="8258"/>
                </a:lnTo>
                <a:lnTo>
                  <a:pt x="264741" y="2215"/>
                </a:lnTo>
                <a:lnTo>
                  <a:pt x="25374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 txBox="1"/>
          <p:nvPr/>
        </p:nvSpPr>
        <p:spPr>
          <a:xfrm>
            <a:off x="6360667" y="6095187"/>
            <a:ext cx="3638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0" dirty="0">
                <a:latin typeface="Verdana"/>
                <a:cs typeface="Verdana"/>
              </a:rPr>
              <a:t>21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5465064" y="5667755"/>
            <a:ext cx="1129665" cy="463550"/>
            <a:chOff x="5465064" y="5667755"/>
            <a:chExt cx="1129665" cy="463550"/>
          </a:xfrm>
        </p:grpSpPr>
        <p:sp>
          <p:nvSpPr>
            <p:cNvPr id="84" name="object 84"/>
            <p:cNvSpPr/>
            <p:nvPr/>
          </p:nvSpPr>
          <p:spPr>
            <a:xfrm>
              <a:off x="5474970" y="5677661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1065149" y="0"/>
                  </a:moveTo>
                  <a:lnTo>
                    <a:pt x="44322" y="0"/>
                  </a:lnTo>
                  <a:lnTo>
                    <a:pt x="27056" y="3484"/>
                  </a:lnTo>
                  <a:lnTo>
                    <a:pt x="12969" y="12987"/>
                  </a:lnTo>
                  <a:lnTo>
                    <a:pt x="3478" y="27083"/>
                  </a:lnTo>
                  <a:lnTo>
                    <a:pt x="0" y="44348"/>
                  </a:lnTo>
                  <a:lnTo>
                    <a:pt x="0" y="399135"/>
                  </a:lnTo>
                  <a:lnTo>
                    <a:pt x="3478" y="416400"/>
                  </a:lnTo>
                  <a:lnTo>
                    <a:pt x="12969" y="430496"/>
                  </a:lnTo>
                  <a:lnTo>
                    <a:pt x="27056" y="439999"/>
                  </a:lnTo>
                  <a:lnTo>
                    <a:pt x="44322" y="443483"/>
                  </a:lnTo>
                  <a:lnTo>
                    <a:pt x="1065149" y="443483"/>
                  </a:lnTo>
                  <a:lnTo>
                    <a:pt x="1082415" y="439999"/>
                  </a:lnTo>
                  <a:lnTo>
                    <a:pt x="1096502" y="430496"/>
                  </a:lnTo>
                  <a:lnTo>
                    <a:pt x="1105993" y="416400"/>
                  </a:lnTo>
                  <a:lnTo>
                    <a:pt x="1109472" y="399135"/>
                  </a:lnTo>
                  <a:lnTo>
                    <a:pt x="1109472" y="44348"/>
                  </a:lnTo>
                  <a:lnTo>
                    <a:pt x="1105993" y="27083"/>
                  </a:lnTo>
                  <a:lnTo>
                    <a:pt x="1096502" y="12987"/>
                  </a:lnTo>
                  <a:lnTo>
                    <a:pt x="1082415" y="3484"/>
                  </a:lnTo>
                  <a:lnTo>
                    <a:pt x="106514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5474970" y="5677661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0" y="44348"/>
                  </a:moveTo>
                  <a:lnTo>
                    <a:pt x="3478" y="27083"/>
                  </a:lnTo>
                  <a:lnTo>
                    <a:pt x="12969" y="12987"/>
                  </a:lnTo>
                  <a:lnTo>
                    <a:pt x="27056" y="3484"/>
                  </a:lnTo>
                  <a:lnTo>
                    <a:pt x="44322" y="0"/>
                  </a:lnTo>
                  <a:lnTo>
                    <a:pt x="1065149" y="0"/>
                  </a:lnTo>
                  <a:lnTo>
                    <a:pt x="1082415" y="3484"/>
                  </a:lnTo>
                  <a:lnTo>
                    <a:pt x="1096502" y="12987"/>
                  </a:lnTo>
                  <a:lnTo>
                    <a:pt x="1105993" y="27083"/>
                  </a:lnTo>
                  <a:lnTo>
                    <a:pt x="1109472" y="44348"/>
                  </a:lnTo>
                  <a:lnTo>
                    <a:pt x="1109472" y="399135"/>
                  </a:lnTo>
                  <a:lnTo>
                    <a:pt x="1105993" y="416400"/>
                  </a:lnTo>
                  <a:lnTo>
                    <a:pt x="1096502" y="430496"/>
                  </a:lnTo>
                  <a:lnTo>
                    <a:pt x="1082415" y="439999"/>
                  </a:lnTo>
                  <a:lnTo>
                    <a:pt x="1065149" y="443483"/>
                  </a:lnTo>
                  <a:lnTo>
                    <a:pt x="44322" y="443483"/>
                  </a:lnTo>
                  <a:lnTo>
                    <a:pt x="27056" y="439999"/>
                  </a:lnTo>
                  <a:lnTo>
                    <a:pt x="12969" y="430496"/>
                  </a:lnTo>
                  <a:lnTo>
                    <a:pt x="3478" y="416400"/>
                  </a:lnTo>
                  <a:lnTo>
                    <a:pt x="0" y="399135"/>
                  </a:lnTo>
                  <a:lnTo>
                    <a:pt x="0" y="44348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5805932" y="5634939"/>
            <a:ext cx="4476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156743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776008" y="240411"/>
          <a:ext cx="3977639" cy="27920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44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99440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99441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5918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Pno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5" dirty="0">
                          <a:latin typeface="Carlito"/>
                          <a:cs typeface="Carlito"/>
                        </a:rPr>
                        <a:t>Priority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0"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160" dirty="0">
                          <a:latin typeface="Carlito"/>
                          <a:cs typeface="Carlito"/>
                        </a:rPr>
                        <a:t>AT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55"/>
                        </a:spcBef>
                      </a:pPr>
                      <a:r>
                        <a:rPr sz="2000" b="1" spc="-45" dirty="0">
                          <a:latin typeface="Carlito"/>
                          <a:cs typeface="Carlito"/>
                        </a:rPr>
                        <a:t>BT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133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2(L)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2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0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3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8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4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12</a:t>
                      </a:r>
                      <a:r>
                        <a:rPr sz="2000" b="1" spc="-40" dirty="0">
                          <a:latin typeface="Carlito"/>
                          <a:cs typeface="Carlito"/>
                        </a:rPr>
                        <a:t> </a:t>
                      </a:r>
                      <a:r>
                        <a:rPr sz="2000" b="1" dirty="0">
                          <a:latin typeface="Carlito"/>
                          <a:cs typeface="Carlito"/>
                        </a:rPr>
                        <a:t>(H)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5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marL="635"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P7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9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6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365"/>
                        </a:lnSpc>
                      </a:pPr>
                      <a:r>
                        <a:rPr sz="2000" b="1" dirty="0">
                          <a:latin typeface="Carlito"/>
                          <a:cs typeface="Carlito"/>
                        </a:rPr>
                        <a:t>0</a:t>
                      </a:r>
                      <a:endParaRPr sz="2000">
                        <a:latin typeface="Carlito"/>
                        <a:cs typeface="Carlito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3" name="object 3"/>
          <p:cNvGrpSpPr/>
          <p:nvPr/>
        </p:nvGrpSpPr>
        <p:grpSpPr>
          <a:xfrm>
            <a:off x="5819902" y="1042161"/>
            <a:ext cx="674370" cy="845185"/>
            <a:chOff x="5819902" y="1042161"/>
            <a:chExt cx="674370" cy="845185"/>
          </a:xfrm>
        </p:grpSpPr>
        <p:sp>
          <p:nvSpPr>
            <p:cNvPr id="4" name="object 4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548639" y="0"/>
                  </a:moveTo>
                  <a:lnTo>
                    <a:pt x="105155" y="0"/>
                  </a:lnTo>
                  <a:lnTo>
                    <a:pt x="86263" y="6640"/>
                  </a:lnTo>
                  <a:lnTo>
                    <a:pt x="52098" y="56275"/>
                  </a:lnTo>
                  <a:lnTo>
                    <a:pt x="37420" y="96942"/>
                  </a:lnTo>
                  <a:lnTo>
                    <a:pt x="24743" y="146624"/>
                  </a:lnTo>
                  <a:lnTo>
                    <a:pt x="14365" y="204159"/>
                  </a:lnTo>
                  <a:lnTo>
                    <a:pt x="6583" y="268382"/>
                  </a:lnTo>
                  <a:lnTo>
                    <a:pt x="1695" y="338131"/>
                  </a:lnTo>
                  <a:lnTo>
                    <a:pt x="0" y="412241"/>
                  </a:lnTo>
                  <a:lnTo>
                    <a:pt x="1695" y="486352"/>
                  </a:lnTo>
                  <a:lnTo>
                    <a:pt x="6583" y="556101"/>
                  </a:lnTo>
                  <a:lnTo>
                    <a:pt x="14365" y="620324"/>
                  </a:lnTo>
                  <a:lnTo>
                    <a:pt x="24743" y="677859"/>
                  </a:lnTo>
                  <a:lnTo>
                    <a:pt x="37420" y="727541"/>
                  </a:lnTo>
                  <a:lnTo>
                    <a:pt x="52098" y="768208"/>
                  </a:lnTo>
                  <a:lnTo>
                    <a:pt x="86263" y="817843"/>
                  </a:lnTo>
                  <a:lnTo>
                    <a:pt x="105155" y="824483"/>
                  </a:lnTo>
                  <a:lnTo>
                    <a:pt x="548639" y="824483"/>
                  </a:lnTo>
                  <a:lnTo>
                    <a:pt x="585317" y="798697"/>
                  </a:lnTo>
                  <a:lnTo>
                    <a:pt x="616375" y="727541"/>
                  </a:lnTo>
                  <a:lnTo>
                    <a:pt x="629052" y="677859"/>
                  </a:lnTo>
                  <a:lnTo>
                    <a:pt x="639430" y="620324"/>
                  </a:lnTo>
                  <a:lnTo>
                    <a:pt x="647212" y="556101"/>
                  </a:lnTo>
                  <a:lnTo>
                    <a:pt x="652100" y="486352"/>
                  </a:lnTo>
                  <a:lnTo>
                    <a:pt x="653796" y="412241"/>
                  </a:lnTo>
                  <a:lnTo>
                    <a:pt x="652100" y="338131"/>
                  </a:lnTo>
                  <a:lnTo>
                    <a:pt x="647212" y="268382"/>
                  </a:lnTo>
                  <a:lnTo>
                    <a:pt x="639430" y="204159"/>
                  </a:lnTo>
                  <a:lnTo>
                    <a:pt x="629052" y="146624"/>
                  </a:lnTo>
                  <a:lnTo>
                    <a:pt x="616375" y="96942"/>
                  </a:lnTo>
                  <a:lnTo>
                    <a:pt x="601697" y="56275"/>
                  </a:lnTo>
                  <a:lnTo>
                    <a:pt x="567532" y="6640"/>
                  </a:lnTo>
                  <a:lnTo>
                    <a:pt x="54863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830062" y="1052321"/>
              <a:ext cx="654050" cy="824865"/>
            </a:xfrm>
            <a:custGeom>
              <a:avLst/>
              <a:gdLst/>
              <a:ahLst/>
              <a:cxnLst/>
              <a:rect l="l" t="t" r="r" b="b"/>
              <a:pathLst>
                <a:path w="654050" h="824864">
                  <a:moveTo>
                    <a:pt x="105155" y="0"/>
                  </a:moveTo>
                  <a:lnTo>
                    <a:pt x="548639" y="0"/>
                  </a:lnTo>
                  <a:lnTo>
                    <a:pt x="567532" y="6640"/>
                  </a:lnTo>
                  <a:lnTo>
                    <a:pt x="601697" y="56275"/>
                  </a:lnTo>
                  <a:lnTo>
                    <a:pt x="616375" y="96942"/>
                  </a:lnTo>
                  <a:lnTo>
                    <a:pt x="629052" y="146624"/>
                  </a:lnTo>
                  <a:lnTo>
                    <a:pt x="639430" y="204159"/>
                  </a:lnTo>
                  <a:lnTo>
                    <a:pt x="647212" y="268382"/>
                  </a:lnTo>
                  <a:lnTo>
                    <a:pt x="652100" y="338131"/>
                  </a:lnTo>
                  <a:lnTo>
                    <a:pt x="653796" y="412241"/>
                  </a:lnTo>
                  <a:lnTo>
                    <a:pt x="652100" y="486352"/>
                  </a:lnTo>
                  <a:lnTo>
                    <a:pt x="647212" y="556101"/>
                  </a:lnTo>
                  <a:lnTo>
                    <a:pt x="639430" y="620324"/>
                  </a:lnTo>
                  <a:lnTo>
                    <a:pt x="629052" y="677859"/>
                  </a:lnTo>
                  <a:lnTo>
                    <a:pt x="616375" y="727541"/>
                  </a:lnTo>
                  <a:lnTo>
                    <a:pt x="601697" y="768208"/>
                  </a:lnTo>
                  <a:lnTo>
                    <a:pt x="567532" y="817843"/>
                  </a:lnTo>
                  <a:lnTo>
                    <a:pt x="548639" y="824483"/>
                  </a:lnTo>
                  <a:lnTo>
                    <a:pt x="105155" y="824483"/>
                  </a:lnTo>
                  <a:lnTo>
                    <a:pt x="68478" y="798697"/>
                  </a:lnTo>
                  <a:lnTo>
                    <a:pt x="37420" y="727541"/>
                  </a:lnTo>
                  <a:lnTo>
                    <a:pt x="24743" y="677859"/>
                  </a:lnTo>
                  <a:lnTo>
                    <a:pt x="14365" y="620324"/>
                  </a:lnTo>
                  <a:lnTo>
                    <a:pt x="6583" y="556101"/>
                  </a:lnTo>
                  <a:lnTo>
                    <a:pt x="1695" y="486352"/>
                  </a:lnTo>
                  <a:lnTo>
                    <a:pt x="0" y="412241"/>
                  </a:lnTo>
                  <a:lnTo>
                    <a:pt x="1695" y="338131"/>
                  </a:lnTo>
                  <a:lnTo>
                    <a:pt x="6583" y="268382"/>
                  </a:lnTo>
                  <a:lnTo>
                    <a:pt x="14365" y="204159"/>
                  </a:lnTo>
                  <a:lnTo>
                    <a:pt x="24743" y="146624"/>
                  </a:lnTo>
                  <a:lnTo>
                    <a:pt x="37420" y="96942"/>
                  </a:lnTo>
                  <a:lnTo>
                    <a:pt x="52098" y="56275"/>
                  </a:lnTo>
                  <a:lnTo>
                    <a:pt x="86263" y="6640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016244" y="1309496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589521" y="1020825"/>
            <a:ext cx="674370" cy="846455"/>
            <a:chOff x="6589521" y="1020825"/>
            <a:chExt cx="674370" cy="846455"/>
          </a:xfrm>
        </p:grpSpPr>
        <p:sp>
          <p:nvSpPr>
            <p:cNvPr id="8" name="object 8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6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6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599681" y="1030985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6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6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6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786118" y="1151890"/>
            <a:ext cx="2819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P2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400543" y="1021080"/>
            <a:ext cx="673735" cy="845819"/>
            <a:chOff x="7400543" y="1021080"/>
            <a:chExt cx="673735" cy="845819"/>
          </a:xfrm>
        </p:grpSpPr>
        <p:sp>
          <p:nvSpPr>
            <p:cNvPr id="12" name="object 12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548640" y="0"/>
                  </a:moveTo>
                  <a:lnTo>
                    <a:pt x="105155" y="0"/>
                  </a:lnTo>
                  <a:lnTo>
                    <a:pt x="86263" y="6654"/>
                  </a:lnTo>
                  <a:lnTo>
                    <a:pt x="52098" y="56388"/>
                  </a:lnTo>
                  <a:lnTo>
                    <a:pt x="37420" y="97134"/>
                  </a:lnTo>
                  <a:lnTo>
                    <a:pt x="24743" y="146912"/>
                  </a:lnTo>
                  <a:lnTo>
                    <a:pt x="14365" y="204554"/>
                  </a:lnTo>
                  <a:lnTo>
                    <a:pt x="6583" y="268895"/>
                  </a:lnTo>
                  <a:lnTo>
                    <a:pt x="1695" y="338767"/>
                  </a:lnTo>
                  <a:lnTo>
                    <a:pt x="0" y="413003"/>
                  </a:lnTo>
                  <a:lnTo>
                    <a:pt x="1695" y="487240"/>
                  </a:lnTo>
                  <a:lnTo>
                    <a:pt x="6583" y="557112"/>
                  </a:lnTo>
                  <a:lnTo>
                    <a:pt x="14365" y="621453"/>
                  </a:lnTo>
                  <a:lnTo>
                    <a:pt x="24743" y="679095"/>
                  </a:lnTo>
                  <a:lnTo>
                    <a:pt x="37420" y="728873"/>
                  </a:lnTo>
                  <a:lnTo>
                    <a:pt x="52098" y="769619"/>
                  </a:lnTo>
                  <a:lnTo>
                    <a:pt x="86263" y="819353"/>
                  </a:lnTo>
                  <a:lnTo>
                    <a:pt x="105155" y="826008"/>
                  </a:lnTo>
                  <a:lnTo>
                    <a:pt x="548640" y="826008"/>
                  </a:lnTo>
                  <a:lnTo>
                    <a:pt x="585317" y="800168"/>
                  </a:lnTo>
                  <a:lnTo>
                    <a:pt x="616375" y="728873"/>
                  </a:lnTo>
                  <a:lnTo>
                    <a:pt x="629052" y="679095"/>
                  </a:lnTo>
                  <a:lnTo>
                    <a:pt x="639430" y="621453"/>
                  </a:lnTo>
                  <a:lnTo>
                    <a:pt x="647212" y="557112"/>
                  </a:lnTo>
                  <a:lnTo>
                    <a:pt x="652100" y="487240"/>
                  </a:lnTo>
                  <a:lnTo>
                    <a:pt x="653796" y="413003"/>
                  </a:lnTo>
                  <a:lnTo>
                    <a:pt x="652100" y="338767"/>
                  </a:lnTo>
                  <a:lnTo>
                    <a:pt x="647212" y="268895"/>
                  </a:lnTo>
                  <a:lnTo>
                    <a:pt x="639430" y="204554"/>
                  </a:lnTo>
                  <a:lnTo>
                    <a:pt x="629052" y="146912"/>
                  </a:lnTo>
                  <a:lnTo>
                    <a:pt x="616375" y="97134"/>
                  </a:lnTo>
                  <a:lnTo>
                    <a:pt x="601697" y="56388"/>
                  </a:lnTo>
                  <a:lnTo>
                    <a:pt x="567532" y="6654"/>
                  </a:lnTo>
                  <a:lnTo>
                    <a:pt x="5486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410449" y="1030986"/>
              <a:ext cx="654050" cy="826135"/>
            </a:xfrm>
            <a:custGeom>
              <a:avLst/>
              <a:gdLst/>
              <a:ahLst/>
              <a:cxnLst/>
              <a:rect l="l" t="t" r="r" b="b"/>
              <a:pathLst>
                <a:path w="654050" h="826135">
                  <a:moveTo>
                    <a:pt x="105155" y="0"/>
                  </a:moveTo>
                  <a:lnTo>
                    <a:pt x="548640" y="0"/>
                  </a:lnTo>
                  <a:lnTo>
                    <a:pt x="567532" y="6654"/>
                  </a:lnTo>
                  <a:lnTo>
                    <a:pt x="601697" y="56388"/>
                  </a:lnTo>
                  <a:lnTo>
                    <a:pt x="616375" y="97134"/>
                  </a:lnTo>
                  <a:lnTo>
                    <a:pt x="629052" y="146912"/>
                  </a:lnTo>
                  <a:lnTo>
                    <a:pt x="639430" y="204554"/>
                  </a:lnTo>
                  <a:lnTo>
                    <a:pt x="647212" y="268895"/>
                  </a:lnTo>
                  <a:lnTo>
                    <a:pt x="652100" y="338767"/>
                  </a:lnTo>
                  <a:lnTo>
                    <a:pt x="653796" y="413003"/>
                  </a:lnTo>
                  <a:lnTo>
                    <a:pt x="652100" y="487240"/>
                  </a:lnTo>
                  <a:lnTo>
                    <a:pt x="647212" y="557112"/>
                  </a:lnTo>
                  <a:lnTo>
                    <a:pt x="639430" y="621453"/>
                  </a:lnTo>
                  <a:lnTo>
                    <a:pt x="629052" y="679095"/>
                  </a:lnTo>
                  <a:lnTo>
                    <a:pt x="616375" y="728873"/>
                  </a:lnTo>
                  <a:lnTo>
                    <a:pt x="601697" y="769620"/>
                  </a:lnTo>
                  <a:lnTo>
                    <a:pt x="567532" y="819353"/>
                  </a:lnTo>
                  <a:lnTo>
                    <a:pt x="548640" y="826008"/>
                  </a:lnTo>
                  <a:lnTo>
                    <a:pt x="105155" y="826008"/>
                  </a:lnTo>
                  <a:lnTo>
                    <a:pt x="68478" y="800168"/>
                  </a:lnTo>
                  <a:lnTo>
                    <a:pt x="37420" y="728873"/>
                  </a:lnTo>
                  <a:lnTo>
                    <a:pt x="24743" y="679095"/>
                  </a:lnTo>
                  <a:lnTo>
                    <a:pt x="14365" y="621453"/>
                  </a:lnTo>
                  <a:lnTo>
                    <a:pt x="6583" y="557112"/>
                  </a:lnTo>
                  <a:lnTo>
                    <a:pt x="1695" y="487240"/>
                  </a:lnTo>
                  <a:lnTo>
                    <a:pt x="0" y="413003"/>
                  </a:lnTo>
                  <a:lnTo>
                    <a:pt x="1695" y="338767"/>
                  </a:lnTo>
                  <a:lnTo>
                    <a:pt x="6583" y="268895"/>
                  </a:lnTo>
                  <a:lnTo>
                    <a:pt x="14365" y="204554"/>
                  </a:lnTo>
                  <a:lnTo>
                    <a:pt x="24743" y="146912"/>
                  </a:lnTo>
                  <a:lnTo>
                    <a:pt x="37420" y="97134"/>
                  </a:lnTo>
                  <a:lnTo>
                    <a:pt x="52098" y="56388"/>
                  </a:lnTo>
                  <a:lnTo>
                    <a:pt x="86263" y="6654"/>
                  </a:lnTo>
                  <a:lnTo>
                    <a:pt x="105155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597520" y="1014729"/>
            <a:ext cx="2819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P3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212835" y="833627"/>
            <a:ext cx="715010" cy="1033780"/>
            <a:chOff x="8212835" y="833627"/>
            <a:chExt cx="715010" cy="1033780"/>
          </a:xfrm>
        </p:grpSpPr>
        <p:sp>
          <p:nvSpPr>
            <p:cNvPr id="16" name="object 16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583183" y="0"/>
                  </a:moveTo>
                  <a:lnTo>
                    <a:pt x="111759" y="0"/>
                  </a:lnTo>
                  <a:lnTo>
                    <a:pt x="95245" y="5493"/>
                  </a:lnTo>
                  <a:lnTo>
                    <a:pt x="64645" y="47088"/>
                  </a:lnTo>
                  <a:lnTo>
                    <a:pt x="38437" y="124275"/>
                  </a:lnTo>
                  <a:lnTo>
                    <a:pt x="27413" y="174258"/>
                  </a:lnTo>
                  <a:lnTo>
                    <a:pt x="18005" y="230788"/>
                  </a:lnTo>
                  <a:lnTo>
                    <a:pt x="10387" y="293084"/>
                  </a:lnTo>
                  <a:lnTo>
                    <a:pt x="4731" y="360361"/>
                  </a:lnTo>
                  <a:lnTo>
                    <a:pt x="1211" y="431838"/>
                  </a:lnTo>
                  <a:lnTo>
                    <a:pt x="0" y="506729"/>
                  </a:lnTo>
                  <a:lnTo>
                    <a:pt x="1211" y="581621"/>
                  </a:lnTo>
                  <a:lnTo>
                    <a:pt x="4731" y="653098"/>
                  </a:lnTo>
                  <a:lnTo>
                    <a:pt x="10387" y="720375"/>
                  </a:lnTo>
                  <a:lnTo>
                    <a:pt x="18005" y="782671"/>
                  </a:lnTo>
                  <a:lnTo>
                    <a:pt x="27413" y="839201"/>
                  </a:lnTo>
                  <a:lnTo>
                    <a:pt x="38437" y="889184"/>
                  </a:lnTo>
                  <a:lnTo>
                    <a:pt x="50906" y="931834"/>
                  </a:lnTo>
                  <a:lnTo>
                    <a:pt x="79482" y="992009"/>
                  </a:lnTo>
                  <a:lnTo>
                    <a:pt x="111759" y="1013460"/>
                  </a:lnTo>
                  <a:lnTo>
                    <a:pt x="583183" y="1013460"/>
                  </a:lnTo>
                  <a:lnTo>
                    <a:pt x="615461" y="992009"/>
                  </a:lnTo>
                  <a:lnTo>
                    <a:pt x="644037" y="931834"/>
                  </a:lnTo>
                  <a:lnTo>
                    <a:pt x="656506" y="889184"/>
                  </a:lnTo>
                  <a:lnTo>
                    <a:pt x="667530" y="839201"/>
                  </a:lnTo>
                  <a:lnTo>
                    <a:pt x="676938" y="782671"/>
                  </a:lnTo>
                  <a:lnTo>
                    <a:pt x="684556" y="720375"/>
                  </a:lnTo>
                  <a:lnTo>
                    <a:pt x="690212" y="653098"/>
                  </a:lnTo>
                  <a:lnTo>
                    <a:pt x="693732" y="581621"/>
                  </a:lnTo>
                  <a:lnTo>
                    <a:pt x="694943" y="506729"/>
                  </a:lnTo>
                  <a:lnTo>
                    <a:pt x="693732" y="431838"/>
                  </a:lnTo>
                  <a:lnTo>
                    <a:pt x="690212" y="360361"/>
                  </a:lnTo>
                  <a:lnTo>
                    <a:pt x="684556" y="293084"/>
                  </a:lnTo>
                  <a:lnTo>
                    <a:pt x="676938" y="230788"/>
                  </a:lnTo>
                  <a:lnTo>
                    <a:pt x="667530" y="174258"/>
                  </a:lnTo>
                  <a:lnTo>
                    <a:pt x="656506" y="124275"/>
                  </a:lnTo>
                  <a:lnTo>
                    <a:pt x="644037" y="81625"/>
                  </a:lnTo>
                  <a:lnTo>
                    <a:pt x="615461" y="2145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222741" y="843533"/>
              <a:ext cx="695325" cy="1013460"/>
            </a:xfrm>
            <a:custGeom>
              <a:avLst/>
              <a:gdLst/>
              <a:ahLst/>
              <a:cxnLst/>
              <a:rect l="l" t="t" r="r" b="b"/>
              <a:pathLst>
                <a:path w="695325" h="1013460">
                  <a:moveTo>
                    <a:pt x="111759" y="0"/>
                  </a:moveTo>
                  <a:lnTo>
                    <a:pt x="583183" y="0"/>
                  </a:lnTo>
                  <a:lnTo>
                    <a:pt x="599698" y="5493"/>
                  </a:lnTo>
                  <a:lnTo>
                    <a:pt x="630298" y="47088"/>
                  </a:lnTo>
                  <a:lnTo>
                    <a:pt x="656506" y="124275"/>
                  </a:lnTo>
                  <a:lnTo>
                    <a:pt x="667530" y="174258"/>
                  </a:lnTo>
                  <a:lnTo>
                    <a:pt x="676938" y="230788"/>
                  </a:lnTo>
                  <a:lnTo>
                    <a:pt x="684556" y="293084"/>
                  </a:lnTo>
                  <a:lnTo>
                    <a:pt x="690212" y="360361"/>
                  </a:lnTo>
                  <a:lnTo>
                    <a:pt x="693732" y="431838"/>
                  </a:lnTo>
                  <a:lnTo>
                    <a:pt x="694943" y="506729"/>
                  </a:lnTo>
                  <a:lnTo>
                    <a:pt x="693732" y="581621"/>
                  </a:lnTo>
                  <a:lnTo>
                    <a:pt x="690212" y="653098"/>
                  </a:lnTo>
                  <a:lnTo>
                    <a:pt x="684556" y="720375"/>
                  </a:lnTo>
                  <a:lnTo>
                    <a:pt x="676938" y="782671"/>
                  </a:lnTo>
                  <a:lnTo>
                    <a:pt x="667530" y="839201"/>
                  </a:lnTo>
                  <a:lnTo>
                    <a:pt x="656506" y="889184"/>
                  </a:lnTo>
                  <a:lnTo>
                    <a:pt x="644037" y="931834"/>
                  </a:lnTo>
                  <a:lnTo>
                    <a:pt x="615461" y="992009"/>
                  </a:lnTo>
                  <a:lnTo>
                    <a:pt x="583183" y="1013460"/>
                  </a:lnTo>
                  <a:lnTo>
                    <a:pt x="111759" y="1013460"/>
                  </a:lnTo>
                  <a:lnTo>
                    <a:pt x="79482" y="992009"/>
                  </a:lnTo>
                  <a:lnTo>
                    <a:pt x="50906" y="931834"/>
                  </a:lnTo>
                  <a:lnTo>
                    <a:pt x="38437" y="889184"/>
                  </a:lnTo>
                  <a:lnTo>
                    <a:pt x="27413" y="839201"/>
                  </a:lnTo>
                  <a:lnTo>
                    <a:pt x="18005" y="782671"/>
                  </a:lnTo>
                  <a:lnTo>
                    <a:pt x="10387" y="720375"/>
                  </a:lnTo>
                  <a:lnTo>
                    <a:pt x="4731" y="653098"/>
                  </a:lnTo>
                  <a:lnTo>
                    <a:pt x="1211" y="581621"/>
                  </a:lnTo>
                  <a:lnTo>
                    <a:pt x="0" y="506729"/>
                  </a:lnTo>
                  <a:lnTo>
                    <a:pt x="1211" y="431838"/>
                  </a:lnTo>
                  <a:lnTo>
                    <a:pt x="4731" y="360361"/>
                  </a:lnTo>
                  <a:lnTo>
                    <a:pt x="10387" y="293084"/>
                  </a:lnTo>
                  <a:lnTo>
                    <a:pt x="18005" y="230788"/>
                  </a:lnTo>
                  <a:lnTo>
                    <a:pt x="27413" y="174258"/>
                  </a:lnTo>
                  <a:lnTo>
                    <a:pt x="38437" y="124275"/>
                  </a:lnTo>
                  <a:lnTo>
                    <a:pt x="50906" y="81625"/>
                  </a:lnTo>
                  <a:lnTo>
                    <a:pt x="79482" y="21450"/>
                  </a:lnTo>
                  <a:lnTo>
                    <a:pt x="111759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428735" y="783463"/>
            <a:ext cx="28194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P4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9023604" y="475487"/>
            <a:ext cx="715010" cy="1391920"/>
            <a:chOff x="9023604" y="475487"/>
            <a:chExt cx="715010" cy="1391920"/>
          </a:xfrm>
        </p:grpSpPr>
        <p:sp>
          <p:nvSpPr>
            <p:cNvPr id="20" name="object 20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583184" y="0"/>
                  </a:moveTo>
                  <a:lnTo>
                    <a:pt x="111760" y="0"/>
                  </a:lnTo>
                  <a:lnTo>
                    <a:pt x="99582" y="4024"/>
                  </a:lnTo>
                  <a:lnTo>
                    <a:pt x="76435" y="34966"/>
                  </a:lnTo>
                  <a:lnTo>
                    <a:pt x="55353" y="93641"/>
                  </a:lnTo>
                  <a:lnTo>
                    <a:pt x="45756" y="132331"/>
                  </a:lnTo>
                  <a:lnTo>
                    <a:pt x="36880" y="176700"/>
                  </a:lnTo>
                  <a:lnTo>
                    <a:pt x="28793" y="226326"/>
                  </a:lnTo>
                  <a:lnTo>
                    <a:pt x="21563" y="280793"/>
                  </a:lnTo>
                  <a:lnTo>
                    <a:pt x="15258" y="339682"/>
                  </a:lnTo>
                  <a:lnTo>
                    <a:pt x="9947" y="402574"/>
                  </a:lnTo>
                  <a:lnTo>
                    <a:pt x="5697" y="469050"/>
                  </a:lnTo>
                  <a:lnTo>
                    <a:pt x="2577" y="538692"/>
                  </a:lnTo>
                  <a:lnTo>
                    <a:pt x="655" y="611082"/>
                  </a:lnTo>
                  <a:lnTo>
                    <a:pt x="0" y="685800"/>
                  </a:lnTo>
                  <a:lnTo>
                    <a:pt x="655" y="760517"/>
                  </a:lnTo>
                  <a:lnTo>
                    <a:pt x="2577" y="832907"/>
                  </a:lnTo>
                  <a:lnTo>
                    <a:pt x="5697" y="902549"/>
                  </a:lnTo>
                  <a:lnTo>
                    <a:pt x="9947" y="969025"/>
                  </a:lnTo>
                  <a:lnTo>
                    <a:pt x="15258" y="1031917"/>
                  </a:lnTo>
                  <a:lnTo>
                    <a:pt x="21563" y="1090806"/>
                  </a:lnTo>
                  <a:lnTo>
                    <a:pt x="28793" y="1145273"/>
                  </a:lnTo>
                  <a:lnTo>
                    <a:pt x="36880" y="1194899"/>
                  </a:lnTo>
                  <a:lnTo>
                    <a:pt x="45756" y="1239268"/>
                  </a:lnTo>
                  <a:lnTo>
                    <a:pt x="55353" y="1277958"/>
                  </a:lnTo>
                  <a:lnTo>
                    <a:pt x="76435" y="1336633"/>
                  </a:lnTo>
                  <a:lnTo>
                    <a:pt x="99582" y="1367575"/>
                  </a:lnTo>
                  <a:lnTo>
                    <a:pt x="111760" y="1371600"/>
                  </a:lnTo>
                  <a:lnTo>
                    <a:pt x="583184" y="1371600"/>
                  </a:lnTo>
                  <a:lnTo>
                    <a:pt x="618508" y="1336633"/>
                  </a:lnTo>
                  <a:lnTo>
                    <a:pt x="639590" y="1277958"/>
                  </a:lnTo>
                  <a:lnTo>
                    <a:pt x="649187" y="1239268"/>
                  </a:lnTo>
                  <a:lnTo>
                    <a:pt x="658063" y="1194899"/>
                  </a:lnTo>
                  <a:lnTo>
                    <a:pt x="666150" y="1145273"/>
                  </a:lnTo>
                  <a:lnTo>
                    <a:pt x="673380" y="1090806"/>
                  </a:lnTo>
                  <a:lnTo>
                    <a:pt x="679685" y="1031917"/>
                  </a:lnTo>
                  <a:lnTo>
                    <a:pt x="684996" y="969025"/>
                  </a:lnTo>
                  <a:lnTo>
                    <a:pt x="689246" y="902549"/>
                  </a:lnTo>
                  <a:lnTo>
                    <a:pt x="692366" y="832907"/>
                  </a:lnTo>
                  <a:lnTo>
                    <a:pt x="694288" y="760517"/>
                  </a:lnTo>
                  <a:lnTo>
                    <a:pt x="694944" y="685800"/>
                  </a:lnTo>
                  <a:lnTo>
                    <a:pt x="694288" y="611082"/>
                  </a:lnTo>
                  <a:lnTo>
                    <a:pt x="692366" y="538692"/>
                  </a:lnTo>
                  <a:lnTo>
                    <a:pt x="689246" y="469050"/>
                  </a:lnTo>
                  <a:lnTo>
                    <a:pt x="684996" y="402574"/>
                  </a:lnTo>
                  <a:lnTo>
                    <a:pt x="679685" y="339682"/>
                  </a:lnTo>
                  <a:lnTo>
                    <a:pt x="673380" y="280793"/>
                  </a:lnTo>
                  <a:lnTo>
                    <a:pt x="666150" y="226326"/>
                  </a:lnTo>
                  <a:lnTo>
                    <a:pt x="658063" y="176700"/>
                  </a:lnTo>
                  <a:lnTo>
                    <a:pt x="649187" y="132331"/>
                  </a:lnTo>
                  <a:lnTo>
                    <a:pt x="639590" y="93641"/>
                  </a:lnTo>
                  <a:lnTo>
                    <a:pt x="618508" y="34966"/>
                  </a:lnTo>
                  <a:lnTo>
                    <a:pt x="595361" y="402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9033510" y="485393"/>
              <a:ext cx="695325" cy="1371600"/>
            </a:xfrm>
            <a:custGeom>
              <a:avLst/>
              <a:gdLst/>
              <a:ahLst/>
              <a:cxnLst/>
              <a:rect l="l" t="t" r="r" b="b"/>
              <a:pathLst>
                <a:path w="695325" h="1371600">
                  <a:moveTo>
                    <a:pt x="111760" y="0"/>
                  </a:moveTo>
                  <a:lnTo>
                    <a:pt x="583184" y="0"/>
                  </a:lnTo>
                  <a:lnTo>
                    <a:pt x="595361" y="4024"/>
                  </a:lnTo>
                  <a:lnTo>
                    <a:pt x="618508" y="34966"/>
                  </a:lnTo>
                  <a:lnTo>
                    <a:pt x="639590" y="93641"/>
                  </a:lnTo>
                  <a:lnTo>
                    <a:pt x="649187" y="132331"/>
                  </a:lnTo>
                  <a:lnTo>
                    <a:pt x="658063" y="176700"/>
                  </a:lnTo>
                  <a:lnTo>
                    <a:pt x="666150" y="226326"/>
                  </a:lnTo>
                  <a:lnTo>
                    <a:pt x="673380" y="280793"/>
                  </a:lnTo>
                  <a:lnTo>
                    <a:pt x="679685" y="339682"/>
                  </a:lnTo>
                  <a:lnTo>
                    <a:pt x="684996" y="402574"/>
                  </a:lnTo>
                  <a:lnTo>
                    <a:pt x="689246" y="469050"/>
                  </a:lnTo>
                  <a:lnTo>
                    <a:pt x="692366" y="538692"/>
                  </a:lnTo>
                  <a:lnTo>
                    <a:pt x="694288" y="611082"/>
                  </a:lnTo>
                  <a:lnTo>
                    <a:pt x="694944" y="685800"/>
                  </a:lnTo>
                  <a:lnTo>
                    <a:pt x="694288" y="760517"/>
                  </a:lnTo>
                  <a:lnTo>
                    <a:pt x="692366" y="832907"/>
                  </a:lnTo>
                  <a:lnTo>
                    <a:pt x="689246" y="902549"/>
                  </a:lnTo>
                  <a:lnTo>
                    <a:pt x="684996" y="969025"/>
                  </a:lnTo>
                  <a:lnTo>
                    <a:pt x="679685" y="1031917"/>
                  </a:lnTo>
                  <a:lnTo>
                    <a:pt x="673380" y="1090806"/>
                  </a:lnTo>
                  <a:lnTo>
                    <a:pt x="666150" y="1145273"/>
                  </a:lnTo>
                  <a:lnTo>
                    <a:pt x="658063" y="1194899"/>
                  </a:lnTo>
                  <a:lnTo>
                    <a:pt x="649187" y="1239268"/>
                  </a:lnTo>
                  <a:lnTo>
                    <a:pt x="639590" y="1277958"/>
                  </a:lnTo>
                  <a:lnTo>
                    <a:pt x="618508" y="1336633"/>
                  </a:lnTo>
                  <a:lnTo>
                    <a:pt x="595361" y="1367575"/>
                  </a:lnTo>
                  <a:lnTo>
                    <a:pt x="583184" y="1371600"/>
                  </a:lnTo>
                  <a:lnTo>
                    <a:pt x="111760" y="1371600"/>
                  </a:lnTo>
                  <a:lnTo>
                    <a:pt x="76435" y="1336633"/>
                  </a:lnTo>
                  <a:lnTo>
                    <a:pt x="55353" y="1277958"/>
                  </a:lnTo>
                  <a:lnTo>
                    <a:pt x="45756" y="1239268"/>
                  </a:lnTo>
                  <a:lnTo>
                    <a:pt x="36880" y="1194899"/>
                  </a:lnTo>
                  <a:lnTo>
                    <a:pt x="28793" y="1145273"/>
                  </a:lnTo>
                  <a:lnTo>
                    <a:pt x="21563" y="1090806"/>
                  </a:lnTo>
                  <a:lnTo>
                    <a:pt x="15258" y="1031917"/>
                  </a:lnTo>
                  <a:lnTo>
                    <a:pt x="9947" y="969025"/>
                  </a:lnTo>
                  <a:lnTo>
                    <a:pt x="5697" y="902549"/>
                  </a:lnTo>
                  <a:lnTo>
                    <a:pt x="2577" y="832907"/>
                  </a:lnTo>
                  <a:lnTo>
                    <a:pt x="655" y="760517"/>
                  </a:lnTo>
                  <a:lnTo>
                    <a:pt x="0" y="685800"/>
                  </a:lnTo>
                  <a:lnTo>
                    <a:pt x="655" y="611082"/>
                  </a:lnTo>
                  <a:lnTo>
                    <a:pt x="2577" y="538692"/>
                  </a:lnTo>
                  <a:lnTo>
                    <a:pt x="5697" y="469050"/>
                  </a:lnTo>
                  <a:lnTo>
                    <a:pt x="9947" y="402574"/>
                  </a:lnTo>
                  <a:lnTo>
                    <a:pt x="15258" y="339682"/>
                  </a:lnTo>
                  <a:lnTo>
                    <a:pt x="21563" y="280793"/>
                  </a:lnTo>
                  <a:lnTo>
                    <a:pt x="28793" y="226326"/>
                  </a:lnTo>
                  <a:lnTo>
                    <a:pt x="36880" y="176700"/>
                  </a:lnTo>
                  <a:lnTo>
                    <a:pt x="45756" y="132331"/>
                  </a:lnTo>
                  <a:lnTo>
                    <a:pt x="55353" y="93641"/>
                  </a:lnTo>
                  <a:lnTo>
                    <a:pt x="76435" y="34966"/>
                  </a:lnTo>
                  <a:lnTo>
                    <a:pt x="99582" y="402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9240139" y="467105"/>
            <a:ext cx="28257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Gothic Uralic"/>
                <a:cs typeface="Gothic Uralic"/>
              </a:rPr>
              <a:t>P1  P2  P3  </a:t>
            </a:r>
            <a:r>
              <a:rPr sz="1800" b="1" dirty="0">
                <a:solidFill>
                  <a:srgbClr val="FF0000"/>
                </a:solidFill>
                <a:latin typeface="Gothic Uralic"/>
                <a:cs typeface="Gothic Uralic"/>
              </a:rPr>
              <a:t>P4  </a:t>
            </a:r>
            <a:r>
              <a:rPr sz="1800" b="1" dirty="0">
                <a:latin typeface="Gothic Uralic"/>
                <a:cs typeface="Gothic Uralic"/>
              </a:rPr>
              <a:t>P5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9852659" y="237743"/>
            <a:ext cx="715010" cy="1629410"/>
            <a:chOff x="9852659" y="237743"/>
            <a:chExt cx="715010" cy="1629410"/>
          </a:xfrm>
        </p:grpSpPr>
        <p:sp>
          <p:nvSpPr>
            <p:cNvPr id="24" name="object 24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583183" y="0"/>
                  </a:moveTo>
                  <a:lnTo>
                    <a:pt x="111759" y="0"/>
                  </a:lnTo>
                  <a:lnTo>
                    <a:pt x="100996" y="3683"/>
                  </a:lnTo>
                  <a:lnTo>
                    <a:pt x="70631" y="56243"/>
                  </a:lnTo>
                  <a:lnTo>
                    <a:pt x="52459" y="122500"/>
                  </a:lnTo>
                  <a:lnTo>
                    <a:pt x="44135" y="163981"/>
                  </a:lnTo>
                  <a:lnTo>
                    <a:pt x="36382" y="210581"/>
                  </a:lnTo>
                  <a:lnTo>
                    <a:pt x="29246" y="261963"/>
                  </a:lnTo>
                  <a:lnTo>
                    <a:pt x="22774" y="317789"/>
                  </a:lnTo>
                  <a:lnTo>
                    <a:pt x="17013" y="377722"/>
                  </a:lnTo>
                  <a:lnTo>
                    <a:pt x="12009" y="441424"/>
                  </a:lnTo>
                  <a:lnTo>
                    <a:pt x="7811" y="508559"/>
                  </a:lnTo>
                  <a:lnTo>
                    <a:pt x="4464" y="578788"/>
                  </a:lnTo>
                  <a:lnTo>
                    <a:pt x="2015" y="651775"/>
                  </a:lnTo>
                  <a:lnTo>
                    <a:pt x="511" y="727182"/>
                  </a:lnTo>
                  <a:lnTo>
                    <a:pt x="0" y="804672"/>
                  </a:lnTo>
                  <a:lnTo>
                    <a:pt x="511" y="882161"/>
                  </a:lnTo>
                  <a:lnTo>
                    <a:pt x="2015" y="957568"/>
                  </a:lnTo>
                  <a:lnTo>
                    <a:pt x="4464" y="1030555"/>
                  </a:lnTo>
                  <a:lnTo>
                    <a:pt x="7811" y="1100784"/>
                  </a:lnTo>
                  <a:lnTo>
                    <a:pt x="12009" y="1167919"/>
                  </a:lnTo>
                  <a:lnTo>
                    <a:pt x="17013" y="1231621"/>
                  </a:lnTo>
                  <a:lnTo>
                    <a:pt x="22774" y="1291554"/>
                  </a:lnTo>
                  <a:lnTo>
                    <a:pt x="29246" y="1347380"/>
                  </a:lnTo>
                  <a:lnTo>
                    <a:pt x="36382" y="1398762"/>
                  </a:lnTo>
                  <a:lnTo>
                    <a:pt x="44135" y="1445362"/>
                  </a:lnTo>
                  <a:lnTo>
                    <a:pt x="52459" y="1486843"/>
                  </a:lnTo>
                  <a:lnTo>
                    <a:pt x="70631" y="1553100"/>
                  </a:lnTo>
                  <a:lnTo>
                    <a:pt x="90523" y="1594833"/>
                  </a:lnTo>
                  <a:lnTo>
                    <a:pt x="111759" y="1609344"/>
                  </a:lnTo>
                  <a:lnTo>
                    <a:pt x="583183" y="1609344"/>
                  </a:lnTo>
                  <a:lnTo>
                    <a:pt x="614557" y="1577200"/>
                  </a:lnTo>
                  <a:lnTo>
                    <a:pt x="633636" y="1522868"/>
                  </a:lnTo>
                  <a:lnTo>
                    <a:pt x="650808" y="1445362"/>
                  </a:lnTo>
                  <a:lnTo>
                    <a:pt x="658561" y="1398762"/>
                  </a:lnTo>
                  <a:lnTo>
                    <a:pt x="665697" y="1347380"/>
                  </a:lnTo>
                  <a:lnTo>
                    <a:pt x="672169" y="1291554"/>
                  </a:lnTo>
                  <a:lnTo>
                    <a:pt x="677930" y="1231621"/>
                  </a:lnTo>
                  <a:lnTo>
                    <a:pt x="682934" y="1167919"/>
                  </a:lnTo>
                  <a:lnTo>
                    <a:pt x="687132" y="1100784"/>
                  </a:lnTo>
                  <a:lnTo>
                    <a:pt x="690479" y="1030555"/>
                  </a:lnTo>
                  <a:lnTo>
                    <a:pt x="692928" y="957568"/>
                  </a:lnTo>
                  <a:lnTo>
                    <a:pt x="694432" y="882161"/>
                  </a:lnTo>
                  <a:lnTo>
                    <a:pt x="694943" y="804672"/>
                  </a:lnTo>
                  <a:lnTo>
                    <a:pt x="694432" y="727182"/>
                  </a:lnTo>
                  <a:lnTo>
                    <a:pt x="692928" y="651775"/>
                  </a:lnTo>
                  <a:lnTo>
                    <a:pt x="690479" y="578788"/>
                  </a:lnTo>
                  <a:lnTo>
                    <a:pt x="687132" y="508559"/>
                  </a:lnTo>
                  <a:lnTo>
                    <a:pt x="682934" y="441424"/>
                  </a:lnTo>
                  <a:lnTo>
                    <a:pt x="677930" y="377722"/>
                  </a:lnTo>
                  <a:lnTo>
                    <a:pt x="672169" y="317789"/>
                  </a:lnTo>
                  <a:lnTo>
                    <a:pt x="665697" y="261963"/>
                  </a:lnTo>
                  <a:lnTo>
                    <a:pt x="658561" y="210581"/>
                  </a:lnTo>
                  <a:lnTo>
                    <a:pt x="650808" y="163981"/>
                  </a:lnTo>
                  <a:lnTo>
                    <a:pt x="642484" y="122500"/>
                  </a:lnTo>
                  <a:lnTo>
                    <a:pt x="624312" y="56243"/>
                  </a:lnTo>
                  <a:lnTo>
                    <a:pt x="604420" y="14510"/>
                  </a:lnTo>
                  <a:lnTo>
                    <a:pt x="58318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9862565" y="247649"/>
              <a:ext cx="695325" cy="1609725"/>
            </a:xfrm>
            <a:custGeom>
              <a:avLst/>
              <a:gdLst/>
              <a:ahLst/>
              <a:cxnLst/>
              <a:rect l="l" t="t" r="r" b="b"/>
              <a:pathLst>
                <a:path w="695325" h="1609725">
                  <a:moveTo>
                    <a:pt x="111759" y="0"/>
                  </a:moveTo>
                  <a:lnTo>
                    <a:pt x="583183" y="0"/>
                  </a:lnTo>
                  <a:lnTo>
                    <a:pt x="593947" y="3683"/>
                  </a:lnTo>
                  <a:lnTo>
                    <a:pt x="624312" y="56243"/>
                  </a:lnTo>
                  <a:lnTo>
                    <a:pt x="642484" y="122500"/>
                  </a:lnTo>
                  <a:lnTo>
                    <a:pt x="650808" y="163981"/>
                  </a:lnTo>
                  <a:lnTo>
                    <a:pt x="658561" y="210581"/>
                  </a:lnTo>
                  <a:lnTo>
                    <a:pt x="665697" y="261963"/>
                  </a:lnTo>
                  <a:lnTo>
                    <a:pt x="672169" y="317789"/>
                  </a:lnTo>
                  <a:lnTo>
                    <a:pt x="677930" y="377722"/>
                  </a:lnTo>
                  <a:lnTo>
                    <a:pt x="682934" y="441424"/>
                  </a:lnTo>
                  <a:lnTo>
                    <a:pt x="687132" y="508559"/>
                  </a:lnTo>
                  <a:lnTo>
                    <a:pt x="690479" y="578788"/>
                  </a:lnTo>
                  <a:lnTo>
                    <a:pt x="692928" y="651775"/>
                  </a:lnTo>
                  <a:lnTo>
                    <a:pt x="694432" y="727182"/>
                  </a:lnTo>
                  <a:lnTo>
                    <a:pt x="694943" y="804672"/>
                  </a:lnTo>
                  <a:lnTo>
                    <a:pt x="694432" y="882161"/>
                  </a:lnTo>
                  <a:lnTo>
                    <a:pt x="692928" y="957568"/>
                  </a:lnTo>
                  <a:lnTo>
                    <a:pt x="690479" y="1030555"/>
                  </a:lnTo>
                  <a:lnTo>
                    <a:pt x="687132" y="1100784"/>
                  </a:lnTo>
                  <a:lnTo>
                    <a:pt x="682934" y="1167919"/>
                  </a:lnTo>
                  <a:lnTo>
                    <a:pt x="677930" y="1231621"/>
                  </a:lnTo>
                  <a:lnTo>
                    <a:pt x="672169" y="1291554"/>
                  </a:lnTo>
                  <a:lnTo>
                    <a:pt x="665697" y="1347380"/>
                  </a:lnTo>
                  <a:lnTo>
                    <a:pt x="658561" y="1398762"/>
                  </a:lnTo>
                  <a:lnTo>
                    <a:pt x="650808" y="1445362"/>
                  </a:lnTo>
                  <a:lnTo>
                    <a:pt x="642484" y="1486843"/>
                  </a:lnTo>
                  <a:lnTo>
                    <a:pt x="624312" y="1553100"/>
                  </a:lnTo>
                  <a:lnTo>
                    <a:pt x="604420" y="1594833"/>
                  </a:lnTo>
                  <a:lnTo>
                    <a:pt x="583183" y="1609344"/>
                  </a:lnTo>
                  <a:lnTo>
                    <a:pt x="111759" y="1609344"/>
                  </a:lnTo>
                  <a:lnTo>
                    <a:pt x="80386" y="1577200"/>
                  </a:lnTo>
                  <a:lnTo>
                    <a:pt x="61307" y="1522868"/>
                  </a:lnTo>
                  <a:lnTo>
                    <a:pt x="44135" y="1445362"/>
                  </a:lnTo>
                  <a:lnTo>
                    <a:pt x="36382" y="1398762"/>
                  </a:lnTo>
                  <a:lnTo>
                    <a:pt x="29246" y="1347380"/>
                  </a:lnTo>
                  <a:lnTo>
                    <a:pt x="22774" y="1291554"/>
                  </a:lnTo>
                  <a:lnTo>
                    <a:pt x="17013" y="1231621"/>
                  </a:lnTo>
                  <a:lnTo>
                    <a:pt x="12009" y="1167919"/>
                  </a:lnTo>
                  <a:lnTo>
                    <a:pt x="7811" y="1100784"/>
                  </a:lnTo>
                  <a:lnTo>
                    <a:pt x="4464" y="1030555"/>
                  </a:lnTo>
                  <a:lnTo>
                    <a:pt x="2015" y="957568"/>
                  </a:lnTo>
                  <a:lnTo>
                    <a:pt x="511" y="882161"/>
                  </a:lnTo>
                  <a:lnTo>
                    <a:pt x="0" y="804672"/>
                  </a:lnTo>
                  <a:lnTo>
                    <a:pt x="511" y="727182"/>
                  </a:lnTo>
                  <a:lnTo>
                    <a:pt x="2015" y="651775"/>
                  </a:lnTo>
                  <a:lnTo>
                    <a:pt x="4464" y="578788"/>
                  </a:lnTo>
                  <a:lnTo>
                    <a:pt x="7811" y="508559"/>
                  </a:lnTo>
                  <a:lnTo>
                    <a:pt x="12009" y="441424"/>
                  </a:lnTo>
                  <a:lnTo>
                    <a:pt x="17013" y="377722"/>
                  </a:lnTo>
                  <a:lnTo>
                    <a:pt x="22774" y="317789"/>
                  </a:lnTo>
                  <a:lnTo>
                    <a:pt x="29246" y="261963"/>
                  </a:lnTo>
                  <a:lnTo>
                    <a:pt x="36382" y="210581"/>
                  </a:lnTo>
                  <a:lnTo>
                    <a:pt x="44135" y="163981"/>
                  </a:lnTo>
                  <a:lnTo>
                    <a:pt x="52459" y="122500"/>
                  </a:lnTo>
                  <a:lnTo>
                    <a:pt x="70631" y="56243"/>
                  </a:lnTo>
                  <a:lnTo>
                    <a:pt x="90523" y="14510"/>
                  </a:lnTo>
                  <a:lnTo>
                    <a:pt x="111759" y="0"/>
                  </a:lnTo>
                  <a:close/>
                </a:path>
              </a:pathLst>
            </a:custGeom>
            <a:ln w="1981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0069448" y="211073"/>
            <a:ext cx="281940" cy="1671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Gothic Uralic"/>
                <a:cs typeface="Gothic Uralic"/>
              </a:rPr>
              <a:t>P1  P2  P3  P4  P5  </a:t>
            </a: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P6</a:t>
            </a:r>
            <a:endParaRPr sz="1800">
              <a:latin typeface="Gothic Uralic"/>
              <a:cs typeface="Gothic Ural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0663428" y="0"/>
            <a:ext cx="715010" cy="1876425"/>
            <a:chOff x="10663428" y="0"/>
            <a:chExt cx="715010" cy="1876425"/>
          </a:xfrm>
        </p:grpSpPr>
        <p:sp>
          <p:nvSpPr>
            <p:cNvPr id="28" name="object 28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583184" y="0"/>
                  </a:moveTo>
                  <a:lnTo>
                    <a:pt x="111760" y="0"/>
                  </a:lnTo>
                  <a:lnTo>
                    <a:pt x="102594" y="3076"/>
                  </a:lnTo>
                  <a:lnTo>
                    <a:pt x="76435" y="47317"/>
                  </a:lnTo>
                  <a:lnTo>
                    <a:pt x="60400" y="103596"/>
                  </a:lnTo>
                  <a:lnTo>
                    <a:pt x="45756" y="179076"/>
                  </a:lnTo>
                  <a:lnTo>
                    <a:pt x="39028" y="223418"/>
                  </a:lnTo>
                  <a:lnTo>
                    <a:pt x="32734" y="271843"/>
                  </a:lnTo>
                  <a:lnTo>
                    <a:pt x="26903" y="324113"/>
                  </a:lnTo>
                  <a:lnTo>
                    <a:pt x="21563" y="379988"/>
                  </a:lnTo>
                  <a:lnTo>
                    <a:pt x="16744" y="439229"/>
                  </a:lnTo>
                  <a:lnTo>
                    <a:pt x="12474" y="501598"/>
                  </a:lnTo>
                  <a:lnTo>
                    <a:pt x="8782" y="566856"/>
                  </a:lnTo>
                  <a:lnTo>
                    <a:pt x="5697" y="634764"/>
                  </a:lnTo>
                  <a:lnTo>
                    <a:pt x="3248" y="705082"/>
                  </a:lnTo>
                  <a:lnTo>
                    <a:pt x="1462" y="777573"/>
                  </a:lnTo>
                  <a:lnTo>
                    <a:pt x="370" y="851997"/>
                  </a:lnTo>
                  <a:lnTo>
                    <a:pt x="0" y="928116"/>
                  </a:lnTo>
                  <a:lnTo>
                    <a:pt x="370" y="1004234"/>
                  </a:lnTo>
                  <a:lnTo>
                    <a:pt x="1462" y="1078658"/>
                  </a:lnTo>
                  <a:lnTo>
                    <a:pt x="3248" y="1151149"/>
                  </a:lnTo>
                  <a:lnTo>
                    <a:pt x="5697" y="1221467"/>
                  </a:lnTo>
                  <a:lnTo>
                    <a:pt x="8782" y="1289375"/>
                  </a:lnTo>
                  <a:lnTo>
                    <a:pt x="12474" y="1354633"/>
                  </a:lnTo>
                  <a:lnTo>
                    <a:pt x="16744" y="1417002"/>
                  </a:lnTo>
                  <a:lnTo>
                    <a:pt x="21563" y="1476243"/>
                  </a:lnTo>
                  <a:lnTo>
                    <a:pt x="26903" y="1532118"/>
                  </a:lnTo>
                  <a:lnTo>
                    <a:pt x="32734" y="1584388"/>
                  </a:lnTo>
                  <a:lnTo>
                    <a:pt x="39028" y="1632813"/>
                  </a:lnTo>
                  <a:lnTo>
                    <a:pt x="45756" y="1677155"/>
                  </a:lnTo>
                  <a:lnTo>
                    <a:pt x="52890" y="1717175"/>
                  </a:lnTo>
                  <a:lnTo>
                    <a:pt x="68258" y="1783294"/>
                  </a:lnTo>
                  <a:lnTo>
                    <a:pt x="84903" y="1829257"/>
                  </a:lnTo>
                  <a:lnTo>
                    <a:pt x="111760" y="1856232"/>
                  </a:lnTo>
                  <a:lnTo>
                    <a:pt x="583184" y="1856232"/>
                  </a:lnTo>
                  <a:lnTo>
                    <a:pt x="618508" y="1808914"/>
                  </a:lnTo>
                  <a:lnTo>
                    <a:pt x="634543" y="1752635"/>
                  </a:lnTo>
                  <a:lnTo>
                    <a:pt x="649187" y="1677155"/>
                  </a:lnTo>
                  <a:lnTo>
                    <a:pt x="655915" y="1632813"/>
                  </a:lnTo>
                  <a:lnTo>
                    <a:pt x="662209" y="1584388"/>
                  </a:lnTo>
                  <a:lnTo>
                    <a:pt x="668040" y="1532118"/>
                  </a:lnTo>
                  <a:lnTo>
                    <a:pt x="673380" y="1476243"/>
                  </a:lnTo>
                  <a:lnTo>
                    <a:pt x="678199" y="1417002"/>
                  </a:lnTo>
                  <a:lnTo>
                    <a:pt x="682469" y="1354633"/>
                  </a:lnTo>
                  <a:lnTo>
                    <a:pt x="686161" y="1289375"/>
                  </a:lnTo>
                  <a:lnTo>
                    <a:pt x="689246" y="1221467"/>
                  </a:lnTo>
                  <a:lnTo>
                    <a:pt x="691695" y="1151149"/>
                  </a:lnTo>
                  <a:lnTo>
                    <a:pt x="693481" y="1078658"/>
                  </a:lnTo>
                  <a:lnTo>
                    <a:pt x="694573" y="1004234"/>
                  </a:lnTo>
                  <a:lnTo>
                    <a:pt x="694944" y="928116"/>
                  </a:lnTo>
                  <a:lnTo>
                    <a:pt x="694573" y="851997"/>
                  </a:lnTo>
                  <a:lnTo>
                    <a:pt x="693481" y="777573"/>
                  </a:lnTo>
                  <a:lnTo>
                    <a:pt x="691695" y="705082"/>
                  </a:lnTo>
                  <a:lnTo>
                    <a:pt x="689246" y="634764"/>
                  </a:lnTo>
                  <a:lnTo>
                    <a:pt x="686161" y="566856"/>
                  </a:lnTo>
                  <a:lnTo>
                    <a:pt x="682469" y="501598"/>
                  </a:lnTo>
                  <a:lnTo>
                    <a:pt x="678199" y="439229"/>
                  </a:lnTo>
                  <a:lnTo>
                    <a:pt x="673380" y="379988"/>
                  </a:lnTo>
                  <a:lnTo>
                    <a:pt x="668040" y="324113"/>
                  </a:lnTo>
                  <a:lnTo>
                    <a:pt x="662209" y="271843"/>
                  </a:lnTo>
                  <a:lnTo>
                    <a:pt x="655915" y="223418"/>
                  </a:lnTo>
                  <a:lnTo>
                    <a:pt x="649187" y="179076"/>
                  </a:lnTo>
                  <a:lnTo>
                    <a:pt x="642053" y="139056"/>
                  </a:lnTo>
                  <a:lnTo>
                    <a:pt x="626685" y="72937"/>
                  </a:lnTo>
                  <a:lnTo>
                    <a:pt x="610040" y="26974"/>
                  </a:lnTo>
                  <a:lnTo>
                    <a:pt x="5831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0673334" y="761"/>
              <a:ext cx="695325" cy="1856739"/>
            </a:xfrm>
            <a:custGeom>
              <a:avLst/>
              <a:gdLst/>
              <a:ahLst/>
              <a:cxnLst/>
              <a:rect l="l" t="t" r="r" b="b"/>
              <a:pathLst>
                <a:path w="695325" h="1856739">
                  <a:moveTo>
                    <a:pt x="111760" y="0"/>
                  </a:moveTo>
                  <a:lnTo>
                    <a:pt x="583184" y="0"/>
                  </a:lnTo>
                  <a:lnTo>
                    <a:pt x="592349" y="3076"/>
                  </a:lnTo>
                  <a:lnTo>
                    <a:pt x="618508" y="47317"/>
                  </a:lnTo>
                  <a:lnTo>
                    <a:pt x="634543" y="103596"/>
                  </a:lnTo>
                  <a:lnTo>
                    <a:pt x="649187" y="179076"/>
                  </a:lnTo>
                  <a:lnTo>
                    <a:pt x="655915" y="223418"/>
                  </a:lnTo>
                  <a:lnTo>
                    <a:pt x="662209" y="271843"/>
                  </a:lnTo>
                  <a:lnTo>
                    <a:pt x="668040" y="324113"/>
                  </a:lnTo>
                  <a:lnTo>
                    <a:pt x="673380" y="379988"/>
                  </a:lnTo>
                  <a:lnTo>
                    <a:pt x="678199" y="439229"/>
                  </a:lnTo>
                  <a:lnTo>
                    <a:pt x="682469" y="501598"/>
                  </a:lnTo>
                  <a:lnTo>
                    <a:pt x="686161" y="566856"/>
                  </a:lnTo>
                  <a:lnTo>
                    <a:pt x="689246" y="634764"/>
                  </a:lnTo>
                  <a:lnTo>
                    <a:pt x="691695" y="705082"/>
                  </a:lnTo>
                  <a:lnTo>
                    <a:pt x="693481" y="777573"/>
                  </a:lnTo>
                  <a:lnTo>
                    <a:pt x="694573" y="851997"/>
                  </a:lnTo>
                  <a:lnTo>
                    <a:pt x="694944" y="928116"/>
                  </a:lnTo>
                  <a:lnTo>
                    <a:pt x="694573" y="1004234"/>
                  </a:lnTo>
                  <a:lnTo>
                    <a:pt x="693481" y="1078658"/>
                  </a:lnTo>
                  <a:lnTo>
                    <a:pt x="691695" y="1151149"/>
                  </a:lnTo>
                  <a:lnTo>
                    <a:pt x="689246" y="1221467"/>
                  </a:lnTo>
                  <a:lnTo>
                    <a:pt x="686161" y="1289375"/>
                  </a:lnTo>
                  <a:lnTo>
                    <a:pt x="682469" y="1354633"/>
                  </a:lnTo>
                  <a:lnTo>
                    <a:pt x="678199" y="1417002"/>
                  </a:lnTo>
                  <a:lnTo>
                    <a:pt x="673380" y="1476243"/>
                  </a:lnTo>
                  <a:lnTo>
                    <a:pt x="668040" y="1532118"/>
                  </a:lnTo>
                  <a:lnTo>
                    <a:pt x="662209" y="1584388"/>
                  </a:lnTo>
                  <a:lnTo>
                    <a:pt x="655915" y="1632813"/>
                  </a:lnTo>
                  <a:lnTo>
                    <a:pt x="649187" y="1677155"/>
                  </a:lnTo>
                  <a:lnTo>
                    <a:pt x="642053" y="1717175"/>
                  </a:lnTo>
                  <a:lnTo>
                    <a:pt x="626685" y="1783294"/>
                  </a:lnTo>
                  <a:lnTo>
                    <a:pt x="610040" y="1829257"/>
                  </a:lnTo>
                  <a:lnTo>
                    <a:pt x="583184" y="1856232"/>
                  </a:lnTo>
                  <a:lnTo>
                    <a:pt x="111760" y="1856232"/>
                  </a:lnTo>
                  <a:lnTo>
                    <a:pt x="76435" y="1808914"/>
                  </a:lnTo>
                  <a:lnTo>
                    <a:pt x="60400" y="1752635"/>
                  </a:lnTo>
                  <a:lnTo>
                    <a:pt x="45756" y="1677155"/>
                  </a:lnTo>
                  <a:lnTo>
                    <a:pt x="39028" y="1632813"/>
                  </a:lnTo>
                  <a:lnTo>
                    <a:pt x="32734" y="1584388"/>
                  </a:lnTo>
                  <a:lnTo>
                    <a:pt x="26903" y="1532118"/>
                  </a:lnTo>
                  <a:lnTo>
                    <a:pt x="21563" y="1476243"/>
                  </a:lnTo>
                  <a:lnTo>
                    <a:pt x="16744" y="1417002"/>
                  </a:lnTo>
                  <a:lnTo>
                    <a:pt x="12474" y="1354633"/>
                  </a:lnTo>
                  <a:lnTo>
                    <a:pt x="8782" y="1289375"/>
                  </a:lnTo>
                  <a:lnTo>
                    <a:pt x="5697" y="1221467"/>
                  </a:lnTo>
                  <a:lnTo>
                    <a:pt x="3248" y="1151149"/>
                  </a:lnTo>
                  <a:lnTo>
                    <a:pt x="1462" y="1078658"/>
                  </a:lnTo>
                  <a:lnTo>
                    <a:pt x="370" y="1004234"/>
                  </a:lnTo>
                  <a:lnTo>
                    <a:pt x="0" y="928116"/>
                  </a:lnTo>
                  <a:lnTo>
                    <a:pt x="370" y="851997"/>
                  </a:lnTo>
                  <a:lnTo>
                    <a:pt x="1462" y="777573"/>
                  </a:lnTo>
                  <a:lnTo>
                    <a:pt x="3248" y="705082"/>
                  </a:lnTo>
                  <a:lnTo>
                    <a:pt x="5697" y="634764"/>
                  </a:lnTo>
                  <a:lnTo>
                    <a:pt x="8782" y="566856"/>
                  </a:lnTo>
                  <a:lnTo>
                    <a:pt x="12474" y="501598"/>
                  </a:lnTo>
                  <a:lnTo>
                    <a:pt x="16744" y="439229"/>
                  </a:lnTo>
                  <a:lnTo>
                    <a:pt x="21563" y="379988"/>
                  </a:lnTo>
                  <a:lnTo>
                    <a:pt x="26903" y="324113"/>
                  </a:lnTo>
                  <a:lnTo>
                    <a:pt x="32734" y="271843"/>
                  </a:lnTo>
                  <a:lnTo>
                    <a:pt x="39028" y="223418"/>
                  </a:lnTo>
                  <a:lnTo>
                    <a:pt x="45756" y="179076"/>
                  </a:lnTo>
                  <a:lnTo>
                    <a:pt x="52890" y="139056"/>
                  </a:lnTo>
                  <a:lnTo>
                    <a:pt x="68258" y="72937"/>
                  </a:lnTo>
                  <a:lnTo>
                    <a:pt x="84903" y="26974"/>
                  </a:lnTo>
                  <a:lnTo>
                    <a:pt x="111760" y="0"/>
                  </a:lnTo>
                  <a:close/>
                </a:path>
              </a:pathLst>
            </a:custGeom>
            <a:ln w="1981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879963" y="773684"/>
            <a:ext cx="281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0000"/>
                </a:solidFill>
                <a:latin typeface="Gothic Uralic"/>
                <a:cs typeface="Gothic Uralic"/>
              </a:rPr>
              <a:t>P1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853684" y="1861947"/>
            <a:ext cx="834390" cy="17145"/>
          </a:xfrm>
          <a:custGeom>
            <a:avLst/>
            <a:gdLst/>
            <a:ahLst/>
            <a:cxnLst/>
            <a:rect l="l" t="t" r="r" b="b"/>
            <a:pathLst>
              <a:path w="834390" h="17144">
                <a:moveTo>
                  <a:pt x="0" y="16636"/>
                </a:moveTo>
                <a:lnTo>
                  <a:pt x="834389" y="16636"/>
                </a:lnTo>
              </a:path>
              <a:path w="834390" h="17144">
                <a:moveTo>
                  <a:pt x="0" y="0"/>
                </a:moveTo>
                <a:lnTo>
                  <a:pt x="834389" y="0"/>
                </a:lnTo>
              </a:path>
            </a:pathLst>
          </a:custGeom>
          <a:ln w="35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927597" y="187680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68807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0775442" y="1853945"/>
            <a:ext cx="459105" cy="256540"/>
          </a:xfrm>
          <a:custGeom>
            <a:avLst/>
            <a:gdLst/>
            <a:ahLst/>
            <a:cxnLst/>
            <a:rect l="l" t="t" r="r" b="b"/>
            <a:pathLst>
              <a:path w="459104" h="256539">
                <a:moveTo>
                  <a:pt x="458724" y="0"/>
                </a:moveTo>
                <a:lnTo>
                  <a:pt x="0" y="0"/>
                </a:lnTo>
                <a:lnTo>
                  <a:pt x="0" y="256032"/>
                </a:lnTo>
                <a:lnTo>
                  <a:pt x="458724" y="256032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111233" y="1856994"/>
            <a:ext cx="459105" cy="254635"/>
          </a:xfrm>
          <a:custGeom>
            <a:avLst/>
            <a:gdLst/>
            <a:ahLst/>
            <a:cxnLst/>
            <a:rect l="l" t="t" r="r" b="b"/>
            <a:pathLst>
              <a:path w="459104" h="254635">
                <a:moveTo>
                  <a:pt x="458724" y="0"/>
                </a:moveTo>
                <a:lnTo>
                  <a:pt x="0" y="0"/>
                </a:lnTo>
                <a:lnTo>
                  <a:pt x="0" y="254508"/>
                </a:lnTo>
                <a:lnTo>
                  <a:pt x="458724" y="254508"/>
                </a:lnTo>
                <a:lnTo>
                  <a:pt x="45872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6" name="object 36"/>
          <p:cNvGraphicFramePr>
            <a:graphicFrameLocks noGrp="1"/>
          </p:cNvGraphicFramePr>
          <p:nvPr/>
        </p:nvGraphicFramePr>
        <p:xfrm>
          <a:off x="5917691" y="1850453"/>
          <a:ext cx="5438769" cy="255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847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0162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45847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683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565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45783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39089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457835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386714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481329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  <a:gridCol w="334010">
                  <a:extLst>
                    <a:ext uri="{9D8B030D-6E8A-4147-A177-3AD203B41FA5}">
                      <a16:colId xmlns="" xmlns:a16="http://schemas.microsoft.com/office/drawing/2014/main" val="20011"/>
                    </a:ext>
                  </a:extLst>
                </a:gridCol>
                <a:gridCol w="457200">
                  <a:extLst>
                    <a:ext uri="{9D8B030D-6E8A-4147-A177-3AD203B41FA5}">
                      <a16:colId xmlns="" xmlns:a16="http://schemas.microsoft.com/office/drawing/2014/main" val="20012"/>
                    </a:ext>
                  </a:extLst>
                </a:gridCol>
                <a:gridCol w="142239">
                  <a:extLst>
                    <a:ext uri="{9D8B030D-6E8A-4147-A177-3AD203B41FA5}">
                      <a16:colId xmlns="" xmlns:a16="http://schemas.microsoft.com/office/drawing/2014/main" val="20013"/>
                    </a:ext>
                  </a:extLst>
                </a:gridCol>
              </a:tblGrid>
              <a:tr h="248094">
                <a:tc>
                  <a:txBody>
                    <a:bodyPr/>
                    <a:lstStyle/>
                    <a:p>
                      <a:pPr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5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55"/>
                        </a:lnSpc>
                        <a:spcBef>
                          <a:spcPts val="10"/>
                        </a:spcBef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0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4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3495" algn="ctr">
                        <a:lnSpc>
                          <a:spcPts val="1964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539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5"/>
                        </a:lnSpc>
                      </a:pPr>
                      <a:r>
                        <a:rPr sz="1800" b="1" dirty="0">
                          <a:latin typeface="Gothic Uralic"/>
                          <a:cs typeface="Gothic Uralic"/>
                        </a:rPr>
                        <a:t>6</a:t>
                      </a:r>
                      <a:endParaRPr sz="1800">
                        <a:latin typeface="Gothic Uralic"/>
                        <a:cs typeface="Gothic Uralic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7" name="object 37"/>
          <p:cNvSpPr txBox="1"/>
          <p:nvPr/>
        </p:nvSpPr>
        <p:spPr>
          <a:xfrm>
            <a:off x="5759322" y="125983"/>
            <a:ext cx="144780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FF0000"/>
                </a:solidFill>
                <a:latin typeface="Gothic Uralic"/>
                <a:cs typeface="Gothic Uralic"/>
              </a:rPr>
              <a:t>Arrival</a:t>
            </a:r>
            <a:r>
              <a:rPr sz="2000" b="1" spc="-75" dirty="0">
                <a:solidFill>
                  <a:srgbClr val="FF0000"/>
                </a:solidFill>
                <a:latin typeface="Gothic Uralic"/>
                <a:cs typeface="Gothic Uralic"/>
              </a:rPr>
              <a:t> </a:t>
            </a:r>
            <a:r>
              <a:rPr sz="2000" b="1" dirty="0">
                <a:solidFill>
                  <a:srgbClr val="FF0000"/>
                </a:solidFill>
                <a:latin typeface="Gothic Uralic"/>
                <a:cs typeface="Gothic Uralic"/>
              </a:rPr>
              <a:t>Time</a:t>
            </a:r>
            <a:endParaRPr sz="2000">
              <a:latin typeface="Gothic Uralic"/>
              <a:cs typeface="Gothic Uralic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042153" y="819988"/>
            <a:ext cx="15494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latin typeface="Carlito"/>
                <a:cs typeface="Carlito"/>
              </a:rPr>
              <a:t>0</a:t>
            </a:r>
            <a:endParaRPr sz="2000">
              <a:latin typeface="Carlito"/>
              <a:cs typeface="Carlito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107947" y="4215129"/>
            <a:ext cx="1407160" cy="786765"/>
            <a:chOff x="1107947" y="4215129"/>
            <a:chExt cx="1407160" cy="786765"/>
          </a:xfrm>
        </p:grpSpPr>
        <p:sp>
          <p:nvSpPr>
            <p:cNvPr id="40" name="object 40"/>
            <p:cNvSpPr/>
            <p:nvPr/>
          </p:nvSpPr>
          <p:spPr>
            <a:xfrm>
              <a:off x="1107948" y="4225289"/>
              <a:ext cx="1407160" cy="776605"/>
            </a:xfrm>
            <a:custGeom>
              <a:avLst/>
              <a:gdLst/>
              <a:ahLst/>
              <a:cxnLst/>
              <a:rect l="l" t="t" r="r" b="b"/>
              <a:pathLst>
                <a:path w="1407160" h="776604">
                  <a:moveTo>
                    <a:pt x="1406652" y="278892"/>
                  </a:moveTo>
                  <a:lnTo>
                    <a:pt x="1404442" y="267906"/>
                  </a:lnTo>
                  <a:lnTo>
                    <a:pt x="1398409" y="258940"/>
                  </a:lnTo>
                  <a:lnTo>
                    <a:pt x="1389443" y="252907"/>
                  </a:lnTo>
                  <a:lnTo>
                    <a:pt x="1378458" y="250698"/>
                  </a:lnTo>
                  <a:lnTo>
                    <a:pt x="1251966" y="250698"/>
                  </a:lnTo>
                  <a:lnTo>
                    <a:pt x="1251966" y="44450"/>
                  </a:lnTo>
                  <a:lnTo>
                    <a:pt x="1248460" y="27165"/>
                  </a:lnTo>
                  <a:lnTo>
                    <a:pt x="1238923" y="13042"/>
                  </a:lnTo>
                  <a:lnTo>
                    <a:pt x="1224800" y="3505"/>
                  </a:lnTo>
                  <a:lnTo>
                    <a:pt x="1207516" y="0"/>
                  </a:lnTo>
                  <a:lnTo>
                    <a:pt x="186944" y="0"/>
                  </a:lnTo>
                  <a:lnTo>
                    <a:pt x="169646" y="3505"/>
                  </a:lnTo>
                  <a:lnTo>
                    <a:pt x="155524" y="13042"/>
                  </a:lnTo>
                  <a:lnTo>
                    <a:pt x="145986" y="27165"/>
                  </a:lnTo>
                  <a:lnTo>
                    <a:pt x="142494" y="44450"/>
                  </a:lnTo>
                  <a:lnTo>
                    <a:pt x="142494" y="250698"/>
                  </a:lnTo>
                  <a:lnTo>
                    <a:pt x="28194" y="250698"/>
                  </a:lnTo>
                  <a:lnTo>
                    <a:pt x="17208" y="252907"/>
                  </a:lnTo>
                  <a:lnTo>
                    <a:pt x="8255" y="258940"/>
                  </a:lnTo>
                  <a:lnTo>
                    <a:pt x="2209" y="267906"/>
                  </a:lnTo>
                  <a:lnTo>
                    <a:pt x="0" y="278892"/>
                  </a:lnTo>
                  <a:lnTo>
                    <a:pt x="0" y="748284"/>
                  </a:lnTo>
                  <a:lnTo>
                    <a:pt x="2209" y="759282"/>
                  </a:lnTo>
                  <a:lnTo>
                    <a:pt x="8255" y="768248"/>
                  </a:lnTo>
                  <a:lnTo>
                    <a:pt x="17208" y="774280"/>
                  </a:lnTo>
                  <a:lnTo>
                    <a:pt x="28194" y="776478"/>
                  </a:lnTo>
                  <a:lnTo>
                    <a:pt x="253746" y="776478"/>
                  </a:lnTo>
                  <a:lnTo>
                    <a:pt x="264731" y="774280"/>
                  </a:lnTo>
                  <a:lnTo>
                    <a:pt x="273697" y="768248"/>
                  </a:lnTo>
                  <a:lnTo>
                    <a:pt x="279730" y="759282"/>
                  </a:lnTo>
                  <a:lnTo>
                    <a:pt x="281940" y="748284"/>
                  </a:lnTo>
                  <a:lnTo>
                    <a:pt x="281940" y="445008"/>
                  </a:lnTo>
                  <a:lnTo>
                    <a:pt x="1124712" y="445008"/>
                  </a:lnTo>
                  <a:lnTo>
                    <a:pt x="1124712" y="748284"/>
                  </a:lnTo>
                  <a:lnTo>
                    <a:pt x="1126909" y="759282"/>
                  </a:lnTo>
                  <a:lnTo>
                    <a:pt x="1132941" y="768248"/>
                  </a:lnTo>
                  <a:lnTo>
                    <a:pt x="1141907" y="774280"/>
                  </a:lnTo>
                  <a:lnTo>
                    <a:pt x="1152906" y="776478"/>
                  </a:lnTo>
                  <a:lnTo>
                    <a:pt x="1378458" y="776478"/>
                  </a:lnTo>
                  <a:lnTo>
                    <a:pt x="1389443" y="774280"/>
                  </a:lnTo>
                  <a:lnTo>
                    <a:pt x="1398409" y="768248"/>
                  </a:lnTo>
                  <a:lnTo>
                    <a:pt x="1404442" y="759282"/>
                  </a:lnTo>
                  <a:lnTo>
                    <a:pt x="1406652" y="748284"/>
                  </a:lnTo>
                  <a:lnTo>
                    <a:pt x="1406652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250441" y="4225289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80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134262" y="4182313"/>
            <a:ext cx="1355090" cy="9182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6350" algn="ctr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60"/>
              </a:spcBef>
              <a:tabLst>
                <a:tab pos="1124585" algn="l"/>
              </a:tabLst>
            </a:pPr>
            <a:r>
              <a:rPr sz="2900" spc="-235" dirty="0">
                <a:latin typeface="Verdana"/>
                <a:cs typeface="Verdana"/>
              </a:rPr>
              <a:t>0	1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2448814" y="4227321"/>
            <a:ext cx="1274445" cy="788670"/>
            <a:chOff x="2448814" y="4227321"/>
            <a:chExt cx="1274445" cy="788670"/>
          </a:xfrm>
        </p:grpSpPr>
        <p:sp>
          <p:nvSpPr>
            <p:cNvPr id="44" name="object 44"/>
            <p:cNvSpPr/>
            <p:nvPr/>
          </p:nvSpPr>
          <p:spPr>
            <a:xfrm>
              <a:off x="2458974" y="4237481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5" h="778510">
                  <a:moveTo>
                    <a:pt x="1264158" y="278892"/>
                  </a:moveTo>
                  <a:lnTo>
                    <a:pt x="1261948" y="267906"/>
                  </a:lnTo>
                  <a:lnTo>
                    <a:pt x="1255915" y="258940"/>
                  </a:lnTo>
                  <a:lnTo>
                    <a:pt x="1246949" y="252907"/>
                  </a:lnTo>
                  <a:lnTo>
                    <a:pt x="1235964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2218" y="445008"/>
                  </a:lnTo>
                  <a:lnTo>
                    <a:pt x="982218" y="749808"/>
                  </a:lnTo>
                  <a:lnTo>
                    <a:pt x="984415" y="760806"/>
                  </a:lnTo>
                  <a:lnTo>
                    <a:pt x="990447" y="769772"/>
                  </a:lnTo>
                  <a:lnTo>
                    <a:pt x="999413" y="775804"/>
                  </a:lnTo>
                  <a:lnTo>
                    <a:pt x="1010412" y="778002"/>
                  </a:lnTo>
                  <a:lnTo>
                    <a:pt x="1235964" y="778002"/>
                  </a:lnTo>
                  <a:lnTo>
                    <a:pt x="1246949" y="775804"/>
                  </a:lnTo>
                  <a:lnTo>
                    <a:pt x="1255915" y="769772"/>
                  </a:lnTo>
                  <a:lnTo>
                    <a:pt x="1261948" y="760806"/>
                  </a:lnTo>
                  <a:lnTo>
                    <a:pt x="1264158" y="749808"/>
                  </a:lnTo>
                  <a:lnTo>
                    <a:pt x="1264158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458974" y="423748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789682" y="4195698"/>
            <a:ext cx="908685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0"/>
              </a:spcBef>
            </a:pPr>
            <a:r>
              <a:rPr sz="2900" spc="-235" dirty="0">
                <a:latin typeface="Verdana"/>
                <a:cs typeface="Verdana"/>
              </a:rPr>
              <a:t>2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657346" y="4216653"/>
            <a:ext cx="1274445" cy="786765"/>
            <a:chOff x="3657346" y="4216653"/>
            <a:chExt cx="1274445" cy="786765"/>
          </a:xfrm>
        </p:grpSpPr>
        <p:sp>
          <p:nvSpPr>
            <p:cNvPr id="48" name="object 48"/>
            <p:cNvSpPr/>
            <p:nvPr/>
          </p:nvSpPr>
          <p:spPr>
            <a:xfrm>
              <a:off x="3667506" y="4226813"/>
              <a:ext cx="1264285" cy="776605"/>
            </a:xfrm>
            <a:custGeom>
              <a:avLst/>
              <a:gdLst/>
              <a:ahLst/>
              <a:cxnLst/>
              <a:rect l="l" t="t" r="r" b="b"/>
              <a:pathLst>
                <a:path w="1264285" h="776604">
                  <a:moveTo>
                    <a:pt x="1264158" y="278765"/>
                  </a:moveTo>
                  <a:lnTo>
                    <a:pt x="1261948" y="267855"/>
                  </a:lnTo>
                  <a:lnTo>
                    <a:pt x="1255928" y="258927"/>
                  </a:lnTo>
                  <a:lnTo>
                    <a:pt x="1247000" y="252907"/>
                  </a:lnTo>
                  <a:lnTo>
                    <a:pt x="1236091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3742" y="445008"/>
                  </a:lnTo>
                  <a:lnTo>
                    <a:pt x="983742" y="748411"/>
                  </a:lnTo>
                  <a:lnTo>
                    <a:pt x="985939" y="759333"/>
                  </a:lnTo>
                  <a:lnTo>
                    <a:pt x="991958" y="768261"/>
                  </a:lnTo>
                  <a:lnTo>
                    <a:pt x="1000887" y="774280"/>
                  </a:lnTo>
                  <a:lnTo>
                    <a:pt x="1011809" y="776478"/>
                  </a:lnTo>
                  <a:lnTo>
                    <a:pt x="1236091" y="776478"/>
                  </a:lnTo>
                  <a:lnTo>
                    <a:pt x="1247013" y="774280"/>
                  </a:lnTo>
                  <a:lnTo>
                    <a:pt x="1255928" y="768261"/>
                  </a:lnTo>
                  <a:lnTo>
                    <a:pt x="1261948" y="759333"/>
                  </a:lnTo>
                  <a:lnTo>
                    <a:pt x="1264158" y="748411"/>
                  </a:lnTo>
                  <a:lnTo>
                    <a:pt x="1264158" y="278765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667506" y="4226813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3998721" y="4184396"/>
            <a:ext cx="908050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0"/>
              </a:spcBef>
            </a:pPr>
            <a:r>
              <a:rPr sz="2900" spc="-235" dirty="0">
                <a:latin typeface="Verdana"/>
                <a:cs typeface="Verdana"/>
              </a:rPr>
              <a:t>3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4914646" y="4212082"/>
            <a:ext cx="1276350" cy="788670"/>
            <a:chOff x="4914646" y="4212082"/>
            <a:chExt cx="1276350" cy="788670"/>
          </a:xfrm>
        </p:grpSpPr>
        <p:sp>
          <p:nvSpPr>
            <p:cNvPr id="52" name="object 52"/>
            <p:cNvSpPr/>
            <p:nvPr/>
          </p:nvSpPr>
          <p:spPr>
            <a:xfrm>
              <a:off x="4924806" y="4222241"/>
              <a:ext cx="1266190" cy="778510"/>
            </a:xfrm>
            <a:custGeom>
              <a:avLst/>
              <a:gdLst/>
              <a:ahLst/>
              <a:cxnLst/>
              <a:rect l="l" t="t" r="r" b="b"/>
              <a:pathLst>
                <a:path w="1266189" h="778510">
                  <a:moveTo>
                    <a:pt x="1265682" y="278892"/>
                  </a:moveTo>
                  <a:lnTo>
                    <a:pt x="1263472" y="267906"/>
                  </a:lnTo>
                  <a:lnTo>
                    <a:pt x="1257439" y="258940"/>
                  </a:lnTo>
                  <a:lnTo>
                    <a:pt x="1248473" y="252907"/>
                  </a:lnTo>
                  <a:lnTo>
                    <a:pt x="1237488" y="250698"/>
                  </a:lnTo>
                  <a:lnTo>
                    <a:pt x="1110996" y="250698"/>
                  </a:lnTo>
                  <a:lnTo>
                    <a:pt x="1110996" y="44450"/>
                  </a:lnTo>
                  <a:lnTo>
                    <a:pt x="1107490" y="27165"/>
                  </a:lnTo>
                  <a:lnTo>
                    <a:pt x="1097953" y="13042"/>
                  </a:lnTo>
                  <a:lnTo>
                    <a:pt x="1083830" y="3505"/>
                  </a:lnTo>
                  <a:lnTo>
                    <a:pt x="1066546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3742" y="445008"/>
                  </a:lnTo>
                  <a:lnTo>
                    <a:pt x="983742" y="749808"/>
                  </a:lnTo>
                  <a:lnTo>
                    <a:pt x="985939" y="760806"/>
                  </a:lnTo>
                  <a:lnTo>
                    <a:pt x="991971" y="769772"/>
                  </a:lnTo>
                  <a:lnTo>
                    <a:pt x="1000937" y="775804"/>
                  </a:lnTo>
                  <a:lnTo>
                    <a:pt x="1011936" y="778002"/>
                  </a:lnTo>
                  <a:lnTo>
                    <a:pt x="1237488" y="778002"/>
                  </a:lnTo>
                  <a:lnTo>
                    <a:pt x="1248473" y="775804"/>
                  </a:lnTo>
                  <a:lnTo>
                    <a:pt x="1257439" y="769772"/>
                  </a:lnTo>
                  <a:lnTo>
                    <a:pt x="1263472" y="760806"/>
                  </a:lnTo>
                  <a:lnTo>
                    <a:pt x="1265682" y="749808"/>
                  </a:lnTo>
                  <a:lnTo>
                    <a:pt x="1265682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924806" y="4222242"/>
              <a:ext cx="1111250" cy="445134"/>
            </a:xfrm>
            <a:custGeom>
              <a:avLst/>
              <a:gdLst/>
              <a:ahLst/>
              <a:cxnLst/>
              <a:rect l="l" t="t" r="r" b="b"/>
              <a:pathLst>
                <a:path w="1111250" h="445135">
                  <a:moveTo>
                    <a:pt x="0" y="44449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6546" y="0"/>
                  </a:lnTo>
                  <a:lnTo>
                    <a:pt x="1083831" y="3498"/>
                  </a:lnTo>
                  <a:lnTo>
                    <a:pt x="1097962" y="13033"/>
                  </a:lnTo>
                  <a:lnTo>
                    <a:pt x="1107497" y="27164"/>
                  </a:lnTo>
                  <a:lnTo>
                    <a:pt x="1110996" y="44449"/>
                  </a:lnTo>
                  <a:lnTo>
                    <a:pt x="1110996" y="400557"/>
                  </a:lnTo>
                  <a:lnTo>
                    <a:pt x="1107497" y="417843"/>
                  </a:lnTo>
                  <a:lnTo>
                    <a:pt x="1097962" y="431974"/>
                  </a:lnTo>
                  <a:lnTo>
                    <a:pt x="1083831" y="441509"/>
                  </a:lnTo>
                  <a:lnTo>
                    <a:pt x="1066546" y="445007"/>
                  </a:lnTo>
                  <a:lnTo>
                    <a:pt x="44450" y="445007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7"/>
                  </a:lnTo>
                  <a:lnTo>
                    <a:pt x="0" y="44449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5256657" y="4179773"/>
            <a:ext cx="908685" cy="9188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P4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5"/>
              </a:spcBef>
            </a:pPr>
            <a:r>
              <a:rPr sz="2900" spc="-235" dirty="0">
                <a:latin typeface="Verdana"/>
                <a:cs typeface="Verdana"/>
              </a:rPr>
              <a:t>4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6139941" y="4196841"/>
            <a:ext cx="1274445" cy="788670"/>
            <a:chOff x="6139941" y="4196841"/>
            <a:chExt cx="1274445" cy="788670"/>
          </a:xfrm>
        </p:grpSpPr>
        <p:sp>
          <p:nvSpPr>
            <p:cNvPr id="56" name="object 56"/>
            <p:cNvSpPr/>
            <p:nvPr/>
          </p:nvSpPr>
          <p:spPr>
            <a:xfrm>
              <a:off x="6150102" y="4207001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4" h="778510">
                  <a:moveTo>
                    <a:pt x="1264158" y="278892"/>
                  </a:moveTo>
                  <a:lnTo>
                    <a:pt x="1261948" y="267906"/>
                  </a:lnTo>
                  <a:lnTo>
                    <a:pt x="1255915" y="258940"/>
                  </a:lnTo>
                  <a:lnTo>
                    <a:pt x="1246949" y="252907"/>
                  </a:lnTo>
                  <a:lnTo>
                    <a:pt x="1235964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2218" y="445008"/>
                  </a:lnTo>
                  <a:lnTo>
                    <a:pt x="982218" y="749808"/>
                  </a:lnTo>
                  <a:lnTo>
                    <a:pt x="984415" y="760806"/>
                  </a:lnTo>
                  <a:lnTo>
                    <a:pt x="990447" y="769772"/>
                  </a:lnTo>
                  <a:lnTo>
                    <a:pt x="999413" y="775804"/>
                  </a:lnTo>
                  <a:lnTo>
                    <a:pt x="1010412" y="778002"/>
                  </a:lnTo>
                  <a:lnTo>
                    <a:pt x="1235964" y="778002"/>
                  </a:lnTo>
                  <a:lnTo>
                    <a:pt x="1246949" y="775804"/>
                  </a:lnTo>
                  <a:lnTo>
                    <a:pt x="1255915" y="769772"/>
                  </a:lnTo>
                  <a:lnTo>
                    <a:pt x="1261948" y="760806"/>
                  </a:lnTo>
                  <a:lnTo>
                    <a:pt x="1264158" y="749808"/>
                  </a:lnTo>
                  <a:lnTo>
                    <a:pt x="1264158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6150101" y="420700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6481064" y="4164838"/>
            <a:ext cx="908050" cy="917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P4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65"/>
              </a:spcBef>
            </a:pPr>
            <a:r>
              <a:rPr sz="2900" spc="-235" dirty="0">
                <a:latin typeface="Verdana"/>
                <a:cs typeface="Verdana"/>
              </a:rPr>
              <a:t>5</a:t>
            </a:r>
            <a:endParaRPr sz="2900">
              <a:latin typeface="Verdana"/>
              <a:cs typeface="Verdana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375906" y="4196841"/>
            <a:ext cx="1274445" cy="788670"/>
            <a:chOff x="7375906" y="4196841"/>
            <a:chExt cx="1274445" cy="788670"/>
          </a:xfrm>
        </p:grpSpPr>
        <p:sp>
          <p:nvSpPr>
            <p:cNvPr id="60" name="object 60"/>
            <p:cNvSpPr/>
            <p:nvPr/>
          </p:nvSpPr>
          <p:spPr>
            <a:xfrm>
              <a:off x="7386066" y="4207001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4" h="778510">
                  <a:moveTo>
                    <a:pt x="1264158" y="278765"/>
                  </a:moveTo>
                  <a:lnTo>
                    <a:pt x="1261948" y="267855"/>
                  </a:lnTo>
                  <a:lnTo>
                    <a:pt x="1255928" y="258927"/>
                  </a:lnTo>
                  <a:lnTo>
                    <a:pt x="1247013" y="252907"/>
                  </a:lnTo>
                  <a:lnTo>
                    <a:pt x="1236091" y="250698"/>
                  </a:lnTo>
                  <a:lnTo>
                    <a:pt x="1109472" y="250698"/>
                  </a:lnTo>
                  <a:lnTo>
                    <a:pt x="1109472" y="44450"/>
                  </a:lnTo>
                  <a:lnTo>
                    <a:pt x="1105966" y="27165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65"/>
                  </a:lnTo>
                  <a:lnTo>
                    <a:pt x="0" y="44450"/>
                  </a:lnTo>
                  <a:lnTo>
                    <a:pt x="0" y="400558"/>
                  </a:lnTo>
                  <a:lnTo>
                    <a:pt x="3492" y="417855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3742" y="445008"/>
                  </a:lnTo>
                  <a:lnTo>
                    <a:pt x="983742" y="749935"/>
                  </a:lnTo>
                  <a:lnTo>
                    <a:pt x="985939" y="760857"/>
                  </a:lnTo>
                  <a:lnTo>
                    <a:pt x="991958" y="769785"/>
                  </a:lnTo>
                  <a:lnTo>
                    <a:pt x="1000887" y="775804"/>
                  </a:lnTo>
                  <a:lnTo>
                    <a:pt x="1011809" y="778002"/>
                  </a:lnTo>
                  <a:lnTo>
                    <a:pt x="1236091" y="778002"/>
                  </a:lnTo>
                  <a:lnTo>
                    <a:pt x="1247013" y="775804"/>
                  </a:lnTo>
                  <a:lnTo>
                    <a:pt x="1255928" y="769785"/>
                  </a:lnTo>
                  <a:lnTo>
                    <a:pt x="1261948" y="760869"/>
                  </a:lnTo>
                  <a:lnTo>
                    <a:pt x="1264158" y="749935"/>
                  </a:lnTo>
                  <a:lnTo>
                    <a:pt x="1264158" y="278765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386066" y="4207001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450"/>
                  </a:moveTo>
                  <a:lnTo>
                    <a:pt x="3498" y="27164"/>
                  </a:lnTo>
                  <a:lnTo>
                    <a:pt x="13033" y="13033"/>
                  </a:lnTo>
                  <a:lnTo>
                    <a:pt x="27164" y="3498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8"/>
                  </a:lnTo>
                  <a:lnTo>
                    <a:pt x="1096438" y="13033"/>
                  </a:lnTo>
                  <a:lnTo>
                    <a:pt x="1105973" y="27164"/>
                  </a:lnTo>
                  <a:lnTo>
                    <a:pt x="1109472" y="44450"/>
                  </a:lnTo>
                  <a:lnTo>
                    <a:pt x="1109472" y="400558"/>
                  </a:lnTo>
                  <a:lnTo>
                    <a:pt x="1105973" y="417843"/>
                  </a:lnTo>
                  <a:lnTo>
                    <a:pt x="1096438" y="431974"/>
                  </a:lnTo>
                  <a:lnTo>
                    <a:pt x="1082307" y="441509"/>
                  </a:lnTo>
                  <a:lnTo>
                    <a:pt x="1065022" y="445008"/>
                  </a:lnTo>
                  <a:lnTo>
                    <a:pt x="44450" y="445008"/>
                  </a:lnTo>
                  <a:lnTo>
                    <a:pt x="27164" y="441509"/>
                  </a:lnTo>
                  <a:lnTo>
                    <a:pt x="13033" y="431974"/>
                  </a:lnTo>
                  <a:lnTo>
                    <a:pt x="3498" y="417843"/>
                  </a:lnTo>
                  <a:lnTo>
                    <a:pt x="0" y="400558"/>
                  </a:lnTo>
                  <a:lnTo>
                    <a:pt x="0" y="4445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7717663" y="4164838"/>
            <a:ext cx="835025" cy="85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P6</a:t>
            </a:r>
            <a:endParaRPr sz="29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140"/>
              </a:spcBef>
            </a:pPr>
            <a:r>
              <a:rPr sz="2400" spc="-200" dirty="0">
                <a:latin typeface="Verdana"/>
                <a:cs typeface="Verdana"/>
              </a:rPr>
              <a:t>9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8606028" y="4175759"/>
            <a:ext cx="2486025" cy="791210"/>
            <a:chOff x="8606028" y="4175759"/>
            <a:chExt cx="2486025" cy="791210"/>
          </a:xfrm>
        </p:grpSpPr>
        <p:sp>
          <p:nvSpPr>
            <p:cNvPr id="64" name="object 64"/>
            <p:cNvSpPr/>
            <p:nvPr/>
          </p:nvSpPr>
          <p:spPr>
            <a:xfrm>
              <a:off x="8615934" y="4190237"/>
              <a:ext cx="1264285" cy="776605"/>
            </a:xfrm>
            <a:custGeom>
              <a:avLst/>
              <a:gdLst/>
              <a:ahLst/>
              <a:cxnLst/>
              <a:rect l="l" t="t" r="r" b="b"/>
              <a:pathLst>
                <a:path w="1264284" h="776604">
                  <a:moveTo>
                    <a:pt x="1264158" y="277368"/>
                  </a:moveTo>
                  <a:lnTo>
                    <a:pt x="1261948" y="266382"/>
                  </a:lnTo>
                  <a:lnTo>
                    <a:pt x="1255915" y="257416"/>
                  </a:lnTo>
                  <a:lnTo>
                    <a:pt x="1246949" y="251383"/>
                  </a:lnTo>
                  <a:lnTo>
                    <a:pt x="1235964" y="249174"/>
                  </a:lnTo>
                  <a:lnTo>
                    <a:pt x="1109472" y="249174"/>
                  </a:lnTo>
                  <a:lnTo>
                    <a:pt x="1109472" y="44323"/>
                  </a:lnTo>
                  <a:lnTo>
                    <a:pt x="1105992" y="27063"/>
                  </a:lnTo>
                  <a:lnTo>
                    <a:pt x="1096492" y="12979"/>
                  </a:lnTo>
                  <a:lnTo>
                    <a:pt x="1082408" y="3479"/>
                  </a:lnTo>
                  <a:lnTo>
                    <a:pt x="1065149" y="0"/>
                  </a:lnTo>
                  <a:lnTo>
                    <a:pt x="44323" y="0"/>
                  </a:lnTo>
                  <a:lnTo>
                    <a:pt x="27051" y="3479"/>
                  </a:lnTo>
                  <a:lnTo>
                    <a:pt x="12966" y="12979"/>
                  </a:lnTo>
                  <a:lnTo>
                    <a:pt x="3467" y="27063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67" y="416433"/>
                  </a:lnTo>
                  <a:lnTo>
                    <a:pt x="12966" y="430517"/>
                  </a:lnTo>
                  <a:lnTo>
                    <a:pt x="27051" y="440016"/>
                  </a:lnTo>
                  <a:lnTo>
                    <a:pt x="44323" y="443484"/>
                  </a:lnTo>
                  <a:lnTo>
                    <a:pt x="982218" y="443484"/>
                  </a:lnTo>
                  <a:lnTo>
                    <a:pt x="982218" y="748284"/>
                  </a:lnTo>
                  <a:lnTo>
                    <a:pt x="984415" y="759282"/>
                  </a:lnTo>
                  <a:lnTo>
                    <a:pt x="990447" y="768248"/>
                  </a:lnTo>
                  <a:lnTo>
                    <a:pt x="999413" y="774280"/>
                  </a:lnTo>
                  <a:lnTo>
                    <a:pt x="1010412" y="776478"/>
                  </a:lnTo>
                  <a:lnTo>
                    <a:pt x="1235964" y="776478"/>
                  </a:lnTo>
                  <a:lnTo>
                    <a:pt x="1246949" y="774280"/>
                  </a:lnTo>
                  <a:lnTo>
                    <a:pt x="1255915" y="768248"/>
                  </a:lnTo>
                  <a:lnTo>
                    <a:pt x="1261948" y="759282"/>
                  </a:lnTo>
                  <a:lnTo>
                    <a:pt x="1264158" y="748284"/>
                  </a:lnTo>
                  <a:lnTo>
                    <a:pt x="1264158" y="277368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8615934" y="4190237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0" y="44323"/>
                  </a:moveTo>
                  <a:lnTo>
                    <a:pt x="3478" y="27056"/>
                  </a:lnTo>
                  <a:lnTo>
                    <a:pt x="12969" y="12969"/>
                  </a:lnTo>
                  <a:lnTo>
                    <a:pt x="27056" y="3478"/>
                  </a:lnTo>
                  <a:lnTo>
                    <a:pt x="44323" y="0"/>
                  </a:lnTo>
                  <a:lnTo>
                    <a:pt x="1065149" y="0"/>
                  </a:lnTo>
                  <a:lnTo>
                    <a:pt x="1082415" y="3478"/>
                  </a:lnTo>
                  <a:lnTo>
                    <a:pt x="1096502" y="12969"/>
                  </a:lnTo>
                  <a:lnTo>
                    <a:pt x="1105993" y="27056"/>
                  </a:lnTo>
                  <a:lnTo>
                    <a:pt x="1109472" y="44323"/>
                  </a:lnTo>
                  <a:lnTo>
                    <a:pt x="1109472" y="399161"/>
                  </a:lnTo>
                  <a:lnTo>
                    <a:pt x="1105993" y="416427"/>
                  </a:lnTo>
                  <a:lnTo>
                    <a:pt x="1096502" y="430514"/>
                  </a:lnTo>
                  <a:lnTo>
                    <a:pt x="1082415" y="440005"/>
                  </a:lnTo>
                  <a:lnTo>
                    <a:pt x="1065149" y="443484"/>
                  </a:lnTo>
                  <a:lnTo>
                    <a:pt x="44323" y="443484"/>
                  </a:lnTo>
                  <a:lnTo>
                    <a:pt x="27056" y="440005"/>
                  </a:lnTo>
                  <a:lnTo>
                    <a:pt x="12969" y="430514"/>
                  </a:lnTo>
                  <a:lnTo>
                    <a:pt x="3478" y="416427"/>
                  </a:lnTo>
                  <a:lnTo>
                    <a:pt x="0" y="399161"/>
                  </a:lnTo>
                  <a:lnTo>
                    <a:pt x="0" y="44323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9825990" y="4185665"/>
              <a:ext cx="1266190" cy="776605"/>
            </a:xfrm>
            <a:custGeom>
              <a:avLst/>
              <a:gdLst/>
              <a:ahLst/>
              <a:cxnLst/>
              <a:rect l="l" t="t" r="r" b="b"/>
              <a:pathLst>
                <a:path w="1266190" h="776604">
                  <a:moveTo>
                    <a:pt x="1265682" y="277368"/>
                  </a:moveTo>
                  <a:lnTo>
                    <a:pt x="1263472" y="266382"/>
                  </a:lnTo>
                  <a:lnTo>
                    <a:pt x="1257439" y="257416"/>
                  </a:lnTo>
                  <a:lnTo>
                    <a:pt x="1248473" y="251383"/>
                  </a:lnTo>
                  <a:lnTo>
                    <a:pt x="1237488" y="249174"/>
                  </a:lnTo>
                  <a:lnTo>
                    <a:pt x="1110996" y="249174"/>
                  </a:lnTo>
                  <a:lnTo>
                    <a:pt x="1110996" y="44323"/>
                  </a:lnTo>
                  <a:lnTo>
                    <a:pt x="1107516" y="27063"/>
                  </a:lnTo>
                  <a:lnTo>
                    <a:pt x="1098016" y="12979"/>
                  </a:lnTo>
                  <a:lnTo>
                    <a:pt x="1083932" y="3479"/>
                  </a:lnTo>
                  <a:lnTo>
                    <a:pt x="1066673" y="0"/>
                  </a:lnTo>
                  <a:lnTo>
                    <a:pt x="44323" y="0"/>
                  </a:lnTo>
                  <a:lnTo>
                    <a:pt x="27051" y="3479"/>
                  </a:lnTo>
                  <a:lnTo>
                    <a:pt x="12966" y="12979"/>
                  </a:lnTo>
                  <a:lnTo>
                    <a:pt x="3467" y="27063"/>
                  </a:lnTo>
                  <a:lnTo>
                    <a:pt x="0" y="44323"/>
                  </a:lnTo>
                  <a:lnTo>
                    <a:pt x="0" y="399161"/>
                  </a:lnTo>
                  <a:lnTo>
                    <a:pt x="3467" y="416433"/>
                  </a:lnTo>
                  <a:lnTo>
                    <a:pt x="12966" y="430517"/>
                  </a:lnTo>
                  <a:lnTo>
                    <a:pt x="27051" y="440016"/>
                  </a:lnTo>
                  <a:lnTo>
                    <a:pt x="44323" y="443484"/>
                  </a:lnTo>
                  <a:lnTo>
                    <a:pt x="983742" y="443484"/>
                  </a:lnTo>
                  <a:lnTo>
                    <a:pt x="983742" y="748284"/>
                  </a:lnTo>
                  <a:lnTo>
                    <a:pt x="985939" y="759282"/>
                  </a:lnTo>
                  <a:lnTo>
                    <a:pt x="991971" y="768248"/>
                  </a:lnTo>
                  <a:lnTo>
                    <a:pt x="1000937" y="774280"/>
                  </a:lnTo>
                  <a:lnTo>
                    <a:pt x="1011936" y="776478"/>
                  </a:lnTo>
                  <a:lnTo>
                    <a:pt x="1237488" y="776478"/>
                  </a:lnTo>
                  <a:lnTo>
                    <a:pt x="1248473" y="774280"/>
                  </a:lnTo>
                  <a:lnTo>
                    <a:pt x="1257439" y="768248"/>
                  </a:lnTo>
                  <a:lnTo>
                    <a:pt x="1263472" y="759282"/>
                  </a:lnTo>
                  <a:lnTo>
                    <a:pt x="1265682" y="748284"/>
                  </a:lnTo>
                  <a:lnTo>
                    <a:pt x="1265682" y="277368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9825990" y="4185665"/>
              <a:ext cx="1111250" cy="443865"/>
            </a:xfrm>
            <a:custGeom>
              <a:avLst/>
              <a:gdLst/>
              <a:ahLst/>
              <a:cxnLst/>
              <a:rect l="l" t="t" r="r" b="b"/>
              <a:pathLst>
                <a:path w="1111250" h="443864">
                  <a:moveTo>
                    <a:pt x="0" y="44322"/>
                  </a:moveTo>
                  <a:lnTo>
                    <a:pt x="3478" y="27056"/>
                  </a:lnTo>
                  <a:lnTo>
                    <a:pt x="12969" y="12969"/>
                  </a:lnTo>
                  <a:lnTo>
                    <a:pt x="27056" y="3478"/>
                  </a:lnTo>
                  <a:lnTo>
                    <a:pt x="44323" y="0"/>
                  </a:lnTo>
                  <a:lnTo>
                    <a:pt x="1066673" y="0"/>
                  </a:lnTo>
                  <a:lnTo>
                    <a:pt x="1083939" y="3478"/>
                  </a:lnTo>
                  <a:lnTo>
                    <a:pt x="1098026" y="12969"/>
                  </a:lnTo>
                  <a:lnTo>
                    <a:pt x="1107517" y="27056"/>
                  </a:lnTo>
                  <a:lnTo>
                    <a:pt x="1110995" y="44322"/>
                  </a:lnTo>
                  <a:lnTo>
                    <a:pt x="1110995" y="399160"/>
                  </a:lnTo>
                  <a:lnTo>
                    <a:pt x="1107517" y="416427"/>
                  </a:lnTo>
                  <a:lnTo>
                    <a:pt x="1098026" y="430514"/>
                  </a:lnTo>
                  <a:lnTo>
                    <a:pt x="1083939" y="440005"/>
                  </a:lnTo>
                  <a:lnTo>
                    <a:pt x="1066673" y="443483"/>
                  </a:lnTo>
                  <a:lnTo>
                    <a:pt x="44323" y="443483"/>
                  </a:lnTo>
                  <a:lnTo>
                    <a:pt x="27056" y="440005"/>
                  </a:lnTo>
                  <a:lnTo>
                    <a:pt x="12969" y="430514"/>
                  </a:lnTo>
                  <a:lnTo>
                    <a:pt x="3478" y="416427"/>
                  </a:lnTo>
                  <a:lnTo>
                    <a:pt x="0" y="399160"/>
                  </a:lnTo>
                  <a:lnTo>
                    <a:pt x="0" y="44322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8947150" y="4147184"/>
            <a:ext cx="2129790" cy="85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3645" algn="l"/>
              </a:tabLst>
            </a:pPr>
            <a:r>
              <a:rPr sz="2900" spc="-135" dirty="0">
                <a:latin typeface="Verdana"/>
                <a:cs typeface="Verdana"/>
              </a:rPr>
              <a:t>P4	</a:t>
            </a:r>
            <a:r>
              <a:rPr sz="2900" spc="-140" dirty="0">
                <a:latin typeface="Verdana"/>
                <a:cs typeface="Verdana"/>
              </a:rPr>
              <a:t>P7</a:t>
            </a:r>
            <a:endParaRPr sz="2900">
              <a:latin typeface="Verdana"/>
              <a:cs typeface="Verdana"/>
            </a:endParaRPr>
          </a:p>
          <a:p>
            <a:pPr marL="567055">
              <a:lnSpc>
                <a:spcPct val="100000"/>
              </a:lnSpc>
              <a:spcBef>
                <a:spcPts val="140"/>
              </a:spcBef>
              <a:tabLst>
                <a:tab pos="1778000" algn="l"/>
              </a:tabLst>
            </a:pPr>
            <a:r>
              <a:rPr sz="2400" spc="-200" dirty="0">
                <a:latin typeface="Verdana"/>
                <a:cs typeface="Verdana"/>
              </a:rPr>
              <a:t>11	</a:t>
            </a:r>
            <a:r>
              <a:rPr sz="3600" spc="-300" baseline="1157" dirty="0">
                <a:latin typeface="Verdana"/>
                <a:cs typeface="Verdana"/>
              </a:rPr>
              <a:t>17</a:t>
            </a:r>
            <a:endParaRPr sz="3600" baseline="1157">
              <a:latin typeface="Verdana"/>
              <a:cs typeface="Verdana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2948685" y="5678170"/>
            <a:ext cx="1274445" cy="786765"/>
            <a:chOff x="2948685" y="5678170"/>
            <a:chExt cx="1274445" cy="786765"/>
          </a:xfrm>
        </p:grpSpPr>
        <p:sp>
          <p:nvSpPr>
            <p:cNvPr id="70" name="object 70"/>
            <p:cNvSpPr/>
            <p:nvPr/>
          </p:nvSpPr>
          <p:spPr>
            <a:xfrm>
              <a:off x="2958846" y="5688330"/>
              <a:ext cx="1264285" cy="776605"/>
            </a:xfrm>
            <a:custGeom>
              <a:avLst/>
              <a:gdLst/>
              <a:ahLst/>
              <a:cxnLst/>
              <a:rect l="l" t="t" r="r" b="b"/>
              <a:pathLst>
                <a:path w="1264285" h="776604">
                  <a:moveTo>
                    <a:pt x="1264158" y="278892"/>
                  </a:moveTo>
                  <a:lnTo>
                    <a:pt x="1261948" y="267919"/>
                  </a:lnTo>
                  <a:lnTo>
                    <a:pt x="1255915" y="258965"/>
                  </a:lnTo>
                  <a:lnTo>
                    <a:pt x="1246949" y="252920"/>
                  </a:lnTo>
                  <a:lnTo>
                    <a:pt x="1235964" y="250698"/>
                  </a:lnTo>
                  <a:lnTo>
                    <a:pt x="1109472" y="250698"/>
                  </a:lnTo>
                  <a:lnTo>
                    <a:pt x="1109472" y="44348"/>
                  </a:lnTo>
                  <a:lnTo>
                    <a:pt x="1105992" y="27089"/>
                  </a:lnTo>
                  <a:lnTo>
                    <a:pt x="1096492" y="12992"/>
                  </a:lnTo>
                  <a:lnTo>
                    <a:pt x="1082408" y="3492"/>
                  </a:lnTo>
                  <a:lnTo>
                    <a:pt x="1065149" y="0"/>
                  </a:lnTo>
                  <a:lnTo>
                    <a:pt x="44323" y="0"/>
                  </a:lnTo>
                  <a:lnTo>
                    <a:pt x="27051" y="3492"/>
                  </a:lnTo>
                  <a:lnTo>
                    <a:pt x="12966" y="12992"/>
                  </a:lnTo>
                  <a:lnTo>
                    <a:pt x="3467" y="27089"/>
                  </a:lnTo>
                  <a:lnTo>
                    <a:pt x="0" y="44348"/>
                  </a:lnTo>
                  <a:lnTo>
                    <a:pt x="0" y="399135"/>
                  </a:lnTo>
                  <a:lnTo>
                    <a:pt x="3467" y="416407"/>
                  </a:lnTo>
                  <a:lnTo>
                    <a:pt x="12966" y="430504"/>
                  </a:lnTo>
                  <a:lnTo>
                    <a:pt x="27051" y="440004"/>
                  </a:lnTo>
                  <a:lnTo>
                    <a:pt x="44323" y="443484"/>
                  </a:lnTo>
                  <a:lnTo>
                    <a:pt x="982218" y="443484"/>
                  </a:lnTo>
                  <a:lnTo>
                    <a:pt x="982218" y="748284"/>
                  </a:lnTo>
                  <a:lnTo>
                    <a:pt x="984415" y="759269"/>
                  </a:lnTo>
                  <a:lnTo>
                    <a:pt x="990447" y="768223"/>
                  </a:lnTo>
                  <a:lnTo>
                    <a:pt x="999413" y="774268"/>
                  </a:lnTo>
                  <a:lnTo>
                    <a:pt x="1010412" y="776478"/>
                  </a:lnTo>
                  <a:lnTo>
                    <a:pt x="1235964" y="776478"/>
                  </a:lnTo>
                  <a:lnTo>
                    <a:pt x="1246949" y="774268"/>
                  </a:lnTo>
                  <a:lnTo>
                    <a:pt x="1255915" y="768223"/>
                  </a:lnTo>
                  <a:lnTo>
                    <a:pt x="1261948" y="759269"/>
                  </a:lnTo>
                  <a:lnTo>
                    <a:pt x="1264158" y="748284"/>
                  </a:lnTo>
                  <a:lnTo>
                    <a:pt x="1264158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958845" y="5688330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0" y="44348"/>
                  </a:moveTo>
                  <a:lnTo>
                    <a:pt x="3478" y="27083"/>
                  </a:lnTo>
                  <a:lnTo>
                    <a:pt x="12969" y="12987"/>
                  </a:lnTo>
                  <a:lnTo>
                    <a:pt x="27056" y="3484"/>
                  </a:lnTo>
                  <a:lnTo>
                    <a:pt x="44323" y="0"/>
                  </a:lnTo>
                  <a:lnTo>
                    <a:pt x="1065149" y="0"/>
                  </a:lnTo>
                  <a:lnTo>
                    <a:pt x="1082415" y="3484"/>
                  </a:lnTo>
                  <a:lnTo>
                    <a:pt x="1096502" y="12987"/>
                  </a:lnTo>
                  <a:lnTo>
                    <a:pt x="1105993" y="27083"/>
                  </a:lnTo>
                  <a:lnTo>
                    <a:pt x="1109471" y="44348"/>
                  </a:lnTo>
                  <a:lnTo>
                    <a:pt x="1109471" y="399135"/>
                  </a:lnTo>
                  <a:lnTo>
                    <a:pt x="1105993" y="416400"/>
                  </a:lnTo>
                  <a:lnTo>
                    <a:pt x="1096502" y="430496"/>
                  </a:lnTo>
                  <a:lnTo>
                    <a:pt x="1082415" y="439999"/>
                  </a:lnTo>
                  <a:lnTo>
                    <a:pt x="1065149" y="443484"/>
                  </a:lnTo>
                  <a:lnTo>
                    <a:pt x="44323" y="443484"/>
                  </a:lnTo>
                  <a:lnTo>
                    <a:pt x="27056" y="439999"/>
                  </a:lnTo>
                  <a:lnTo>
                    <a:pt x="12969" y="430496"/>
                  </a:lnTo>
                  <a:lnTo>
                    <a:pt x="3478" y="416400"/>
                  </a:lnTo>
                  <a:lnTo>
                    <a:pt x="0" y="399135"/>
                  </a:lnTo>
                  <a:lnTo>
                    <a:pt x="0" y="44348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3289808" y="5645302"/>
            <a:ext cx="918844" cy="8521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900" spc="-140" dirty="0">
                <a:latin typeface="Verdana"/>
                <a:cs typeface="Verdana"/>
              </a:rPr>
              <a:t>P5</a:t>
            </a:r>
            <a:endParaRPr sz="2900">
              <a:latin typeface="Verdana"/>
              <a:cs typeface="Verdana"/>
            </a:endParaRPr>
          </a:p>
          <a:p>
            <a:pPr marL="567055">
              <a:lnSpc>
                <a:spcPct val="100000"/>
              </a:lnSpc>
              <a:spcBef>
                <a:spcPts val="140"/>
              </a:spcBef>
            </a:pPr>
            <a:r>
              <a:rPr sz="2400" spc="-195" dirty="0">
                <a:latin typeface="Verdana"/>
                <a:cs typeface="Verdana"/>
              </a:rPr>
              <a:t>18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4218178" y="5669026"/>
            <a:ext cx="1274445" cy="788670"/>
            <a:chOff x="4218178" y="5669026"/>
            <a:chExt cx="1274445" cy="788670"/>
          </a:xfrm>
        </p:grpSpPr>
        <p:sp>
          <p:nvSpPr>
            <p:cNvPr id="74" name="object 74"/>
            <p:cNvSpPr/>
            <p:nvPr/>
          </p:nvSpPr>
          <p:spPr>
            <a:xfrm>
              <a:off x="4228338" y="5679186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5" h="778510">
                  <a:moveTo>
                    <a:pt x="1264158" y="278892"/>
                  </a:moveTo>
                  <a:lnTo>
                    <a:pt x="1261948" y="267919"/>
                  </a:lnTo>
                  <a:lnTo>
                    <a:pt x="1255915" y="258965"/>
                  </a:lnTo>
                  <a:lnTo>
                    <a:pt x="1246949" y="252920"/>
                  </a:lnTo>
                  <a:lnTo>
                    <a:pt x="1235964" y="250698"/>
                  </a:lnTo>
                  <a:lnTo>
                    <a:pt x="1109472" y="250698"/>
                  </a:lnTo>
                  <a:lnTo>
                    <a:pt x="1109472" y="44500"/>
                  </a:lnTo>
                  <a:lnTo>
                    <a:pt x="1105966" y="27190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90"/>
                  </a:lnTo>
                  <a:lnTo>
                    <a:pt x="0" y="44500"/>
                  </a:lnTo>
                  <a:lnTo>
                    <a:pt x="0" y="400507"/>
                  </a:lnTo>
                  <a:lnTo>
                    <a:pt x="3492" y="417830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2218" y="445008"/>
                  </a:lnTo>
                  <a:lnTo>
                    <a:pt x="982218" y="749808"/>
                  </a:lnTo>
                  <a:lnTo>
                    <a:pt x="984415" y="760793"/>
                  </a:lnTo>
                  <a:lnTo>
                    <a:pt x="990447" y="769747"/>
                  </a:lnTo>
                  <a:lnTo>
                    <a:pt x="999413" y="775792"/>
                  </a:lnTo>
                  <a:lnTo>
                    <a:pt x="1010412" y="778002"/>
                  </a:lnTo>
                  <a:lnTo>
                    <a:pt x="1235964" y="778002"/>
                  </a:lnTo>
                  <a:lnTo>
                    <a:pt x="1246949" y="775792"/>
                  </a:lnTo>
                  <a:lnTo>
                    <a:pt x="1255915" y="769747"/>
                  </a:lnTo>
                  <a:lnTo>
                    <a:pt x="1261948" y="760793"/>
                  </a:lnTo>
                  <a:lnTo>
                    <a:pt x="1264158" y="749808"/>
                  </a:lnTo>
                  <a:lnTo>
                    <a:pt x="1264158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4228338" y="5679186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500"/>
                  </a:moveTo>
                  <a:lnTo>
                    <a:pt x="3498" y="27180"/>
                  </a:lnTo>
                  <a:lnTo>
                    <a:pt x="13033" y="13034"/>
                  </a:lnTo>
                  <a:lnTo>
                    <a:pt x="27164" y="3497"/>
                  </a:lnTo>
                  <a:lnTo>
                    <a:pt x="44450" y="0"/>
                  </a:lnTo>
                  <a:lnTo>
                    <a:pt x="1065022" y="0"/>
                  </a:lnTo>
                  <a:lnTo>
                    <a:pt x="1082307" y="3497"/>
                  </a:lnTo>
                  <a:lnTo>
                    <a:pt x="1096438" y="13034"/>
                  </a:lnTo>
                  <a:lnTo>
                    <a:pt x="1105973" y="27180"/>
                  </a:lnTo>
                  <a:lnTo>
                    <a:pt x="1109472" y="44500"/>
                  </a:lnTo>
                  <a:lnTo>
                    <a:pt x="1109472" y="400507"/>
                  </a:lnTo>
                  <a:lnTo>
                    <a:pt x="1105973" y="417827"/>
                  </a:lnTo>
                  <a:lnTo>
                    <a:pt x="1096438" y="431973"/>
                  </a:lnTo>
                  <a:lnTo>
                    <a:pt x="1082307" y="441510"/>
                  </a:lnTo>
                  <a:lnTo>
                    <a:pt x="1065022" y="445007"/>
                  </a:lnTo>
                  <a:lnTo>
                    <a:pt x="44450" y="445007"/>
                  </a:lnTo>
                  <a:lnTo>
                    <a:pt x="27164" y="441510"/>
                  </a:lnTo>
                  <a:lnTo>
                    <a:pt x="13033" y="431973"/>
                  </a:lnTo>
                  <a:lnTo>
                    <a:pt x="3498" y="417827"/>
                  </a:lnTo>
                  <a:lnTo>
                    <a:pt x="0" y="400507"/>
                  </a:lnTo>
                  <a:lnTo>
                    <a:pt x="0" y="4450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4559046" y="5637377"/>
            <a:ext cx="918844" cy="85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P3</a:t>
            </a:r>
            <a:endParaRPr sz="2900">
              <a:latin typeface="Verdana"/>
              <a:cs typeface="Verdana"/>
            </a:endParaRPr>
          </a:p>
          <a:p>
            <a:pPr marL="567055">
              <a:lnSpc>
                <a:spcPct val="100000"/>
              </a:lnSpc>
              <a:spcBef>
                <a:spcPts val="140"/>
              </a:spcBef>
            </a:pPr>
            <a:r>
              <a:rPr sz="2400" spc="-200" dirty="0">
                <a:latin typeface="Verdana"/>
                <a:cs typeface="Verdana"/>
              </a:rPr>
              <a:t>20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5464809" y="5667502"/>
            <a:ext cx="1274445" cy="786765"/>
            <a:chOff x="5464809" y="5667502"/>
            <a:chExt cx="1274445" cy="786765"/>
          </a:xfrm>
        </p:grpSpPr>
        <p:sp>
          <p:nvSpPr>
            <p:cNvPr id="78" name="object 78"/>
            <p:cNvSpPr/>
            <p:nvPr/>
          </p:nvSpPr>
          <p:spPr>
            <a:xfrm>
              <a:off x="5474970" y="5677662"/>
              <a:ext cx="1264285" cy="776605"/>
            </a:xfrm>
            <a:custGeom>
              <a:avLst/>
              <a:gdLst/>
              <a:ahLst/>
              <a:cxnLst/>
              <a:rect l="l" t="t" r="r" b="b"/>
              <a:pathLst>
                <a:path w="1264284" h="776604">
                  <a:moveTo>
                    <a:pt x="1264158" y="278892"/>
                  </a:moveTo>
                  <a:lnTo>
                    <a:pt x="1261948" y="267919"/>
                  </a:lnTo>
                  <a:lnTo>
                    <a:pt x="1255915" y="258965"/>
                  </a:lnTo>
                  <a:lnTo>
                    <a:pt x="1246949" y="252920"/>
                  </a:lnTo>
                  <a:lnTo>
                    <a:pt x="1235964" y="250698"/>
                  </a:lnTo>
                  <a:lnTo>
                    <a:pt x="1109472" y="250698"/>
                  </a:lnTo>
                  <a:lnTo>
                    <a:pt x="1109472" y="44348"/>
                  </a:lnTo>
                  <a:lnTo>
                    <a:pt x="1105992" y="27089"/>
                  </a:lnTo>
                  <a:lnTo>
                    <a:pt x="1096492" y="12992"/>
                  </a:lnTo>
                  <a:lnTo>
                    <a:pt x="1082408" y="3492"/>
                  </a:lnTo>
                  <a:lnTo>
                    <a:pt x="1065149" y="0"/>
                  </a:lnTo>
                  <a:lnTo>
                    <a:pt x="44323" y="0"/>
                  </a:lnTo>
                  <a:lnTo>
                    <a:pt x="27051" y="3492"/>
                  </a:lnTo>
                  <a:lnTo>
                    <a:pt x="12966" y="12992"/>
                  </a:lnTo>
                  <a:lnTo>
                    <a:pt x="3467" y="27089"/>
                  </a:lnTo>
                  <a:lnTo>
                    <a:pt x="0" y="44348"/>
                  </a:lnTo>
                  <a:lnTo>
                    <a:pt x="0" y="399135"/>
                  </a:lnTo>
                  <a:lnTo>
                    <a:pt x="3467" y="416407"/>
                  </a:lnTo>
                  <a:lnTo>
                    <a:pt x="12966" y="430504"/>
                  </a:lnTo>
                  <a:lnTo>
                    <a:pt x="27051" y="440004"/>
                  </a:lnTo>
                  <a:lnTo>
                    <a:pt x="44323" y="443484"/>
                  </a:lnTo>
                  <a:lnTo>
                    <a:pt x="982218" y="443484"/>
                  </a:lnTo>
                  <a:lnTo>
                    <a:pt x="982218" y="748284"/>
                  </a:lnTo>
                  <a:lnTo>
                    <a:pt x="984415" y="759269"/>
                  </a:lnTo>
                  <a:lnTo>
                    <a:pt x="990447" y="768223"/>
                  </a:lnTo>
                  <a:lnTo>
                    <a:pt x="999413" y="774268"/>
                  </a:lnTo>
                  <a:lnTo>
                    <a:pt x="1010412" y="776478"/>
                  </a:lnTo>
                  <a:lnTo>
                    <a:pt x="1235964" y="776478"/>
                  </a:lnTo>
                  <a:lnTo>
                    <a:pt x="1246949" y="774268"/>
                  </a:lnTo>
                  <a:lnTo>
                    <a:pt x="1255915" y="768223"/>
                  </a:lnTo>
                  <a:lnTo>
                    <a:pt x="1261948" y="759269"/>
                  </a:lnTo>
                  <a:lnTo>
                    <a:pt x="1264158" y="748284"/>
                  </a:lnTo>
                  <a:lnTo>
                    <a:pt x="1264158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5474969" y="5677662"/>
              <a:ext cx="1109980" cy="443865"/>
            </a:xfrm>
            <a:custGeom>
              <a:avLst/>
              <a:gdLst/>
              <a:ahLst/>
              <a:cxnLst/>
              <a:rect l="l" t="t" r="r" b="b"/>
              <a:pathLst>
                <a:path w="1109979" h="443864">
                  <a:moveTo>
                    <a:pt x="0" y="44348"/>
                  </a:moveTo>
                  <a:lnTo>
                    <a:pt x="3478" y="27083"/>
                  </a:lnTo>
                  <a:lnTo>
                    <a:pt x="12969" y="12987"/>
                  </a:lnTo>
                  <a:lnTo>
                    <a:pt x="27056" y="3484"/>
                  </a:lnTo>
                  <a:lnTo>
                    <a:pt x="44322" y="0"/>
                  </a:lnTo>
                  <a:lnTo>
                    <a:pt x="1065149" y="0"/>
                  </a:lnTo>
                  <a:lnTo>
                    <a:pt x="1082415" y="3484"/>
                  </a:lnTo>
                  <a:lnTo>
                    <a:pt x="1096502" y="12987"/>
                  </a:lnTo>
                  <a:lnTo>
                    <a:pt x="1105993" y="27083"/>
                  </a:lnTo>
                  <a:lnTo>
                    <a:pt x="1109472" y="44348"/>
                  </a:lnTo>
                  <a:lnTo>
                    <a:pt x="1109472" y="399135"/>
                  </a:lnTo>
                  <a:lnTo>
                    <a:pt x="1105993" y="416400"/>
                  </a:lnTo>
                  <a:lnTo>
                    <a:pt x="1096502" y="430496"/>
                  </a:lnTo>
                  <a:lnTo>
                    <a:pt x="1082415" y="439999"/>
                  </a:lnTo>
                  <a:lnTo>
                    <a:pt x="1065149" y="443483"/>
                  </a:lnTo>
                  <a:lnTo>
                    <a:pt x="44322" y="443483"/>
                  </a:lnTo>
                  <a:lnTo>
                    <a:pt x="27056" y="439999"/>
                  </a:lnTo>
                  <a:lnTo>
                    <a:pt x="12969" y="430496"/>
                  </a:lnTo>
                  <a:lnTo>
                    <a:pt x="3478" y="416400"/>
                  </a:lnTo>
                  <a:lnTo>
                    <a:pt x="0" y="399135"/>
                  </a:lnTo>
                  <a:lnTo>
                    <a:pt x="0" y="44348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5805932" y="5634939"/>
            <a:ext cx="918844" cy="85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P2</a:t>
            </a:r>
            <a:endParaRPr sz="2900">
              <a:latin typeface="Verdana"/>
              <a:cs typeface="Verdana"/>
            </a:endParaRPr>
          </a:p>
          <a:p>
            <a:pPr marL="567055">
              <a:lnSpc>
                <a:spcPct val="100000"/>
              </a:lnSpc>
              <a:spcBef>
                <a:spcPts val="145"/>
              </a:spcBef>
            </a:pPr>
            <a:r>
              <a:rPr sz="2400" spc="-200" dirty="0">
                <a:latin typeface="Verdana"/>
                <a:cs typeface="Verdana"/>
              </a:rPr>
              <a:t>21</a:t>
            </a:r>
            <a:endParaRPr sz="2400">
              <a:latin typeface="Verdana"/>
              <a:cs typeface="Verdana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6729983" y="5643371"/>
            <a:ext cx="1274445" cy="788035"/>
            <a:chOff x="6729983" y="5643371"/>
            <a:chExt cx="1274445" cy="788035"/>
          </a:xfrm>
        </p:grpSpPr>
        <p:sp>
          <p:nvSpPr>
            <p:cNvPr id="82" name="object 82"/>
            <p:cNvSpPr/>
            <p:nvPr/>
          </p:nvSpPr>
          <p:spPr>
            <a:xfrm>
              <a:off x="6739890" y="5653277"/>
              <a:ext cx="1264285" cy="778510"/>
            </a:xfrm>
            <a:custGeom>
              <a:avLst/>
              <a:gdLst/>
              <a:ahLst/>
              <a:cxnLst/>
              <a:rect l="l" t="t" r="r" b="b"/>
              <a:pathLst>
                <a:path w="1264284" h="778510">
                  <a:moveTo>
                    <a:pt x="1264158" y="278892"/>
                  </a:moveTo>
                  <a:lnTo>
                    <a:pt x="1261948" y="267919"/>
                  </a:lnTo>
                  <a:lnTo>
                    <a:pt x="1255915" y="258965"/>
                  </a:lnTo>
                  <a:lnTo>
                    <a:pt x="1246949" y="252920"/>
                  </a:lnTo>
                  <a:lnTo>
                    <a:pt x="1235964" y="250698"/>
                  </a:lnTo>
                  <a:lnTo>
                    <a:pt x="1109472" y="250698"/>
                  </a:lnTo>
                  <a:lnTo>
                    <a:pt x="1109472" y="44500"/>
                  </a:lnTo>
                  <a:lnTo>
                    <a:pt x="1105966" y="27190"/>
                  </a:lnTo>
                  <a:lnTo>
                    <a:pt x="1096429" y="13042"/>
                  </a:lnTo>
                  <a:lnTo>
                    <a:pt x="1082306" y="3505"/>
                  </a:lnTo>
                  <a:lnTo>
                    <a:pt x="1065022" y="0"/>
                  </a:lnTo>
                  <a:lnTo>
                    <a:pt x="44450" y="0"/>
                  </a:lnTo>
                  <a:lnTo>
                    <a:pt x="27152" y="3505"/>
                  </a:lnTo>
                  <a:lnTo>
                    <a:pt x="13030" y="13042"/>
                  </a:lnTo>
                  <a:lnTo>
                    <a:pt x="3492" y="27190"/>
                  </a:lnTo>
                  <a:lnTo>
                    <a:pt x="0" y="44500"/>
                  </a:lnTo>
                  <a:lnTo>
                    <a:pt x="0" y="400507"/>
                  </a:lnTo>
                  <a:lnTo>
                    <a:pt x="3492" y="417830"/>
                  </a:lnTo>
                  <a:lnTo>
                    <a:pt x="13030" y="431977"/>
                  </a:lnTo>
                  <a:lnTo>
                    <a:pt x="27152" y="441515"/>
                  </a:lnTo>
                  <a:lnTo>
                    <a:pt x="44450" y="445008"/>
                  </a:lnTo>
                  <a:lnTo>
                    <a:pt x="982218" y="445008"/>
                  </a:lnTo>
                  <a:lnTo>
                    <a:pt x="982218" y="749808"/>
                  </a:lnTo>
                  <a:lnTo>
                    <a:pt x="984415" y="760793"/>
                  </a:lnTo>
                  <a:lnTo>
                    <a:pt x="990447" y="769747"/>
                  </a:lnTo>
                  <a:lnTo>
                    <a:pt x="999413" y="775792"/>
                  </a:lnTo>
                  <a:lnTo>
                    <a:pt x="1010412" y="778002"/>
                  </a:lnTo>
                  <a:lnTo>
                    <a:pt x="1235964" y="778002"/>
                  </a:lnTo>
                  <a:lnTo>
                    <a:pt x="1246949" y="775792"/>
                  </a:lnTo>
                  <a:lnTo>
                    <a:pt x="1255915" y="769747"/>
                  </a:lnTo>
                  <a:lnTo>
                    <a:pt x="1261948" y="760793"/>
                  </a:lnTo>
                  <a:lnTo>
                    <a:pt x="1264158" y="749808"/>
                  </a:lnTo>
                  <a:lnTo>
                    <a:pt x="1264158" y="278892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6739889" y="5653277"/>
              <a:ext cx="1109980" cy="445134"/>
            </a:xfrm>
            <a:custGeom>
              <a:avLst/>
              <a:gdLst/>
              <a:ahLst/>
              <a:cxnLst/>
              <a:rect l="l" t="t" r="r" b="b"/>
              <a:pathLst>
                <a:path w="1109979" h="445135">
                  <a:moveTo>
                    <a:pt x="0" y="44500"/>
                  </a:moveTo>
                  <a:lnTo>
                    <a:pt x="3498" y="27180"/>
                  </a:lnTo>
                  <a:lnTo>
                    <a:pt x="13033" y="13034"/>
                  </a:lnTo>
                  <a:lnTo>
                    <a:pt x="27164" y="3497"/>
                  </a:lnTo>
                  <a:lnTo>
                    <a:pt x="44450" y="0"/>
                  </a:lnTo>
                  <a:lnTo>
                    <a:pt x="1065021" y="0"/>
                  </a:lnTo>
                  <a:lnTo>
                    <a:pt x="1082307" y="3497"/>
                  </a:lnTo>
                  <a:lnTo>
                    <a:pt x="1096438" y="13034"/>
                  </a:lnTo>
                  <a:lnTo>
                    <a:pt x="1105973" y="27180"/>
                  </a:lnTo>
                  <a:lnTo>
                    <a:pt x="1109471" y="44500"/>
                  </a:lnTo>
                  <a:lnTo>
                    <a:pt x="1109471" y="400507"/>
                  </a:lnTo>
                  <a:lnTo>
                    <a:pt x="1105973" y="417827"/>
                  </a:lnTo>
                  <a:lnTo>
                    <a:pt x="1096438" y="431973"/>
                  </a:lnTo>
                  <a:lnTo>
                    <a:pt x="1082307" y="441510"/>
                  </a:lnTo>
                  <a:lnTo>
                    <a:pt x="1065021" y="445008"/>
                  </a:lnTo>
                  <a:lnTo>
                    <a:pt x="44450" y="445008"/>
                  </a:lnTo>
                  <a:lnTo>
                    <a:pt x="27164" y="441510"/>
                  </a:lnTo>
                  <a:lnTo>
                    <a:pt x="13033" y="431973"/>
                  </a:lnTo>
                  <a:lnTo>
                    <a:pt x="3498" y="417827"/>
                  </a:lnTo>
                  <a:lnTo>
                    <a:pt x="0" y="400507"/>
                  </a:lnTo>
                  <a:lnTo>
                    <a:pt x="0" y="4450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4" name="object 84"/>
          <p:cNvSpPr txBox="1"/>
          <p:nvPr/>
        </p:nvSpPr>
        <p:spPr>
          <a:xfrm>
            <a:off x="7071106" y="5611164"/>
            <a:ext cx="918844" cy="851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spc="-140" dirty="0">
                <a:latin typeface="Verdana"/>
                <a:cs typeface="Verdana"/>
              </a:rPr>
              <a:t>P1</a:t>
            </a:r>
            <a:endParaRPr sz="2900">
              <a:latin typeface="Verdana"/>
              <a:cs typeface="Verdana"/>
            </a:endParaRPr>
          </a:p>
          <a:p>
            <a:pPr marL="567055">
              <a:lnSpc>
                <a:spcPct val="100000"/>
              </a:lnSpc>
              <a:spcBef>
                <a:spcPts val="145"/>
              </a:spcBef>
            </a:pPr>
            <a:r>
              <a:rPr sz="2400" spc="-195" dirty="0">
                <a:latin typeface="Verdana"/>
                <a:cs typeface="Verdana"/>
              </a:rPr>
              <a:t>24</a:t>
            </a:r>
            <a:endParaRPr sz="240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790509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48967" y="377952"/>
            <a:ext cx="239395" cy="292735"/>
          </a:xfrm>
          <a:custGeom>
            <a:avLst/>
            <a:gdLst/>
            <a:ahLst/>
            <a:cxnLst/>
            <a:rect l="l" t="t" r="r" b="b"/>
            <a:pathLst>
              <a:path w="239394" h="292734">
                <a:moveTo>
                  <a:pt x="215392" y="0"/>
                </a:moveTo>
                <a:lnTo>
                  <a:pt x="23875" y="0"/>
                </a:lnTo>
                <a:lnTo>
                  <a:pt x="14573" y="1873"/>
                </a:lnTo>
                <a:lnTo>
                  <a:pt x="6985" y="6985"/>
                </a:lnTo>
                <a:lnTo>
                  <a:pt x="1873" y="14573"/>
                </a:lnTo>
                <a:lnTo>
                  <a:pt x="0" y="23875"/>
                </a:lnTo>
                <a:lnTo>
                  <a:pt x="0" y="268732"/>
                </a:lnTo>
                <a:lnTo>
                  <a:pt x="1873" y="278034"/>
                </a:lnTo>
                <a:lnTo>
                  <a:pt x="6985" y="285623"/>
                </a:lnTo>
                <a:lnTo>
                  <a:pt x="14573" y="290734"/>
                </a:lnTo>
                <a:lnTo>
                  <a:pt x="23875" y="292608"/>
                </a:lnTo>
                <a:lnTo>
                  <a:pt x="215392" y="292608"/>
                </a:lnTo>
                <a:lnTo>
                  <a:pt x="224694" y="290734"/>
                </a:lnTo>
                <a:lnTo>
                  <a:pt x="232282" y="285623"/>
                </a:lnTo>
                <a:lnTo>
                  <a:pt x="237394" y="278034"/>
                </a:lnTo>
                <a:lnTo>
                  <a:pt x="239268" y="268732"/>
                </a:lnTo>
                <a:lnTo>
                  <a:pt x="239268" y="23875"/>
                </a:lnTo>
                <a:lnTo>
                  <a:pt x="237394" y="14573"/>
                </a:lnTo>
                <a:lnTo>
                  <a:pt x="232282" y="6985"/>
                </a:lnTo>
                <a:lnTo>
                  <a:pt x="224694" y="1873"/>
                </a:lnTo>
                <a:lnTo>
                  <a:pt x="215392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685670" y="475233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65" dirty="0"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6468" y="377952"/>
            <a:ext cx="239395" cy="292735"/>
          </a:xfrm>
          <a:custGeom>
            <a:avLst/>
            <a:gdLst/>
            <a:ahLst/>
            <a:cxnLst/>
            <a:rect l="l" t="t" r="r" b="b"/>
            <a:pathLst>
              <a:path w="239394" h="292734">
                <a:moveTo>
                  <a:pt x="215341" y="0"/>
                </a:moveTo>
                <a:lnTo>
                  <a:pt x="23926" y="0"/>
                </a:lnTo>
                <a:lnTo>
                  <a:pt x="14610" y="1873"/>
                </a:lnTo>
                <a:lnTo>
                  <a:pt x="7005" y="6985"/>
                </a:lnTo>
                <a:lnTo>
                  <a:pt x="1879" y="14573"/>
                </a:lnTo>
                <a:lnTo>
                  <a:pt x="0" y="23875"/>
                </a:lnTo>
                <a:lnTo>
                  <a:pt x="0" y="268732"/>
                </a:lnTo>
                <a:lnTo>
                  <a:pt x="1879" y="278034"/>
                </a:lnTo>
                <a:lnTo>
                  <a:pt x="7005" y="285623"/>
                </a:lnTo>
                <a:lnTo>
                  <a:pt x="14610" y="290734"/>
                </a:lnTo>
                <a:lnTo>
                  <a:pt x="23926" y="292608"/>
                </a:lnTo>
                <a:lnTo>
                  <a:pt x="215341" y="292608"/>
                </a:lnTo>
                <a:lnTo>
                  <a:pt x="224657" y="290734"/>
                </a:lnTo>
                <a:lnTo>
                  <a:pt x="232262" y="285623"/>
                </a:lnTo>
                <a:lnTo>
                  <a:pt x="237388" y="278034"/>
                </a:lnTo>
                <a:lnTo>
                  <a:pt x="239268" y="268732"/>
                </a:lnTo>
                <a:lnTo>
                  <a:pt x="239268" y="23875"/>
                </a:lnTo>
                <a:lnTo>
                  <a:pt x="237388" y="14573"/>
                </a:lnTo>
                <a:lnTo>
                  <a:pt x="232262" y="6985"/>
                </a:lnTo>
                <a:lnTo>
                  <a:pt x="224657" y="1873"/>
                </a:lnTo>
                <a:lnTo>
                  <a:pt x="215341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32840" y="475233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65" dirty="0">
                <a:latin typeface="Verdana"/>
                <a:cs typeface="Verdana"/>
              </a:rPr>
              <a:t>0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05941" y="229870"/>
            <a:ext cx="960755" cy="267335"/>
            <a:chOff x="805941" y="229870"/>
            <a:chExt cx="960755" cy="267335"/>
          </a:xfrm>
        </p:grpSpPr>
        <p:sp>
          <p:nvSpPr>
            <p:cNvPr id="7" name="object 7"/>
            <p:cNvSpPr/>
            <p:nvPr/>
          </p:nvSpPr>
          <p:spPr>
            <a:xfrm>
              <a:off x="816101" y="240030"/>
              <a:ext cx="940435" cy="247015"/>
            </a:xfrm>
            <a:custGeom>
              <a:avLst/>
              <a:gdLst/>
              <a:ahLst/>
              <a:cxnLst/>
              <a:rect l="l" t="t" r="r" b="b"/>
              <a:pathLst>
                <a:path w="940435" h="247015">
                  <a:moveTo>
                    <a:pt x="915670" y="0"/>
                  </a:moveTo>
                  <a:lnTo>
                    <a:pt x="24688" y="0"/>
                  </a:lnTo>
                  <a:lnTo>
                    <a:pt x="15076" y="1938"/>
                  </a:lnTo>
                  <a:lnTo>
                    <a:pt x="7229" y="7223"/>
                  </a:lnTo>
                  <a:lnTo>
                    <a:pt x="1939" y="15055"/>
                  </a:lnTo>
                  <a:lnTo>
                    <a:pt x="0" y="24638"/>
                  </a:lnTo>
                  <a:lnTo>
                    <a:pt x="0" y="222250"/>
                  </a:lnTo>
                  <a:lnTo>
                    <a:pt x="1939" y="231832"/>
                  </a:lnTo>
                  <a:lnTo>
                    <a:pt x="7229" y="239664"/>
                  </a:lnTo>
                  <a:lnTo>
                    <a:pt x="15076" y="244949"/>
                  </a:lnTo>
                  <a:lnTo>
                    <a:pt x="24688" y="246887"/>
                  </a:lnTo>
                  <a:lnTo>
                    <a:pt x="915670" y="246887"/>
                  </a:lnTo>
                  <a:lnTo>
                    <a:pt x="925252" y="244949"/>
                  </a:lnTo>
                  <a:lnTo>
                    <a:pt x="933084" y="239664"/>
                  </a:lnTo>
                  <a:lnTo>
                    <a:pt x="938369" y="231832"/>
                  </a:lnTo>
                  <a:lnTo>
                    <a:pt x="940308" y="222250"/>
                  </a:lnTo>
                  <a:lnTo>
                    <a:pt x="940308" y="24638"/>
                  </a:lnTo>
                  <a:lnTo>
                    <a:pt x="938369" y="15055"/>
                  </a:lnTo>
                  <a:lnTo>
                    <a:pt x="933084" y="7223"/>
                  </a:lnTo>
                  <a:lnTo>
                    <a:pt x="925252" y="1938"/>
                  </a:lnTo>
                  <a:lnTo>
                    <a:pt x="91567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16101" y="240030"/>
              <a:ext cx="940435" cy="247015"/>
            </a:xfrm>
            <a:custGeom>
              <a:avLst/>
              <a:gdLst/>
              <a:ahLst/>
              <a:cxnLst/>
              <a:rect l="l" t="t" r="r" b="b"/>
              <a:pathLst>
                <a:path w="940435" h="247015">
                  <a:moveTo>
                    <a:pt x="0" y="24638"/>
                  </a:moveTo>
                  <a:lnTo>
                    <a:pt x="1939" y="15055"/>
                  </a:lnTo>
                  <a:lnTo>
                    <a:pt x="7229" y="7223"/>
                  </a:lnTo>
                  <a:lnTo>
                    <a:pt x="15076" y="1938"/>
                  </a:lnTo>
                  <a:lnTo>
                    <a:pt x="24688" y="0"/>
                  </a:lnTo>
                  <a:lnTo>
                    <a:pt x="915670" y="0"/>
                  </a:lnTo>
                  <a:lnTo>
                    <a:pt x="925252" y="1938"/>
                  </a:lnTo>
                  <a:lnTo>
                    <a:pt x="933084" y="7223"/>
                  </a:lnTo>
                  <a:lnTo>
                    <a:pt x="938369" y="15055"/>
                  </a:lnTo>
                  <a:lnTo>
                    <a:pt x="940308" y="24638"/>
                  </a:lnTo>
                  <a:lnTo>
                    <a:pt x="940308" y="222250"/>
                  </a:lnTo>
                  <a:lnTo>
                    <a:pt x="938369" y="231832"/>
                  </a:lnTo>
                  <a:lnTo>
                    <a:pt x="933084" y="239664"/>
                  </a:lnTo>
                  <a:lnTo>
                    <a:pt x="925252" y="244949"/>
                  </a:lnTo>
                  <a:lnTo>
                    <a:pt x="915670" y="246887"/>
                  </a:lnTo>
                  <a:lnTo>
                    <a:pt x="24688" y="246887"/>
                  </a:lnTo>
                  <a:lnTo>
                    <a:pt x="15076" y="244949"/>
                  </a:lnTo>
                  <a:lnTo>
                    <a:pt x="7229" y="239664"/>
                  </a:lnTo>
                  <a:lnTo>
                    <a:pt x="1939" y="231832"/>
                  </a:lnTo>
                  <a:lnTo>
                    <a:pt x="0" y="222250"/>
                  </a:lnTo>
                  <a:lnTo>
                    <a:pt x="0" y="24638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126947" y="176276"/>
            <a:ext cx="3181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latin typeface="Verdana"/>
                <a:cs typeface="Verdana"/>
              </a:rPr>
              <a:t>P1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673095" y="385572"/>
            <a:ext cx="239395" cy="291465"/>
          </a:xfrm>
          <a:custGeom>
            <a:avLst/>
            <a:gdLst/>
            <a:ahLst/>
            <a:cxnLst/>
            <a:rect l="l" t="t" r="r" b="b"/>
            <a:pathLst>
              <a:path w="239394" h="291465">
                <a:moveTo>
                  <a:pt x="215392" y="0"/>
                </a:moveTo>
                <a:lnTo>
                  <a:pt x="23876" y="0"/>
                </a:lnTo>
                <a:lnTo>
                  <a:pt x="14573" y="1873"/>
                </a:lnTo>
                <a:lnTo>
                  <a:pt x="6985" y="6984"/>
                </a:lnTo>
                <a:lnTo>
                  <a:pt x="1873" y="14573"/>
                </a:lnTo>
                <a:lnTo>
                  <a:pt x="0" y="23875"/>
                </a:lnTo>
                <a:lnTo>
                  <a:pt x="0" y="267207"/>
                </a:lnTo>
                <a:lnTo>
                  <a:pt x="1873" y="276510"/>
                </a:lnTo>
                <a:lnTo>
                  <a:pt x="6985" y="284099"/>
                </a:lnTo>
                <a:lnTo>
                  <a:pt x="14573" y="289210"/>
                </a:lnTo>
                <a:lnTo>
                  <a:pt x="23876" y="291083"/>
                </a:lnTo>
                <a:lnTo>
                  <a:pt x="215392" y="291083"/>
                </a:lnTo>
                <a:lnTo>
                  <a:pt x="224694" y="289210"/>
                </a:lnTo>
                <a:lnTo>
                  <a:pt x="232282" y="284099"/>
                </a:lnTo>
                <a:lnTo>
                  <a:pt x="237394" y="276510"/>
                </a:lnTo>
                <a:lnTo>
                  <a:pt x="239268" y="267207"/>
                </a:lnTo>
                <a:lnTo>
                  <a:pt x="239268" y="23875"/>
                </a:lnTo>
                <a:lnTo>
                  <a:pt x="237394" y="14573"/>
                </a:lnTo>
                <a:lnTo>
                  <a:pt x="232282" y="6984"/>
                </a:lnTo>
                <a:lnTo>
                  <a:pt x="224694" y="1873"/>
                </a:lnTo>
                <a:lnTo>
                  <a:pt x="215392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09798" y="482345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65" dirty="0"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830070" y="237490"/>
            <a:ext cx="960755" cy="266065"/>
            <a:chOff x="1830070" y="237490"/>
            <a:chExt cx="960755" cy="266065"/>
          </a:xfrm>
        </p:grpSpPr>
        <p:sp>
          <p:nvSpPr>
            <p:cNvPr id="13" name="object 13"/>
            <p:cNvSpPr/>
            <p:nvPr/>
          </p:nvSpPr>
          <p:spPr>
            <a:xfrm>
              <a:off x="1840230" y="247650"/>
              <a:ext cx="940435" cy="245745"/>
            </a:xfrm>
            <a:custGeom>
              <a:avLst/>
              <a:gdLst/>
              <a:ahLst/>
              <a:cxnLst/>
              <a:rect l="l" t="t" r="r" b="b"/>
              <a:pathLst>
                <a:path w="940435" h="245745">
                  <a:moveTo>
                    <a:pt x="915796" y="0"/>
                  </a:moveTo>
                  <a:lnTo>
                    <a:pt x="24511" y="0"/>
                  </a:lnTo>
                  <a:lnTo>
                    <a:pt x="14948" y="1918"/>
                  </a:lnTo>
                  <a:lnTo>
                    <a:pt x="7159" y="7159"/>
                  </a:lnTo>
                  <a:lnTo>
                    <a:pt x="1918" y="14948"/>
                  </a:lnTo>
                  <a:lnTo>
                    <a:pt x="0" y="24510"/>
                  </a:lnTo>
                  <a:lnTo>
                    <a:pt x="0" y="220852"/>
                  </a:lnTo>
                  <a:lnTo>
                    <a:pt x="1918" y="230415"/>
                  </a:lnTo>
                  <a:lnTo>
                    <a:pt x="7159" y="238204"/>
                  </a:lnTo>
                  <a:lnTo>
                    <a:pt x="14948" y="243445"/>
                  </a:lnTo>
                  <a:lnTo>
                    <a:pt x="24511" y="245363"/>
                  </a:lnTo>
                  <a:lnTo>
                    <a:pt x="915796" y="245363"/>
                  </a:lnTo>
                  <a:lnTo>
                    <a:pt x="925359" y="243445"/>
                  </a:lnTo>
                  <a:lnTo>
                    <a:pt x="933148" y="238204"/>
                  </a:lnTo>
                  <a:lnTo>
                    <a:pt x="938389" y="230415"/>
                  </a:lnTo>
                  <a:lnTo>
                    <a:pt x="940307" y="220852"/>
                  </a:lnTo>
                  <a:lnTo>
                    <a:pt x="940307" y="24510"/>
                  </a:lnTo>
                  <a:lnTo>
                    <a:pt x="938389" y="14948"/>
                  </a:lnTo>
                  <a:lnTo>
                    <a:pt x="933148" y="7159"/>
                  </a:lnTo>
                  <a:lnTo>
                    <a:pt x="925359" y="1918"/>
                  </a:lnTo>
                  <a:lnTo>
                    <a:pt x="91579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840230" y="247650"/>
              <a:ext cx="940435" cy="245745"/>
            </a:xfrm>
            <a:custGeom>
              <a:avLst/>
              <a:gdLst/>
              <a:ahLst/>
              <a:cxnLst/>
              <a:rect l="l" t="t" r="r" b="b"/>
              <a:pathLst>
                <a:path w="940435" h="245745">
                  <a:moveTo>
                    <a:pt x="0" y="24510"/>
                  </a:moveTo>
                  <a:lnTo>
                    <a:pt x="1918" y="14948"/>
                  </a:lnTo>
                  <a:lnTo>
                    <a:pt x="7159" y="7159"/>
                  </a:lnTo>
                  <a:lnTo>
                    <a:pt x="14948" y="1918"/>
                  </a:lnTo>
                  <a:lnTo>
                    <a:pt x="24511" y="0"/>
                  </a:lnTo>
                  <a:lnTo>
                    <a:pt x="915796" y="0"/>
                  </a:lnTo>
                  <a:lnTo>
                    <a:pt x="925359" y="1918"/>
                  </a:lnTo>
                  <a:lnTo>
                    <a:pt x="933148" y="7159"/>
                  </a:lnTo>
                  <a:lnTo>
                    <a:pt x="938389" y="14948"/>
                  </a:lnTo>
                  <a:lnTo>
                    <a:pt x="940307" y="24510"/>
                  </a:lnTo>
                  <a:lnTo>
                    <a:pt x="940307" y="220852"/>
                  </a:lnTo>
                  <a:lnTo>
                    <a:pt x="938389" y="230415"/>
                  </a:lnTo>
                  <a:lnTo>
                    <a:pt x="933148" y="238204"/>
                  </a:lnTo>
                  <a:lnTo>
                    <a:pt x="925359" y="243445"/>
                  </a:lnTo>
                  <a:lnTo>
                    <a:pt x="915796" y="245363"/>
                  </a:lnTo>
                  <a:lnTo>
                    <a:pt x="24511" y="245363"/>
                  </a:lnTo>
                  <a:lnTo>
                    <a:pt x="14948" y="243445"/>
                  </a:lnTo>
                  <a:lnTo>
                    <a:pt x="7159" y="238204"/>
                  </a:lnTo>
                  <a:lnTo>
                    <a:pt x="1918" y="230415"/>
                  </a:lnTo>
                  <a:lnTo>
                    <a:pt x="0" y="220852"/>
                  </a:lnTo>
                  <a:lnTo>
                    <a:pt x="0" y="2451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151126" y="183642"/>
            <a:ext cx="3181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latin typeface="Verdana"/>
                <a:cs typeface="Verdana"/>
              </a:rPr>
              <a:t>P2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697223" y="379475"/>
            <a:ext cx="239395" cy="291465"/>
          </a:xfrm>
          <a:custGeom>
            <a:avLst/>
            <a:gdLst/>
            <a:ahLst/>
            <a:cxnLst/>
            <a:rect l="l" t="t" r="r" b="b"/>
            <a:pathLst>
              <a:path w="239395" h="291465">
                <a:moveTo>
                  <a:pt x="215391" y="0"/>
                </a:moveTo>
                <a:lnTo>
                  <a:pt x="23875" y="0"/>
                </a:lnTo>
                <a:lnTo>
                  <a:pt x="14573" y="1873"/>
                </a:lnTo>
                <a:lnTo>
                  <a:pt x="6984" y="6985"/>
                </a:lnTo>
                <a:lnTo>
                  <a:pt x="1873" y="14573"/>
                </a:lnTo>
                <a:lnTo>
                  <a:pt x="0" y="23875"/>
                </a:lnTo>
                <a:lnTo>
                  <a:pt x="0" y="267208"/>
                </a:lnTo>
                <a:lnTo>
                  <a:pt x="1873" y="276510"/>
                </a:lnTo>
                <a:lnTo>
                  <a:pt x="6984" y="284099"/>
                </a:lnTo>
                <a:lnTo>
                  <a:pt x="14573" y="289210"/>
                </a:lnTo>
                <a:lnTo>
                  <a:pt x="23875" y="291084"/>
                </a:lnTo>
                <a:lnTo>
                  <a:pt x="215391" y="291084"/>
                </a:lnTo>
                <a:lnTo>
                  <a:pt x="224694" y="289210"/>
                </a:lnTo>
                <a:lnTo>
                  <a:pt x="232283" y="284099"/>
                </a:lnTo>
                <a:lnTo>
                  <a:pt x="237394" y="276510"/>
                </a:lnTo>
                <a:lnTo>
                  <a:pt x="239267" y="267208"/>
                </a:lnTo>
                <a:lnTo>
                  <a:pt x="239267" y="23875"/>
                </a:lnTo>
                <a:lnTo>
                  <a:pt x="237394" y="14573"/>
                </a:lnTo>
                <a:lnTo>
                  <a:pt x="232283" y="6985"/>
                </a:lnTo>
                <a:lnTo>
                  <a:pt x="224694" y="1873"/>
                </a:lnTo>
                <a:lnTo>
                  <a:pt x="215391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3733927" y="476250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65" dirty="0"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854198" y="231393"/>
            <a:ext cx="960755" cy="266065"/>
            <a:chOff x="2854198" y="231393"/>
            <a:chExt cx="960755" cy="266065"/>
          </a:xfrm>
        </p:grpSpPr>
        <p:sp>
          <p:nvSpPr>
            <p:cNvPr id="19" name="object 19"/>
            <p:cNvSpPr/>
            <p:nvPr/>
          </p:nvSpPr>
          <p:spPr>
            <a:xfrm>
              <a:off x="2864358" y="241553"/>
              <a:ext cx="940435" cy="245745"/>
            </a:xfrm>
            <a:custGeom>
              <a:avLst/>
              <a:gdLst/>
              <a:ahLst/>
              <a:cxnLst/>
              <a:rect l="l" t="t" r="r" b="b"/>
              <a:pathLst>
                <a:path w="940435" h="245745">
                  <a:moveTo>
                    <a:pt x="915796" y="0"/>
                  </a:moveTo>
                  <a:lnTo>
                    <a:pt x="24511" y="0"/>
                  </a:lnTo>
                  <a:lnTo>
                    <a:pt x="14948" y="1918"/>
                  </a:lnTo>
                  <a:lnTo>
                    <a:pt x="7159" y="7159"/>
                  </a:lnTo>
                  <a:lnTo>
                    <a:pt x="1918" y="14948"/>
                  </a:lnTo>
                  <a:lnTo>
                    <a:pt x="0" y="24511"/>
                  </a:lnTo>
                  <a:lnTo>
                    <a:pt x="0" y="220853"/>
                  </a:lnTo>
                  <a:lnTo>
                    <a:pt x="1918" y="230415"/>
                  </a:lnTo>
                  <a:lnTo>
                    <a:pt x="7159" y="238204"/>
                  </a:lnTo>
                  <a:lnTo>
                    <a:pt x="14948" y="243445"/>
                  </a:lnTo>
                  <a:lnTo>
                    <a:pt x="24511" y="245363"/>
                  </a:lnTo>
                  <a:lnTo>
                    <a:pt x="915796" y="245363"/>
                  </a:lnTo>
                  <a:lnTo>
                    <a:pt x="925359" y="243445"/>
                  </a:lnTo>
                  <a:lnTo>
                    <a:pt x="933148" y="238204"/>
                  </a:lnTo>
                  <a:lnTo>
                    <a:pt x="938389" y="230415"/>
                  </a:lnTo>
                  <a:lnTo>
                    <a:pt x="940307" y="220853"/>
                  </a:lnTo>
                  <a:lnTo>
                    <a:pt x="940307" y="24511"/>
                  </a:lnTo>
                  <a:lnTo>
                    <a:pt x="938389" y="14948"/>
                  </a:lnTo>
                  <a:lnTo>
                    <a:pt x="933148" y="7159"/>
                  </a:lnTo>
                  <a:lnTo>
                    <a:pt x="925359" y="1918"/>
                  </a:lnTo>
                  <a:lnTo>
                    <a:pt x="91579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864358" y="241553"/>
              <a:ext cx="940435" cy="245745"/>
            </a:xfrm>
            <a:custGeom>
              <a:avLst/>
              <a:gdLst/>
              <a:ahLst/>
              <a:cxnLst/>
              <a:rect l="l" t="t" r="r" b="b"/>
              <a:pathLst>
                <a:path w="940435" h="245745">
                  <a:moveTo>
                    <a:pt x="0" y="24511"/>
                  </a:moveTo>
                  <a:lnTo>
                    <a:pt x="1918" y="14948"/>
                  </a:lnTo>
                  <a:lnTo>
                    <a:pt x="7159" y="7159"/>
                  </a:lnTo>
                  <a:lnTo>
                    <a:pt x="14948" y="1918"/>
                  </a:lnTo>
                  <a:lnTo>
                    <a:pt x="24511" y="0"/>
                  </a:lnTo>
                  <a:lnTo>
                    <a:pt x="915796" y="0"/>
                  </a:lnTo>
                  <a:lnTo>
                    <a:pt x="925359" y="1918"/>
                  </a:lnTo>
                  <a:lnTo>
                    <a:pt x="933148" y="7159"/>
                  </a:lnTo>
                  <a:lnTo>
                    <a:pt x="938389" y="14948"/>
                  </a:lnTo>
                  <a:lnTo>
                    <a:pt x="940307" y="24511"/>
                  </a:lnTo>
                  <a:lnTo>
                    <a:pt x="940307" y="220853"/>
                  </a:lnTo>
                  <a:lnTo>
                    <a:pt x="938389" y="230415"/>
                  </a:lnTo>
                  <a:lnTo>
                    <a:pt x="933148" y="238204"/>
                  </a:lnTo>
                  <a:lnTo>
                    <a:pt x="925359" y="243445"/>
                  </a:lnTo>
                  <a:lnTo>
                    <a:pt x="915796" y="245363"/>
                  </a:lnTo>
                  <a:lnTo>
                    <a:pt x="24511" y="245363"/>
                  </a:lnTo>
                  <a:lnTo>
                    <a:pt x="14948" y="243445"/>
                  </a:lnTo>
                  <a:lnTo>
                    <a:pt x="7159" y="238204"/>
                  </a:lnTo>
                  <a:lnTo>
                    <a:pt x="1918" y="230415"/>
                  </a:lnTo>
                  <a:lnTo>
                    <a:pt x="0" y="220853"/>
                  </a:lnTo>
                  <a:lnTo>
                    <a:pt x="0" y="24511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3175254" y="177164"/>
            <a:ext cx="3181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latin typeface="Verdana"/>
                <a:cs typeface="Verdana"/>
              </a:rPr>
              <a:t>P3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762500" y="377952"/>
            <a:ext cx="239395" cy="291465"/>
          </a:xfrm>
          <a:custGeom>
            <a:avLst/>
            <a:gdLst/>
            <a:ahLst/>
            <a:cxnLst/>
            <a:rect l="l" t="t" r="r" b="b"/>
            <a:pathLst>
              <a:path w="239395" h="291465">
                <a:moveTo>
                  <a:pt x="215391" y="0"/>
                </a:moveTo>
                <a:lnTo>
                  <a:pt x="23875" y="0"/>
                </a:lnTo>
                <a:lnTo>
                  <a:pt x="14573" y="1873"/>
                </a:lnTo>
                <a:lnTo>
                  <a:pt x="6984" y="6985"/>
                </a:lnTo>
                <a:lnTo>
                  <a:pt x="1873" y="14573"/>
                </a:lnTo>
                <a:lnTo>
                  <a:pt x="0" y="23875"/>
                </a:lnTo>
                <a:lnTo>
                  <a:pt x="0" y="267208"/>
                </a:lnTo>
                <a:lnTo>
                  <a:pt x="1873" y="276510"/>
                </a:lnTo>
                <a:lnTo>
                  <a:pt x="6984" y="284099"/>
                </a:lnTo>
                <a:lnTo>
                  <a:pt x="14573" y="289210"/>
                </a:lnTo>
                <a:lnTo>
                  <a:pt x="23875" y="291084"/>
                </a:lnTo>
                <a:lnTo>
                  <a:pt x="215391" y="291084"/>
                </a:lnTo>
                <a:lnTo>
                  <a:pt x="224694" y="289210"/>
                </a:lnTo>
                <a:lnTo>
                  <a:pt x="232283" y="284099"/>
                </a:lnTo>
                <a:lnTo>
                  <a:pt x="237394" y="276510"/>
                </a:lnTo>
                <a:lnTo>
                  <a:pt x="239267" y="267208"/>
                </a:lnTo>
                <a:lnTo>
                  <a:pt x="239267" y="23875"/>
                </a:lnTo>
                <a:lnTo>
                  <a:pt x="237394" y="14573"/>
                </a:lnTo>
                <a:lnTo>
                  <a:pt x="232283" y="6985"/>
                </a:lnTo>
                <a:lnTo>
                  <a:pt x="224694" y="1873"/>
                </a:lnTo>
                <a:lnTo>
                  <a:pt x="215391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799457" y="473709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65" dirty="0">
                <a:latin typeface="Verdana"/>
                <a:cs typeface="Verdana"/>
              </a:rPr>
              <a:t>4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919473" y="228345"/>
            <a:ext cx="960755" cy="267335"/>
            <a:chOff x="3919473" y="228345"/>
            <a:chExt cx="960755" cy="267335"/>
          </a:xfrm>
        </p:grpSpPr>
        <p:sp>
          <p:nvSpPr>
            <p:cNvPr id="25" name="object 25"/>
            <p:cNvSpPr/>
            <p:nvPr/>
          </p:nvSpPr>
          <p:spPr>
            <a:xfrm>
              <a:off x="3929633" y="238505"/>
              <a:ext cx="940435" cy="247015"/>
            </a:xfrm>
            <a:custGeom>
              <a:avLst/>
              <a:gdLst/>
              <a:ahLst/>
              <a:cxnLst/>
              <a:rect l="l" t="t" r="r" b="b"/>
              <a:pathLst>
                <a:path w="940435" h="247015">
                  <a:moveTo>
                    <a:pt x="915669" y="0"/>
                  </a:moveTo>
                  <a:lnTo>
                    <a:pt x="24637" y="0"/>
                  </a:lnTo>
                  <a:lnTo>
                    <a:pt x="15055" y="1938"/>
                  </a:lnTo>
                  <a:lnTo>
                    <a:pt x="7223" y="7223"/>
                  </a:lnTo>
                  <a:lnTo>
                    <a:pt x="1938" y="15055"/>
                  </a:lnTo>
                  <a:lnTo>
                    <a:pt x="0" y="24638"/>
                  </a:lnTo>
                  <a:lnTo>
                    <a:pt x="0" y="222250"/>
                  </a:lnTo>
                  <a:lnTo>
                    <a:pt x="1938" y="231832"/>
                  </a:lnTo>
                  <a:lnTo>
                    <a:pt x="7223" y="239664"/>
                  </a:lnTo>
                  <a:lnTo>
                    <a:pt x="15055" y="244949"/>
                  </a:lnTo>
                  <a:lnTo>
                    <a:pt x="24637" y="246888"/>
                  </a:lnTo>
                  <a:lnTo>
                    <a:pt x="915669" y="246888"/>
                  </a:lnTo>
                  <a:lnTo>
                    <a:pt x="925252" y="244949"/>
                  </a:lnTo>
                  <a:lnTo>
                    <a:pt x="933084" y="239664"/>
                  </a:lnTo>
                  <a:lnTo>
                    <a:pt x="938369" y="231832"/>
                  </a:lnTo>
                  <a:lnTo>
                    <a:pt x="940307" y="222250"/>
                  </a:lnTo>
                  <a:lnTo>
                    <a:pt x="940307" y="24638"/>
                  </a:lnTo>
                  <a:lnTo>
                    <a:pt x="938369" y="15055"/>
                  </a:lnTo>
                  <a:lnTo>
                    <a:pt x="933084" y="7223"/>
                  </a:lnTo>
                  <a:lnTo>
                    <a:pt x="925252" y="1938"/>
                  </a:lnTo>
                  <a:lnTo>
                    <a:pt x="91566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929633" y="238505"/>
              <a:ext cx="940435" cy="247015"/>
            </a:xfrm>
            <a:custGeom>
              <a:avLst/>
              <a:gdLst/>
              <a:ahLst/>
              <a:cxnLst/>
              <a:rect l="l" t="t" r="r" b="b"/>
              <a:pathLst>
                <a:path w="940435" h="247015">
                  <a:moveTo>
                    <a:pt x="0" y="24638"/>
                  </a:moveTo>
                  <a:lnTo>
                    <a:pt x="1938" y="15055"/>
                  </a:lnTo>
                  <a:lnTo>
                    <a:pt x="7223" y="7223"/>
                  </a:lnTo>
                  <a:lnTo>
                    <a:pt x="15055" y="1938"/>
                  </a:lnTo>
                  <a:lnTo>
                    <a:pt x="24637" y="0"/>
                  </a:lnTo>
                  <a:lnTo>
                    <a:pt x="915669" y="0"/>
                  </a:lnTo>
                  <a:lnTo>
                    <a:pt x="925252" y="1938"/>
                  </a:lnTo>
                  <a:lnTo>
                    <a:pt x="933084" y="7223"/>
                  </a:lnTo>
                  <a:lnTo>
                    <a:pt x="938369" y="15055"/>
                  </a:lnTo>
                  <a:lnTo>
                    <a:pt x="940307" y="24638"/>
                  </a:lnTo>
                  <a:lnTo>
                    <a:pt x="940307" y="222250"/>
                  </a:lnTo>
                  <a:lnTo>
                    <a:pt x="938369" y="231832"/>
                  </a:lnTo>
                  <a:lnTo>
                    <a:pt x="933084" y="239664"/>
                  </a:lnTo>
                  <a:lnTo>
                    <a:pt x="925252" y="244949"/>
                  </a:lnTo>
                  <a:lnTo>
                    <a:pt x="915669" y="246888"/>
                  </a:lnTo>
                  <a:lnTo>
                    <a:pt x="24637" y="246888"/>
                  </a:lnTo>
                  <a:lnTo>
                    <a:pt x="15055" y="244949"/>
                  </a:lnTo>
                  <a:lnTo>
                    <a:pt x="7223" y="239664"/>
                  </a:lnTo>
                  <a:lnTo>
                    <a:pt x="1938" y="231832"/>
                  </a:lnTo>
                  <a:lnTo>
                    <a:pt x="0" y="222250"/>
                  </a:lnTo>
                  <a:lnTo>
                    <a:pt x="0" y="24638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240784" y="175006"/>
            <a:ext cx="3181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latin typeface="Verdana"/>
                <a:cs typeface="Verdana"/>
              </a:rPr>
              <a:t>P4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800344" y="368808"/>
            <a:ext cx="238125" cy="291465"/>
          </a:xfrm>
          <a:custGeom>
            <a:avLst/>
            <a:gdLst/>
            <a:ahLst/>
            <a:cxnLst/>
            <a:rect l="l" t="t" r="r" b="b"/>
            <a:pathLst>
              <a:path w="238125" h="291465">
                <a:moveTo>
                  <a:pt x="213994" y="0"/>
                </a:moveTo>
                <a:lnTo>
                  <a:pt x="23748" y="0"/>
                </a:lnTo>
                <a:lnTo>
                  <a:pt x="14519" y="1871"/>
                </a:lnTo>
                <a:lnTo>
                  <a:pt x="6969" y="6969"/>
                </a:lnTo>
                <a:lnTo>
                  <a:pt x="1871" y="14519"/>
                </a:lnTo>
                <a:lnTo>
                  <a:pt x="0" y="23749"/>
                </a:lnTo>
                <a:lnTo>
                  <a:pt x="0" y="267334"/>
                </a:lnTo>
                <a:lnTo>
                  <a:pt x="1871" y="276564"/>
                </a:lnTo>
                <a:lnTo>
                  <a:pt x="6969" y="284114"/>
                </a:lnTo>
                <a:lnTo>
                  <a:pt x="14519" y="289212"/>
                </a:lnTo>
                <a:lnTo>
                  <a:pt x="23748" y="291083"/>
                </a:lnTo>
                <a:lnTo>
                  <a:pt x="213994" y="291083"/>
                </a:lnTo>
                <a:lnTo>
                  <a:pt x="223224" y="289212"/>
                </a:lnTo>
                <a:lnTo>
                  <a:pt x="230774" y="284114"/>
                </a:lnTo>
                <a:lnTo>
                  <a:pt x="235872" y="276564"/>
                </a:lnTo>
                <a:lnTo>
                  <a:pt x="237743" y="267334"/>
                </a:lnTo>
                <a:lnTo>
                  <a:pt x="237743" y="23749"/>
                </a:lnTo>
                <a:lnTo>
                  <a:pt x="235872" y="14519"/>
                </a:lnTo>
                <a:lnTo>
                  <a:pt x="230774" y="6969"/>
                </a:lnTo>
                <a:lnTo>
                  <a:pt x="223224" y="1871"/>
                </a:lnTo>
                <a:lnTo>
                  <a:pt x="213994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836411" y="465201"/>
            <a:ext cx="16700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65" dirty="0">
                <a:latin typeface="Verdana"/>
                <a:cs typeface="Verdana"/>
              </a:rPr>
              <a:t>5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957317" y="220725"/>
            <a:ext cx="960755" cy="266065"/>
            <a:chOff x="4957317" y="220725"/>
            <a:chExt cx="960755" cy="266065"/>
          </a:xfrm>
        </p:grpSpPr>
        <p:sp>
          <p:nvSpPr>
            <p:cNvPr id="31" name="object 31"/>
            <p:cNvSpPr/>
            <p:nvPr/>
          </p:nvSpPr>
          <p:spPr>
            <a:xfrm>
              <a:off x="4967477" y="230885"/>
              <a:ext cx="940435" cy="245745"/>
            </a:xfrm>
            <a:custGeom>
              <a:avLst/>
              <a:gdLst/>
              <a:ahLst/>
              <a:cxnLst/>
              <a:rect l="l" t="t" r="r" b="b"/>
              <a:pathLst>
                <a:path w="940435" h="245745">
                  <a:moveTo>
                    <a:pt x="915797" y="0"/>
                  </a:moveTo>
                  <a:lnTo>
                    <a:pt x="24511" y="0"/>
                  </a:lnTo>
                  <a:lnTo>
                    <a:pt x="14948" y="1918"/>
                  </a:lnTo>
                  <a:lnTo>
                    <a:pt x="7159" y="7159"/>
                  </a:lnTo>
                  <a:lnTo>
                    <a:pt x="1918" y="14948"/>
                  </a:lnTo>
                  <a:lnTo>
                    <a:pt x="0" y="24511"/>
                  </a:lnTo>
                  <a:lnTo>
                    <a:pt x="0" y="220853"/>
                  </a:lnTo>
                  <a:lnTo>
                    <a:pt x="1918" y="230415"/>
                  </a:lnTo>
                  <a:lnTo>
                    <a:pt x="7159" y="238204"/>
                  </a:lnTo>
                  <a:lnTo>
                    <a:pt x="14948" y="243445"/>
                  </a:lnTo>
                  <a:lnTo>
                    <a:pt x="24511" y="245364"/>
                  </a:lnTo>
                  <a:lnTo>
                    <a:pt x="915797" y="245364"/>
                  </a:lnTo>
                  <a:lnTo>
                    <a:pt x="925359" y="243445"/>
                  </a:lnTo>
                  <a:lnTo>
                    <a:pt x="933148" y="238204"/>
                  </a:lnTo>
                  <a:lnTo>
                    <a:pt x="938389" y="230415"/>
                  </a:lnTo>
                  <a:lnTo>
                    <a:pt x="940308" y="220853"/>
                  </a:lnTo>
                  <a:lnTo>
                    <a:pt x="940308" y="24511"/>
                  </a:lnTo>
                  <a:lnTo>
                    <a:pt x="938389" y="14948"/>
                  </a:lnTo>
                  <a:lnTo>
                    <a:pt x="933148" y="7159"/>
                  </a:lnTo>
                  <a:lnTo>
                    <a:pt x="925359" y="1918"/>
                  </a:lnTo>
                  <a:lnTo>
                    <a:pt x="915797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967477" y="230885"/>
              <a:ext cx="940435" cy="245745"/>
            </a:xfrm>
            <a:custGeom>
              <a:avLst/>
              <a:gdLst/>
              <a:ahLst/>
              <a:cxnLst/>
              <a:rect l="l" t="t" r="r" b="b"/>
              <a:pathLst>
                <a:path w="940435" h="245745">
                  <a:moveTo>
                    <a:pt x="0" y="24511"/>
                  </a:moveTo>
                  <a:lnTo>
                    <a:pt x="1918" y="14948"/>
                  </a:lnTo>
                  <a:lnTo>
                    <a:pt x="7159" y="7159"/>
                  </a:lnTo>
                  <a:lnTo>
                    <a:pt x="14948" y="1918"/>
                  </a:lnTo>
                  <a:lnTo>
                    <a:pt x="24511" y="0"/>
                  </a:lnTo>
                  <a:lnTo>
                    <a:pt x="915797" y="0"/>
                  </a:lnTo>
                  <a:lnTo>
                    <a:pt x="925359" y="1918"/>
                  </a:lnTo>
                  <a:lnTo>
                    <a:pt x="933148" y="7159"/>
                  </a:lnTo>
                  <a:lnTo>
                    <a:pt x="938389" y="14948"/>
                  </a:lnTo>
                  <a:lnTo>
                    <a:pt x="940308" y="24511"/>
                  </a:lnTo>
                  <a:lnTo>
                    <a:pt x="940308" y="220853"/>
                  </a:lnTo>
                  <a:lnTo>
                    <a:pt x="938389" y="230415"/>
                  </a:lnTo>
                  <a:lnTo>
                    <a:pt x="933148" y="238204"/>
                  </a:lnTo>
                  <a:lnTo>
                    <a:pt x="925359" y="243445"/>
                  </a:lnTo>
                  <a:lnTo>
                    <a:pt x="915797" y="245364"/>
                  </a:lnTo>
                  <a:lnTo>
                    <a:pt x="24511" y="245364"/>
                  </a:lnTo>
                  <a:lnTo>
                    <a:pt x="14948" y="243445"/>
                  </a:lnTo>
                  <a:lnTo>
                    <a:pt x="7159" y="238204"/>
                  </a:lnTo>
                  <a:lnTo>
                    <a:pt x="1918" y="230415"/>
                  </a:lnTo>
                  <a:lnTo>
                    <a:pt x="0" y="220853"/>
                  </a:lnTo>
                  <a:lnTo>
                    <a:pt x="0" y="24511"/>
                  </a:lnTo>
                  <a:close/>
                </a:path>
              </a:pathLst>
            </a:custGeom>
            <a:ln w="1981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5277739" y="166496"/>
            <a:ext cx="3181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latin typeface="Verdana"/>
                <a:cs typeface="Verdana"/>
              </a:rPr>
              <a:t>P4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847331" y="368808"/>
            <a:ext cx="238125" cy="291465"/>
          </a:xfrm>
          <a:custGeom>
            <a:avLst/>
            <a:gdLst/>
            <a:ahLst/>
            <a:cxnLst/>
            <a:rect l="l" t="t" r="r" b="b"/>
            <a:pathLst>
              <a:path w="238125" h="291465">
                <a:moveTo>
                  <a:pt x="213995" y="0"/>
                </a:moveTo>
                <a:lnTo>
                  <a:pt x="23749" y="0"/>
                </a:lnTo>
                <a:lnTo>
                  <a:pt x="14519" y="1871"/>
                </a:lnTo>
                <a:lnTo>
                  <a:pt x="6969" y="6969"/>
                </a:lnTo>
                <a:lnTo>
                  <a:pt x="1871" y="14519"/>
                </a:lnTo>
                <a:lnTo>
                  <a:pt x="0" y="23749"/>
                </a:lnTo>
                <a:lnTo>
                  <a:pt x="0" y="267334"/>
                </a:lnTo>
                <a:lnTo>
                  <a:pt x="1871" y="276564"/>
                </a:lnTo>
                <a:lnTo>
                  <a:pt x="6969" y="284114"/>
                </a:lnTo>
                <a:lnTo>
                  <a:pt x="14519" y="289212"/>
                </a:lnTo>
                <a:lnTo>
                  <a:pt x="23749" y="291083"/>
                </a:lnTo>
                <a:lnTo>
                  <a:pt x="213995" y="291083"/>
                </a:lnTo>
                <a:lnTo>
                  <a:pt x="223224" y="289212"/>
                </a:lnTo>
                <a:lnTo>
                  <a:pt x="230774" y="284114"/>
                </a:lnTo>
                <a:lnTo>
                  <a:pt x="235872" y="276564"/>
                </a:lnTo>
                <a:lnTo>
                  <a:pt x="237744" y="267334"/>
                </a:lnTo>
                <a:lnTo>
                  <a:pt x="237744" y="23749"/>
                </a:lnTo>
                <a:lnTo>
                  <a:pt x="235872" y="14519"/>
                </a:lnTo>
                <a:lnTo>
                  <a:pt x="230774" y="6969"/>
                </a:lnTo>
                <a:lnTo>
                  <a:pt x="223224" y="1871"/>
                </a:lnTo>
                <a:lnTo>
                  <a:pt x="21399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6850506" y="472821"/>
            <a:ext cx="1377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35" dirty="0">
                <a:latin typeface="Verdana"/>
                <a:cs typeface="Verdana"/>
              </a:rPr>
              <a:t>9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6004305" y="220725"/>
            <a:ext cx="960755" cy="266065"/>
            <a:chOff x="6004305" y="220725"/>
            <a:chExt cx="960755" cy="266065"/>
          </a:xfrm>
        </p:grpSpPr>
        <p:sp>
          <p:nvSpPr>
            <p:cNvPr id="37" name="object 37"/>
            <p:cNvSpPr/>
            <p:nvPr/>
          </p:nvSpPr>
          <p:spPr>
            <a:xfrm>
              <a:off x="6014465" y="230885"/>
              <a:ext cx="940435" cy="245745"/>
            </a:xfrm>
            <a:custGeom>
              <a:avLst/>
              <a:gdLst/>
              <a:ahLst/>
              <a:cxnLst/>
              <a:rect l="l" t="t" r="r" b="b"/>
              <a:pathLst>
                <a:path w="940434" h="245745">
                  <a:moveTo>
                    <a:pt x="915797" y="0"/>
                  </a:moveTo>
                  <a:lnTo>
                    <a:pt x="24511" y="0"/>
                  </a:lnTo>
                  <a:lnTo>
                    <a:pt x="14948" y="1918"/>
                  </a:lnTo>
                  <a:lnTo>
                    <a:pt x="7159" y="7159"/>
                  </a:lnTo>
                  <a:lnTo>
                    <a:pt x="1918" y="14948"/>
                  </a:lnTo>
                  <a:lnTo>
                    <a:pt x="0" y="24511"/>
                  </a:lnTo>
                  <a:lnTo>
                    <a:pt x="0" y="220853"/>
                  </a:lnTo>
                  <a:lnTo>
                    <a:pt x="1918" y="230415"/>
                  </a:lnTo>
                  <a:lnTo>
                    <a:pt x="7159" y="238204"/>
                  </a:lnTo>
                  <a:lnTo>
                    <a:pt x="14948" y="243445"/>
                  </a:lnTo>
                  <a:lnTo>
                    <a:pt x="24511" y="245364"/>
                  </a:lnTo>
                  <a:lnTo>
                    <a:pt x="915797" y="245364"/>
                  </a:lnTo>
                  <a:lnTo>
                    <a:pt x="925359" y="243445"/>
                  </a:lnTo>
                  <a:lnTo>
                    <a:pt x="933148" y="238204"/>
                  </a:lnTo>
                  <a:lnTo>
                    <a:pt x="938389" y="230415"/>
                  </a:lnTo>
                  <a:lnTo>
                    <a:pt x="940308" y="220853"/>
                  </a:lnTo>
                  <a:lnTo>
                    <a:pt x="940308" y="24511"/>
                  </a:lnTo>
                  <a:lnTo>
                    <a:pt x="938389" y="14948"/>
                  </a:lnTo>
                  <a:lnTo>
                    <a:pt x="933148" y="7159"/>
                  </a:lnTo>
                  <a:lnTo>
                    <a:pt x="925359" y="1918"/>
                  </a:lnTo>
                  <a:lnTo>
                    <a:pt x="915797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014465" y="230885"/>
              <a:ext cx="940435" cy="245745"/>
            </a:xfrm>
            <a:custGeom>
              <a:avLst/>
              <a:gdLst/>
              <a:ahLst/>
              <a:cxnLst/>
              <a:rect l="l" t="t" r="r" b="b"/>
              <a:pathLst>
                <a:path w="940434" h="245745">
                  <a:moveTo>
                    <a:pt x="0" y="24511"/>
                  </a:moveTo>
                  <a:lnTo>
                    <a:pt x="1918" y="14948"/>
                  </a:lnTo>
                  <a:lnTo>
                    <a:pt x="7159" y="7159"/>
                  </a:lnTo>
                  <a:lnTo>
                    <a:pt x="14948" y="1918"/>
                  </a:lnTo>
                  <a:lnTo>
                    <a:pt x="24511" y="0"/>
                  </a:lnTo>
                  <a:lnTo>
                    <a:pt x="915797" y="0"/>
                  </a:lnTo>
                  <a:lnTo>
                    <a:pt x="925359" y="1918"/>
                  </a:lnTo>
                  <a:lnTo>
                    <a:pt x="933148" y="7159"/>
                  </a:lnTo>
                  <a:lnTo>
                    <a:pt x="938389" y="14948"/>
                  </a:lnTo>
                  <a:lnTo>
                    <a:pt x="940308" y="24511"/>
                  </a:lnTo>
                  <a:lnTo>
                    <a:pt x="940308" y="220853"/>
                  </a:lnTo>
                  <a:lnTo>
                    <a:pt x="938389" y="230415"/>
                  </a:lnTo>
                  <a:lnTo>
                    <a:pt x="933148" y="238204"/>
                  </a:lnTo>
                  <a:lnTo>
                    <a:pt x="925359" y="243445"/>
                  </a:lnTo>
                  <a:lnTo>
                    <a:pt x="915797" y="245364"/>
                  </a:lnTo>
                  <a:lnTo>
                    <a:pt x="24511" y="245364"/>
                  </a:lnTo>
                  <a:lnTo>
                    <a:pt x="14948" y="243445"/>
                  </a:lnTo>
                  <a:lnTo>
                    <a:pt x="7159" y="238204"/>
                  </a:lnTo>
                  <a:lnTo>
                    <a:pt x="1918" y="230415"/>
                  </a:lnTo>
                  <a:lnTo>
                    <a:pt x="0" y="220853"/>
                  </a:lnTo>
                  <a:lnTo>
                    <a:pt x="0" y="24511"/>
                  </a:lnTo>
                  <a:close/>
                </a:path>
              </a:pathLst>
            </a:custGeom>
            <a:ln w="1981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6325361" y="166496"/>
            <a:ext cx="3181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latin typeface="Verdana"/>
                <a:cs typeface="Verdana"/>
              </a:rPr>
              <a:t>P6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888223" y="359663"/>
            <a:ext cx="239395" cy="291465"/>
          </a:xfrm>
          <a:custGeom>
            <a:avLst/>
            <a:gdLst/>
            <a:ahLst/>
            <a:cxnLst/>
            <a:rect l="l" t="t" r="r" b="b"/>
            <a:pathLst>
              <a:path w="239395" h="291465">
                <a:moveTo>
                  <a:pt x="215392" y="0"/>
                </a:moveTo>
                <a:lnTo>
                  <a:pt x="23875" y="0"/>
                </a:lnTo>
                <a:lnTo>
                  <a:pt x="14573" y="1873"/>
                </a:lnTo>
                <a:lnTo>
                  <a:pt x="6985" y="6985"/>
                </a:lnTo>
                <a:lnTo>
                  <a:pt x="1873" y="14573"/>
                </a:lnTo>
                <a:lnTo>
                  <a:pt x="0" y="23875"/>
                </a:lnTo>
                <a:lnTo>
                  <a:pt x="0" y="267208"/>
                </a:lnTo>
                <a:lnTo>
                  <a:pt x="1873" y="276510"/>
                </a:lnTo>
                <a:lnTo>
                  <a:pt x="6985" y="284099"/>
                </a:lnTo>
                <a:lnTo>
                  <a:pt x="14573" y="289210"/>
                </a:lnTo>
                <a:lnTo>
                  <a:pt x="23875" y="291084"/>
                </a:lnTo>
                <a:lnTo>
                  <a:pt x="215392" y="291084"/>
                </a:lnTo>
                <a:lnTo>
                  <a:pt x="224694" y="289210"/>
                </a:lnTo>
                <a:lnTo>
                  <a:pt x="232282" y="284099"/>
                </a:lnTo>
                <a:lnTo>
                  <a:pt x="237394" y="276510"/>
                </a:lnTo>
                <a:lnTo>
                  <a:pt x="239268" y="267208"/>
                </a:lnTo>
                <a:lnTo>
                  <a:pt x="239268" y="23875"/>
                </a:lnTo>
                <a:lnTo>
                  <a:pt x="237394" y="14573"/>
                </a:lnTo>
                <a:lnTo>
                  <a:pt x="232282" y="6985"/>
                </a:lnTo>
                <a:lnTo>
                  <a:pt x="224694" y="1873"/>
                </a:lnTo>
                <a:lnTo>
                  <a:pt x="215392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835900" y="463042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35" dirty="0">
                <a:latin typeface="Verdana"/>
                <a:cs typeface="Verdana"/>
              </a:rPr>
              <a:t>11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045197" y="210058"/>
            <a:ext cx="960755" cy="267335"/>
            <a:chOff x="7045197" y="210058"/>
            <a:chExt cx="960755" cy="267335"/>
          </a:xfrm>
        </p:grpSpPr>
        <p:sp>
          <p:nvSpPr>
            <p:cNvPr id="43" name="object 43"/>
            <p:cNvSpPr/>
            <p:nvPr/>
          </p:nvSpPr>
          <p:spPr>
            <a:xfrm>
              <a:off x="7055357" y="220218"/>
              <a:ext cx="940435" cy="247015"/>
            </a:xfrm>
            <a:custGeom>
              <a:avLst/>
              <a:gdLst/>
              <a:ahLst/>
              <a:cxnLst/>
              <a:rect l="l" t="t" r="r" b="b"/>
              <a:pathLst>
                <a:path w="940434" h="247015">
                  <a:moveTo>
                    <a:pt x="915670" y="0"/>
                  </a:moveTo>
                  <a:lnTo>
                    <a:pt x="24638" y="0"/>
                  </a:lnTo>
                  <a:lnTo>
                    <a:pt x="15055" y="1938"/>
                  </a:lnTo>
                  <a:lnTo>
                    <a:pt x="7223" y="7223"/>
                  </a:lnTo>
                  <a:lnTo>
                    <a:pt x="1938" y="15055"/>
                  </a:lnTo>
                  <a:lnTo>
                    <a:pt x="0" y="24637"/>
                  </a:lnTo>
                  <a:lnTo>
                    <a:pt x="0" y="222249"/>
                  </a:lnTo>
                  <a:lnTo>
                    <a:pt x="1938" y="231832"/>
                  </a:lnTo>
                  <a:lnTo>
                    <a:pt x="7223" y="239664"/>
                  </a:lnTo>
                  <a:lnTo>
                    <a:pt x="15055" y="244949"/>
                  </a:lnTo>
                  <a:lnTo>
                    <a:pt x="24638" y="246887"/>
                  </a:lnTo>
                  <a:lnTo>
                    <a:pt x="915670" y="246887"/>
                  </a:lnTo>
                  <a:lnTo>
                    <a:pt x="925252" y="244949"/>
                  </a:lnTo>
                  <a:lnTo>
                    <a:pt x="933084" y="239664"/>
                  </a:lnTo>
                  <a:lnTo>
                    <a:pt x="938369" y="231832"/>
                  </a:lnTo>
                  <a:lnTo>
                    <a:pt x="940308" y="222249"/>
                  </a:lnTo>
                  <a:lnTo>
                    <a:pt x="940308" y="24637"/>
                  </a:lnTo>
                  <a:lnTo>
                    <a:pt x="938369" y="15055"/>
                  </a:lnTo>
                  <a:lnTo>
                    <a:pt x="933084" y="7223"/>
                  </a:lnTo>
                  <a:lnTo>
                    <a:pt x="925252" y="1938"/>
                  </a:lnTo>
                  <a:lnTo>
                    <a:pt x="91567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055357" y="220218"/>
              <a:ext cx="940435" cy="247015"/>
            </a:xfrm>
            <a:custGeom>
              <a:avLst/>
              <a:gdLst/>
              <a:ahLst/>
              <a:cxnLst/>
              <a:rect l="l" t="t" r="r" b="b"/>
              <a:pathLst>
                <a:path w="940434" h="247015">
                  <a:moveTo>
                    <a:pt x="0" y="24637"/>
                  </a:moveTo>
                  <a:lnTo>
                    <a:pt x="1938" y="15055"/>
                  </a:lnTo>
                  <a:lnTo>
                    <a:pt x="7223" y="7223"/>
                  </a:lnTo>
                  <a:lnTo>
                    <a:pt x="15055" y="1938"/>
                  </a:lnTo>
                  <a:lnTo>
                    <a:pt x="24638" y="0"/>
                  </a:lnTo>
                  <a:lnTo>
                    <a:pt x="915670" y="0"/>
                  </a:lnTo>
                  <a:lnTo>
                    <a:pt x="925252" y="1938"/>
                  </a:lnTo>
                  <a:lnTo>
                    <a:pt x="933084" y="7223"/>
                  </a:lnTo>
                  <a:lnTo>
                    <a:pt x="938369" y="15055"/>
                  </a:lnTo>
                  <a:lnTo>
                    <a:pt x="940308" y="24637"/>
                  </a:lnTo>
                  <a:lnTo>
                    <a:pt x="940308" y="222249"/>
                  </a:lnTo>
                  <a:lnTo>
                    <a:pt x="938369" y="231832"/>
                  </a:lnTo>
                  <a:lnTo>
                    <a:pt x="933084" y="239664"/>
                  </a:lnTo>
                  <a:lnTo>
                    <a:pt x="925252" y="244949"/>
                  </a:lnTo>
                  <a:lnTo>
                    <a:pt x="915670" y="246887"/>
                  </a:lnTo>
                  <a:lnTo>
                    <a:pt x="24638" y="246887"/>
                  </a:lnTo>
                  <a:lnTo>
                    <a:pt x="15055" y="244949"/>
                  </a:lnTo>
                  <a:lnTo>
                    <a:pt x="7223" y="239664"/>
                  </a:lnTo>
                  <a:lnTo>
                    <a:pt x="1938" y="231832"/>
                  </a:lnTo>
                  <a:lnTo>
                    <a:pt x="0" y="222249"/>
                  </a:lnTo>
                  <a:lnTo>
                    <a:pt x="0" y="24637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366761" y="156463"/>
            <a:ext cx="3181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95" dirty="0">
                <a:latin typeface="Verdana"/>
                <a:cs typeface="Verdana"/>
              </a:rPr>
              <a:t>P4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8910828" y="368808"/>
            <a:ext cx="239395" cy="291465"/>
          </a:xfrm>
          <a:custGeom>
            <a:avLst/>
            <a:gdLst/>
            <a:ahLst/>
            <a:cxnLst/>
            <a:rect l="l" t="t" r="r" b="b"/>
            <a:pathLst>
              <a:path w="239395" h="291465">
                <a:moveTo>
                  <a:pt x="215392" y="0"/>
                </a:moveTo>
                <a:lnTo>
                  <a:pt x="23875" y="0"/>
                </a:lnTo>
                <a:lnTo>
                  <a:pt x="14573" y="1873"/>
                </a:lnTo>
                <a:lnTo>
                  <a:pt x="6985" y="6984"/>
                </a:lnTo>
                <a:lnTo>
                  <a:pt x="1873" y="14573"/>
                </a:lnTo>
                <a:lnTo>
                  <a:pt x="0" y="23875"/>
                </a:lnTo>
                <a:lnTo>
                  <a:pt x="0" y="267207"/>
                </a:lnTo>
                <a:lnTo>
                  <a:pt x="1873" y="276510"/>
                </a:lnTo>
                <a:lnTo>
                  <a:pt x="6985" y="284099"/>
                </a:lnTo>
                <a:lnTo>
                  <a:pt x="14573" y="289210"/>
                </a:lnTo>
                <a:lnTo>
                  <a:pt x="23875" y="291083"/>
                </a:lnTo>
                <a:lnTo>
                  <a:pt x="215392" y="291083"/>
                </a:lnTo>
                <a:lnTo>
                  <a:pt x="224694" y="289210"/>
                </a:lnTo>
                <a:lnTo>
                  <a:pt x="232282" y="284099"/>
                </a:lnTo>
                <a:lnTo>
                  <a:pt x="237394" y="276510"/>
                </a:lnTo>
                <a:lnTo>
                  <a:pt x="239268" y="267207"/>
                </a:lnTo>
                <a:lnTo>
                  <a:pt x="239268" y="23875"/>
                </a:lnTo>
                <a:lnTo>
                  <a:pt x="237394" y="14573"/>
                </a:lnTo>
                <a:lnTo>
                  <a:pt x="232282" y="6984"/>
                </a:lnTo>
                <a:lnTo>
                  <a:pt x="224694" y="1873"/>
                </a:lnTo>
                <a:lnTo>
                  <a:pt x="215392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8858250" y="472821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35" dirty="0">
                <a:latin typeface="Verdana"/>
                <a:cs typeface="Verdana"/>
              </a:rPr>
              <a:t>17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8068056" y="220979"/>
            <a:ext cx="960119" cy="265430"/>
            <a:chOff x="8068056" y="220979"/>
            <a:chExt cx="960119" cy="265430"/>
          </a:xfrm>
        </p:grpSpPr>
        <p:sp>
          <p:nvSpPr>
            <p:cNvPr id="49" name="object 49"/>
            <p:cNvSpPr/>
            <p:nvPr/>
          </p:nvSpPr>
          <p:spPr>
            <a:xfrm>
              <a:off x="8077962" y="230885"/>
              <a:ext cx="940435" cy="245745"/>
            </a:xfrm>
            <a:custGeom>
              <a:avLst/>
              <a:gdLst/>
              <a:ahLst/>
              <a:cxnLst/>
              <a:rect l="l" t="t" r="r" b="b"/>
              <a:pathLst>
                <a:path w="940434" h="245745">
                  <a:moveTo>
                    <a:pt x="915797" y="0"/>
                  </a:moveTo>
                  <a:lnTo>
                    <a:pt x="24511" y="0"/>
                  </a:lnTo>
                  <a:lnTo>
                    <a:pt x="14948" y="1918"/>
                  </a:lnTo>
                  <a:lnTo>
                    <a:pt x="7159" y="7159"/>
                  </a:lnTo>
                  <a:lnTo>
                    <a:pt x="1918" y="14948"/>
                  </a:lnTo>
                  <a:lnTo>
                    <a:pt x="0" y="24511"/>
                  </a:lnTo>
                  <a:lnTo>
                    <a:pt x="0" y="220853"/>
                  </a:lnTo>
                  <a:lnTo>
                    <a:pt x="1918" y="230415"/>
                  </a:lnTo>
                  <a:lnTo>
                    <a:pt x="7159" y="238204"/>
                  </a:lnTo>
                  <a:lnTo>
                    <a:pt x="14948" y="243445"/>
                  </a:lnTo>
                  <a:lnTo>
                    <a:pt x="24511" y="245364"/>
                  </a:lnTo>
                  <a:lnTo>
                    <a:pt x="915797" y="245364"/>
                  </a:lnTo>
                  <a:lnTo>
                    <a:pt x="925306" y="243445"/>
                  </a:lnTo>
                  <a:lnTo>
                    <a:pt x="933100" y="238204"/>
                  </a:lnTo>
                  <a:lnTo>
                    <a:pt x="938371" y="230415"/>
                  </a:lnTo>
                  <a:lnTo>
                    <a:pt x="940308" y="220853"/>
                  </a:lnTo>
                  <a:lnTo>
                    <a:pt x="940308" y="24511"/>
                  </a:lnTo>
                  <a:lnTo>
                    <a:pt x="938371" y="14948"/>
                  </a:lnTo>
                  <a:lnTo>
                    <a:pt x="933100" y="7159"/>
                  </a:lnTo>
                  <a:lnTo>
                    <a:pt x="925306" y="1918"/>
                  </a:lnTo>
                  <a:lnTo>
                    <a:pt x="915797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8077962" y="230885"/>
              <a:ext cx="940435" cy="245745"/>
            </a:xfrm>
            <a:custGeom>
              <a:avLst/>
              <a:gdLst/>
              <a:ahLst/>
              <a:cxnLst/>
              <a:rect l="l" t="t" r="r" b="b"/>
              <a:pathLst>
                <a:path w="940434" h="245745">
                  <a:moveTo>
                    <a:pt x="0" y="24511"/>
                  </a:moveTo>
                  <a:lnTo>
                    <a:pt x="1918" y="14948"/>
                  </a:lnTo>
                  <a:lnTo>
                    <a:pt x="7159" y="7159"/>
                  </a:lnTo>
                  <a:lnTo>
                    <a:pt x="14948" y="1918"/>
                  </a:lnTo>
                  <a:lnTo>
                    <a:pt x="24511" y="0"/>
                  </a:lnTo>
                  <a:lnTo>
                    <a:pt x="915797" y="0"/>
                  </a:lnTo>
                  <a:lnTo>
                    <a:pt x="925306" y="1918"/>
                  </a:lnTo>
                  <a:lnTo>
                    <a:pt x="933100" y="7159"/>
                  </a:lnTo>
                  <a:lnTo>
                    <a:pt x="938371" y="14948"/>
                  </a:lnTo>
                  <a:lnTo>
                    <a:pt x="940308" y="24511"/>
                  </a:lnTo>
                  <a:lnTo>
                    <a:pt x="940308" y="220853"/>
                  </a:lnTo>
                  <a:lnTo>
                    <a:pt x="938371" y="230415"/>
                  </a:lnTo>
                  <a:lnTo>
                    <a:pt x="933100" y="238204"/>
                  </a:lnTo>
                  <a:lnTo>
                    <a:pt x="925306" y="243445"/>
                  </a:lnTo>
                  <a:lnTo>
                    <a:pt x="915797" y="245364"/>
                  </a:lnTo>
                  <a:lnTo>
                    <a:pt x="24511" y="245364"/>
                  </a:lnTo>
                  <a:lnTo>
                    <a:pt x="14948" y="243445"/>
                  </a:lnTo>
                  <a:lnTo>
                    <a:pt x="7159" y="238204"/>
                  </a:lnTo>
                  <a:lnTo>
                    <a:pt x="1918" y="230415"/>
                  </a:lnTo>
                  <a:lnTo>
                    <a:pt x="0" y="220853"/>
                  </a:lnTo>
                  <a:lnTo>
                    <a:pt x="0" y="24511"/>
                  </a:lnTo>
                  <a:close/>
                </a:path>
              </a:pathLst>
            </a:custGeom>
            <a:ln w="19811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8390381" y="170764"/>
            <a:ext cx="3181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90" dirty="0">
                <a:latin typeface="Verdana"/>
                <a:cs typeface="Verdana"/>
              </a:rPr>
              <a:t>P7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8670035" y="1175003"/>
            <a:ext cx="238125" cy="291465"/>
          </a:xfrm>
          <a:custGeom>
            <a:avLst/>
            <a:gdLst/>
            <a:ahLst/>
            <a:cxnLst/>
            <a:rect l="l" t="t" r="r" b="b"/>
            <a:pathLst>
              <a:path w="238125" h="291465">
                <a:moveTo>
                  <a:pt x="213995" y="0"/>
                </a:moveTo>
                <a:lnTo>
                  <a:pt x="23749" y="0"/>
                </a:lnTo>
                <a:lnTo>
                  <a:pt x="14519" y="1871"/>
                </a:lnTo>
                <a:lnTo>
                  <a:pt x="6969" y="6969"/>
                </a:lnTo>
                <a:lnTo>
                  <a:pt x="1871" y="14519"/>
                </a:lnTo>
                <a:lnTo>
                  <a:pt x="0" y="23749"/>
                </a:lnTo>
                <a:lnTo>
                  <a:pt x="0" y="267335"/>
                </a:lnTo>
                <a:lnTo>
                  <a:pt x="1871" y="276564"/>
                </a:lnTo>
                <a:lnTo>
                  <a:pt x="6969" y="284114"/>
                </a:lnTo>
                <a:lnTo>
                  <a:pt x="14519" y="289212"/>
                </a:lnTo>
                <a:lnTo>
                  <a:pt x="23749" y="291084"/>
                </a:lnTo>
                <a:lnTo>
                  <a:pt x="213995" y="291084"/>
                </a:lnTo>
                <a:lnTo>
                  <a:pt x="223224" y="289212"/>
                </a:lnTo>
                <a:lnTo>
                  <a:pt x="230774" y="284114"/>
                </a:lnTo>
                <a:lnTo>
                  <a:pt x="235872" y="276564"/>
                </a:lnTo>
                <a:lnTo>
                  <a:pt x="237744" y="267335"/>
                </a:lnTo>
                <a:lnTo>
                  <a:pt x="237744" y="23749"/>
                </a:lnTo>
                <a:lnTo>
                  <a:pt x="235872" y="14519"/>
                </a:lnTo>
                <a:lnTo>
                  <a:pt x="230774" y="6969"/>
                </a:lnTo>
                <a:lnTo>
                  <a:pt x="223224" y="1871"/>
                </a:lnTo>
                <a:lnTo>
                  <a:pt x="213995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8602726" y="1275715"/>
            <a:ext cx="2787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5" dirty="0">
                <a:latin typeface="Verdana"/>
                <a:cs typeface="Verdana"/>
              </a:rPr>
              <a:t>18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827009" y="1025397"/>
            <a:ext cx="960755" cy="267335"/>
            <a:chOff x="7827009" y="1025397"/>
            <a:chExt cx="960755" cy="267335"/>
          </a:xfrm>
        </p:grpSpPr>
        <p:sp>
          <p:nvSpPr>
            <p:cNvPr id="55" name="object 55"/>
            <p:cNvSpPr/>
            <p:nvPr/>
          </p:nvSpPr>
          <p:spPr>
            <a:xfrm>
              <a:off x="7837169" y="1035557"/>
              <a:ext cx="940435" cy="247015"/>
            </a:xfrm>
            <a:custGeom>
              <a:avLst/>
              <a:gdLst/>
              <a:ahLst/>
              <a:cxnLst/>
              <a:rect l="l" t="t" r="r" b="b"/>
              <a:pathLst>
                <a:path w="940434" h="247015">
                  <a:moveTo>
                    <a:pt x="915670" y="0"/>
                  </a:moveTo>
                  <a:lnTo>
                    <a:pt x="24637" y="0"/>
                  </a:lnTo>
                  <a:lnTo>
                    <a:pt x="15055" y="1938"/>
                  </a:lnTo>
                  <a:lnTo>
                    <a:pt x="7223" y="7223"/>
                  </a:lnTo>
                  <a:lnTo>
                    <a:pt x="1938" y="15055"/>
                  </a:lnTo>
                  <a:lnTo>
                    <a:pt x="0" y="24637"/>
                  </a:lnTo>
                  <a:lnTo>
                    <a:pt x="0" y="222250"/>
                  </a:lnTo>
                  <a:lnTo>
                    <a:pt x="1938" y="231832"/>
                  </a:lnTo>
                  <a:lnTo>
                    <a:pt x="7223" y="239664"/>
                  </a:lnTo>
                  <a:lnTo>
                    <a:pt x="15055" y="244949"/>
                  </a:lnTo>
                  <a:lnTo>
                    <a:pt x="24637" y="246887"/>
                  </a:lnTo>
                  <a:lnTo>
                    <a:pt x="915670" y="246887"/>
                  </a:lnTo>
                  <a:lnTo>
                    <a:pt x="925252" y="244949"/>
                  </a:lnTo>
                  <a:lnTo>
                    <a:pt x="933084" y="239664"/>
                  </a:lnTo>
                  <a:lnTo>
                    <a:pt x="938369" y="231832"/>
                  </a:lnTo>
                  <a:lnTo>
                    <a:pt x="940307" y="222250"/>
                  </a:lnTo>
                  <a:lnTo>
                    <a:pt x="940307" y="24637"/>
                  </a:lnTo>
                  <a:lnTo>
                    <a:pt x="938369" y="15055"/>
                  </a:lnTo>
                  <a:lnTo>
                    <a:pt x="933084" y="7223"/>
                  </a:lnTo>
                  <a:lnTo>
                    <a:pt x="925252" y="1938"/>
                  </a:lnTo>
                  <a:lnTo>
                    <a:pt x="91567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837169" y="1035557"/>
              <a:ext cx="940435" cy="247015"/>
            </a:xfrm>
            <a:custGeom>
              <a:avLst/>
              <a:gdLst/>
              <a:ahLst/>
              <a:cxnLst/>
              <a:rect l="l" t="t" r="r" b="b"/>
              <a:pathLst>
                <a:path w="940434" h="247015">
                  <a:moveTo>
                    <a:pt x="0" y="24637"/>
                  </a:moveTo>
                  <a:lnTo>
                    <a:pt x="1938" y="15055"/>
                  </a:lnTo>
                  <a:lnTo>
                    <a:pt x="7223" y="7223"/>
                  </a:lnTo>
                  <a:lnTo>
                    <a:pt x="15055" y="1938"/>
                  </a:lnTo>
                  <a:lnTo>
                    <a:pt x="24637" y="0"/>
                  </a:lnTo>
                  <a:lnTo>
                    <a:pt x="915670" y="0"/>
                  </a:lnTo>
                  <a:lnTo>
                    <a:pt x="925252" y="1938"/>
                  </a:lnTo>
                  <a:lnTo>
                    <a:pt x="933084" y="7223"/>
                  </a:lnTo>
                  <a:lnTo>
                    <a:pt x="938369" y="15055"/>
                  </a:lnTo>
                  <a:lnTo>
                    <a:pt x="940307" y="24637"/>
                  </a:lnTo>
                  <a:lnTo>
                    <a:pt x="940307" y="222250"/>
                  </a:lnTo>
                  <a:lnTo>
                    <a:pt x="938369" y="231832"/>
                  </a:lnTo>
                  <a:lnTo>
                    <a:pt x="933084" y="239664"/>
                  </a:lnTo>
                  <a:lnTo>
                    <a:pt x="925252" y="244949"/>
                  </a:lnTo>
                  <a:lnTo>
                    <a:pt x="915670" y="246887"/>
                  </a:lnTo>
                  <a:lnTo>
                    <a:pt x="24637" y="246887"/>
                  </a:lnTo>
                  <a:lnTo>
                    <a:pt x="15055" y="244949"/>
                  </a:lnTo>
                  <a:lnTo>
                    <a:pt x="7223" y="239664"/>
                  </a:lnTo>
                  <a:lnTo>
                    <a:pt x="1938" y="231832"/>
                  </a:lnTo>
                  <a:lnTo>
                    <a:pt x="0" y="222250"/>
                  </a:lnTo>
                  <a:lnTo>
                    <a:pt x="0" y="24637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8147684" y="972057"/>
            <a:ext cx="3181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95" dirty="0">
                <a:latin typeface="Verdana"/>
                <a:cs typeface="Verdana"/>
              </a:rPr>
              <a:t>P5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9744456" y="1170432"/>
            <a:ext cx="239395" cy="291465"/>
          </a:xfrm>
          <a:custGeom>
            <a:avLst/>
            <a:gdLst/>
            <a:ahLst/>
            <a:cxnLst/>
            <a:rect l="l" t="t" r="r" b="b"/>
            <a:pathLst>
              <a:path w="239395" h="291465">
                <a:moveTo>
                  <a:pt x="215392" y="0"/>
                </a:moveTo>
                <a:lnTo>
                  <a:pt x="23875" y="0"/>
                </a:lnTo>
                <a:lnTo>
                  <a:pt x="14573" y="1873"/>
                </a:lnTo>
                <a:lnTo>
                  <a:pt x="6985" y="6984"/>
                </a:lnTo>
                <a:lnTo>
                  <a:pt x="1873" y="14573"/>
                </a:lnTo>
                <a:lnTo>
                  <a:pt x="0" y="23875"/>
                </a:lnTo>
                <a:lnTo>
                  <a:pt x="0" y="267207"/>
                </a:lnTo>
                <a:lnTo>
                  <a:pt x="1873" y="276510"/>
                </a:lnTo>
                <a:lnTo>
                  <a:pt x="6985" y="284099"/>
                </a:lnTo>
                <a:lnTo>
                  <a:pt x="14573" y="289210"/>
                </a:lnTo>
                <a:lnTo>
                  <a:pt x="23875" y="291083"/>
                </a:lnTo>
                <a:lnTo>
                  <a:pt x="215392" y="291083"/>
                </a:lnTo>
                <a:lnTo>
                  <a:pt x="224694" y="289210"/>
                </a:lnTo>
                <a:lnTo>
                  <a:pt x="232282" y="284099"/>
                </a:lnTo>
                <a:lnTo>
                  <a:pt x="237394" y="276510"/>
                </a:lnTo>
                <a:lnTo>
                  <a:pt x="239268" y="267207"/>
                </a:lnTo>
                <a:lnTo>
                  <a:pt x="239268" y="23875"/>
                </a:lnTo>
                <a:lnTo>
                  <a:pt x="237394" y="14573"/>
                </a:lnTo>
                <a:lnTo>
                  <a:pt x="232282" y="6984"/>
                </a:lnTo>
                <a:lnTo>
                  <a:pt x="224694" y="1873"/>
                </a:lnTo>
                <a:lnTo>
                  <a:pt x="215392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9691878" y="1274191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35" dirty="0">
                <a:latin typeface="Verdana"/>
                <a:cs typeface="Verdana"/>
              </a:rPr>
              <a:t>20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8901430" y="1020825"/>
            <a:ext cx="960755" cy="267335"/>
            <a:chOff x="8901430" y="1020825"/>
            <a:chExt cx="960755" cy="267335"/>
          </a:xfrm>
        </p:grpSpPr>
        <p:sp>
          <p:nvSpPr>
            <p:cNvPr id="61" name="object 61"/>
            <p:cNvSpPr/>
            <p:nvPr/>
          </p:nvSpPr>
          <p:spPr>
            <a:xfrm>
              <a:off x="8911590" y="1030985"/>
              <a:ext cx="940435" cy="247015"/>
            </a:xfrm>
            <a:custGeom>
              <a:avLst/>
              <a:gdLst/>
              <a:ahLst/>
              <a:cxnLst/>
              <a:rect l="l" t="t" r="r" b="b"/>
              <a:pathLst>
                <a:path w="940434" h="247015">
                  <a:moveTo>
                    <a:pt x="915669" y="0"/>
                  </a:moveTo>
                  <a:lnTo>
                    <a:pt x="24637" y="0"/>
                  </a:lnTo>
                  <a:lnTo>
                    <a:pt x="15055" y="1938"/>
                  </a:lnTo>
                  <a:lnTo>
                    <a:pt x="7223" y="7223"/>
                  </a:lnTo>
                  <a:lnTo>
                    <a:pt x="1938" y="15055"/>
                  </a:lnTo>
                  <a:lnTo>
                    <a:pt x="0" y="24637"/>
                  </a:lnTo>
                  <a:lnTo>
                    <a:pt x="0" y="222250"/>
                  </a:lnTo>
                  <a:lnTo>
                    <a:pt x="1938" y="231832"/>
                  </a:lnTo>
                  <a:lnTo>
                    <a:pt x="7223" y="239664"/>
                  </a:lnTo>
                  <a:lnTo>
                    <a:pt x="15055" y="244949"/>
                  </a:lnTo>
                  <a:lnTo>
                    <a:pt x="24637" y="246887"/>
                  </a:lnTo>
                  <a:lnTo>
                    <a:pt x="915669" y="246887"/>
                  </a:lnTo>
                  <a:lnTo>
                    <a:pt x="925252" y="244949"/>
                  </a:lnTo>
                  <a:lnTo>
                    <a:pt x="933084" y="239664"/>
                  </a:lnTo>
                  <a:lnTo>
                    <a:pt x="938369" y="231832"/>
                  </a:lnTo>
                  <a:lnTo>
                    <a:pt x="940307" y="222250"/>
                  </a:lnTo>
                  <a:lnTo>
                    <a:pt x="940307" y="24637"/>
                  </a:lnTo>
                  <a:lnTo>
                    <a:pt x="938369" y="15055"/>
                  </a:lnTo>
                  <a:lnTo>
                    <a:pt x="933084" y="7223"/>
                  </a:lnTo>
                  <a:lnTo>
                    <a:pt x="925252" y="1938"/>
                  </a:lnTo>
                  <a:lnTo>
                    <a:pt x="915669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8911590" y="1030985"/>
              <a:ext cx="940435" cy="247015"/>
            </a:xfrm>
            <a:custGeom>
              <a:avLst/>
              <a:gdLst/>
              <a:ahLst/>
              <a:cxnLst/>
              <a:rect l="l" t="t" r="r" b="b"/>
              <a:pathLst>
                <a:path w="940434" h="247015">
                  <a:moveTo>
                    <a:pt x="0" y="24637"/>
                  </a:moveTo>
                  <a:lnTo>
                    <a:pt x="1938" y="15055"/>
                  </a:lnTo>
                  <a:lnTo>
                    <a:pt x="7223" y="7223"/>
                  </a:lnTo>
                  <a:lnTo>
                    <a:pt x="15055" y="1938"/>
                  </a:lnTo>
                  <a:lnTo>
                    <a:pt x="24637" y="0"/>
                  </a:lnTo>
                  <a:lnTo>
                    <a:pt x="915669" y="0"/>
                  </a:lnTo>
                  <a:lnTo>
                    <a:pt x="925252" y="1938"/>
                  </a:lnTo>
                  <a:lnTo>
                    <a:pt x="933084" y="7223"/>
                  </a:lnTo>
                  <a:lnTo>
                    <a:pt x="938369" y="15055"/>
                  </a:lnTo>
                  <a:lnTo>
                    <a:pt x="940307" y="24637"/>
                  </a:lnTo>
                  <a:lnTo>
                    <a:pt x="940307" y="222250"/>
                  </a:lnTo>
                  <a:lnTo>
                    <a:pt x="938369" y="231832"/>
                  </a:lnTo>
                  <a:lnTo>
                    <a:pt x="933084" y="239664"/>
                  </a:lnTo>
                  <a:lnTo>
                    <a:pt x="925252" y="244949"/>
                  </a:lnTo>
                  <a:lnTo>
                    <a:pt x="915669" y="246887"/>
                  </a:lnTo>
                  <a:lnTo>
                    <a:pt x="24637" y="246887"/>
                  </a:lnTo>
                  <a:lnTo>
                    <a:pt x="15055" y="244949"/>
                  </a:lnTo>
                  <a:lnTo>
                    <a:pt x="7223" y="239664"/>
                  </a:lnTo>
                  <a:lnTo>
                    <a:pt x="1938" y="231832"/>
                  </a:lnTo>
                  <a:lnTo>
                    <a:pt x="0" y="222250"/>
                  </a:lnTo>
                  <a:lnTo>
                    <a:pt x="0" y="24637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9222740" y="967486"/>
            <a:ext cx="3181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95" dirty="0">
                <a:latin typeface="Verdana"/>
                <a:cs typeface="Verdana"/>
              </a:rPr>
              <a:t>P3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10800588" y="1168908"/>
            <a:ext cx="239395" cy="291465"/>
          </a:xfrm>
          <a:custGeom>
            <a:avLst/>
            <a:gdLst/>
            <a:ahLst/>
            <a:cxnLst/>
            <a:rect l="l" t="t" r="r" b="b"/>
            <a:pathLst>
              <a:path w="239395" h="291465">
                <a:moveTo>
                  <a:pt x="215391" y="0"/>
                </a:moveTo>
                <a:lnTo>
                  <a:pt x="23875" y="0"/>
                </a:lnTo>
                <a:lnTo>
                  <a:pt x="14573" y="1873"/>
                </a:lnTo>
                <a:lnTo>
                  <a:pt x="6985" y="6984"/>
                </a:lnTo>
                <a:lnTo>
                  <a:pt x="1873" y="14573"/>
                </a:lnTo>
                <a:lnTo>
                  <a:pt x="0" y="23875"/>
                </a:lnTo>
                <a:lnTo>
                  <a:pt x="0" y="267207"/>
                </a:lnTo>
                <a:lnTo>
                  <a:pt x="1873" y="276510"/>
                </a:lnTo>
                <a:lnTo>
                  <a:pt x="6984" y="284099"/>
                </a:lnTo>
                <a:lnTo>
                  <a:pt x="14573" y="289210"/>
                </a:lnTo>
                <a:lnTo>
                  <a:pt x="23875" y="291083"/>
                </a:lnTo>
                <a:lnTo>
                  <a:pt x="215391" y="291083"/>
                </a:lnTo>
                <a:lnTo>
                  <a:pt x="224694" y="289210"/>
                </a:lnTo>
                <a:lnTo>
                  <a:pt x="232282" y="284099"/>
                </a:lnTo>
                <a:lnTo>
                  <a:pt x="237394" y="276510"/>
                </a:lnTo>
                <a:lnTo>
                  <a:pt x="239267" y="267207"/>
                </a:lnTo>
                <a:lnTo>
                  <a:pt x="239267" y="23875"/>
                </a:lnTo>
                <a:lnTo>
                  <a:pt x="237394" y="14573"/>
                </a:lnTo>
                <a:lnTo>
                  <a:pt x="232282" y="6984"/>
                </a:lnTo>
                <a:lnTo>
                  <a:pt x="224694" y="1873"/>
                </a:lnTo>
                <a:lnTo>
                  <a:pt x="215391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10748009" y="1272362"/>
            <a:ext cx="2514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35" dirty="0">
                <a:latin typeface="Verdana"/>
                <a:cs typeface="Verdana"/>
              </a:rPr>
              <a:t>21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9957561" y="1020825"/>
            <a:ext cx="960755" cy="266065"/>
            <a:chOff x="9957561" y="1020825"/>
            <a:chExt cx="960755" cy="266065"/>
          </a:xfrm>
        </p:grpSpPr>
        <p:sp>
          <p:nvSpPr>
            <p:cNvPr id="67" name="object 67"/>
            <p:cNvSpPr/>
            <p:nvPr/>
          </p:nvSpPr>
          <p:spPr>
            <a:xfrm>
              <a:off x="9967721" y="1030985"/>
              <a:ext cx="940435" cy="245745"/>
            </a:xfrm>
            <a:custGeom>
              <a:avLst/>
              <a:gdLst/>
              <a:ahLst/>
              <a:cxnLst/>
              <a:rect l="l" t="t" r="r" b="b"/>
              <a:pathLst>
                <a:path w="940434" h="245744">
                  <a:moveTo>
                    <a:pt x="915797" y="0"/>
                  </a:moveTo>
                  <a:lnTo>
                    <a:pt x="24510" y="0"/>
                  </a:lnTo>
                  <a:lnTo>
                    <a:pt x="14948" y="1918"/>
                  </a:lnTo>
                  <a:lnTo>
                    <a:pt x="7159" y="7159"/>
                  </a:lnTo>
                  <a:lnTo>
                    <a:pt x="1918" y="14948"/>
                  </a:lnTo>
                  <a:lnTo>
                    <a:pt x="0" y="24511"/>
                  </a:lnTo>
                  <a:lnTo>
                    <a:pt x="0" y="220852"/>
                  </a:lnTo>
                  <a:lnTo>
                    <a:pt x="1918" y="230415"/>
                  </a:lnTo>
                  <a:lnTo>
                    <a:pt x="7159" y="238204"/>
                  </a:lnTo>
                  <a:lnTo>
                    <a:pt x="14948" y="243445"/>
                  </a:lnTo>
                  <a:lnTo>
                    <a:pt x="24510" y="245363"/>
                  </a:lnTo>
                  <a:lnTo>
                    <a:pt x="915797" y="245363"/>
                  </a:lnTo>
                  <a:lnTo>
                    <a:pt x="925306" y="243445"/>
                  </a:lnTo>
                  <a:lnTo>
                    <a:pt x="933100" y="238204"/>
                  </a:lnTo>
                  <a:lnTo>
                    <a:pt x="938371" y="230415"/>
                  </a:lnTo>
                  <a:lnTo>
                    <a:pt x="940307" y="220852"/>
                  </a:lnTo>
                  <a:lnTo>
                    <a:pt x="940307" y="24511"/>
                  </a:lnTo>
                  <a:lnTo>
                    <a:pt x="938371" y="14948"/>
                  </a:lnTo>
                  <a:lnTo>
                    <a:pt x="933100" y="7159"/>
                  </a:lnTo>
                  <a:lnTo>
                    <a:pt x="925306" y="1918"/>
                  </a:lnTo>
                  <a:lnTo>
                    <a:pt x="915797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9967721" y="1030985"/>
              <a:ext cx="940435" cy="245745"/>
            </a:xfrm>
            <a:custGeom>
              <a:avLst/>
              <a:gdLst/>
              <a:ahLst/>
              <a:cxnLst/>
              <a:rect l="l" t="t" r="r" b="b"/>
              <a:pathLst>
                <a:path w="940434" h="245744">
                  <a:moveTo>
                    <a:pt x="0" y="24511"/>
                  </a:moveTo>
                  <a:lnTo>
                    <a:pt x="1918" y="14948"/>
                  </a:lnTo>
                  <a:lnTo>
                    <a:pt x="7159" y="7159"/>
                  </a:lnTo>
                  <a:lnTo>
                    <a:pt x="14948" y="1918"/>
                  </a:lnTo>
                  <a:lnTo>
                    <a:pt x="24510" y="0"/>
                  </a:lnTo>
                  <a:lnTo>
                    <a:pt x="915797" y="0"/>
                  </a:lnTo>
                  <a:lnTo>
                    <a:pt x="925306" y="1918"/>
                  </a:lnTo>
                  <a:lnTo>
                    <a:pt x="933100" y="7159"/>
                  </a:lnTo>
                  <a:lnTo>
                    <a:pt x="938371" y="14948"/>
                  </a:lnTo>
                  <a:lnTo>
                    <a:pt x="940307" y="24511"/>
                  </a:lnTo>
                  <a:lnTo>
                    <a:pt x="940307" y="220852"/>
                  </a:lnTo>
                  <a:lnTo>
                    <a:pt x="938371" y="230415"/>
                  </a:lnTo>
                  <a:lnTo>
                    <a:pt x="933100" y="238204"/>
                  </a:lnTo>
                  <a:lnTo>
                    <a:pt x="925306" y="243445"/>
                  </a:lnTo>
                  <a:lnTo>
                    <a:pt x="915797" y="245363"/>
                  </a:lnTo>
                  <a:lnTo>
                    <a:pt x="24510" y="245363"/>
                  </a:lnTo>
                  <a:lnTo>
                    <a:pt x="14948" y="243445"/>
                  </a:lnTo>
                  <a:lnTo>
                    <a:pt x="7159" y="238204"/>
                  </a:lnTo>
                  <a:lnTo>
                    <a:pt x="1918" y="230415"/>
                  </a:lnTo>
                  <a:lnTo>
                    <a:pt x="0" y="220852"/>
                  </a:lnTo>
                  <a:lnTo>
                    <a:pt x="0" y="24511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0279126" y="966343"/>
            <a:ext cx="3181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95" dirty="0">
                <a:latin typeface="Verdana"/>
                <a:cs typeface="Verdana"/>
              </a:rPr>
              <a:t>P2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1871959" y="1155191"/>
            <a:ext cx="239395" cy="291465"/>
          </a:xfrm>
          <a:custGeom>
            <a:avLst/>
            <a:gdLst/>
            <a:ahLst/>
            <a:cxnLst/>
            <a:rect l="l" t="t" r="r" b="b"/>
            <a:pathLst>
              <a:path w="239395" h="291465">
                <a:moveTo>
                  <a:pt x="215392" y="0"/>
                </a:moveTo>
                <a:lnTo>
                  <a:pt x="23875" y="0"/>
                </a:lnTo>
                <a:lnTo>
                  <a:pt x="14573" y="1873"/>
                </a:lnTo>
                <a:lnTo>
                  <a:pt x="6985" y="6985"/>
                </a:lnTo>
                <a:lnTo>
                  <a:pt x="1873" y="14573"/>
                </a:lnTo>
                <a:lnTo>
                  <a:pt x="0" y="23875"/>
                </a:lnTo>
                <a:lnTo>
                  <a:pt x="0" y="267208"/>
                </a:lnTo>
                <a:lnTo>
                  <a:pt x="1873" y="276510"/>
                </a:lnTo>
                <a:lnTo>
                  <a:pt x="6985" y="284099"/>
                </a:lnTo>
                <a:lnTo>
                  <a:pt x="14573" y="289210"/>
                </a:lnTo>
                <a:lnTo>
                  <a:pt x="23875" y="291084"/>
                </a:lnTo>
                <a:lnTo>
                  <a:pt x="215392" y="291084"/>
                </a:lnTo>
                <a:lnTo>
                  <a:pt x="224694" y="289210"/>
                </a:lnTo>
                <a:lnTo>
                  <a:pt x="232282" y="284099"/>
                </a:lnTo>
                <a:lnTo>
                  <a:pt x="237394" y="276510"/>
                </a:lnTo>
                <a:lnTo>
                  <a:pt x="239268" y="267208"/>
                </a:lnTo>
                <a:lnTo>
                  <a:pt x="239268" y="23875"/>
                </a:lnTo>
                <a:lnTo>
                  <a:pt x="237394" y="14573"/>
                </a:lnTo>
                <a:lnTo>
                  <a:pt x="232282" y="6985"/>
                </a:lnTo>
                <a:lnTo>
                  <a:pt x="224694" y="1873"/>
                </a:lnTo>
                <a:lnTo>
                  <a:pt x="215392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11819635" y="1259586"/>
            <a:ext cx="2520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30" dirty="0">
                <a:latin typeface="Verdana"/>
                <a:cs typeface="Verdana"/>
              </a:rPr>
              <a:t>24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11029188" y="1007363"/>
            <a:ext cx="960119" cy="265430"/>
            <a:chOff x="11029188" y="1007363"/>
            <a:chExt cx="960119" cy="265430"/>
          </a:xfrm>
        </p:grpSpPr>
        <p:sp>
          <p:nvSpPr>
            <p:cNvPr id="73" name="object 73"/>
            <p:cNvSpPr/>
            <p:nvPr/>
          </p:nvSpPr>
          <p:spPr>
            <a:xfrm>
              <a:off x="11039094" y="1017269"/>
              <a:ext cx="940435" cy="245745"/>
            </a:xfrm>
            <a:custGeom>
              <a:avLst/>
              <a:gdLst/>
              <a:ahLst/>
              <a:cxnLst/>
              <a:rect l="l" t="t" r="r" b="b"/>
              <a:pathLst>
                <a:path w="940434" h="245744">
                  <a:moveTo>
                    <a:pt x="915797" y="0"/>
                  </a:moveTo>
                  <a:lnTo>
                    <a:pt x="24510" y="0"/>
                  </a:lnTo>
                  <a:lnTo>
                    <a:pt x="14948" y="1918"/>
                  </a:lnTo>
                  <a:lnTo>
                    <a:pt x="7159" y="7159"/>
                  </a:lnTo>
                  <a:lnTo>
                    <a:pt x="1918" y="14948"/>
                  </a:lnTo>
                  <a:lnTo>
                    <a:pt x="0" y="24510"/>
                  </a:lnTo>
                  <a:lnTo>
                    <a:pt x="0" y="220852"/>
                  </a:lnTo>
                  <a:lnTo>
                    <a:pt x="1918" y="230415"/>
                  </a:lnTo>
                  <a:lnTo>
                    <a:pt x="7159" y="238204"/>
                  </a:lnTo>
                  <a:lnTo>
                    <a:pt x="14948" y="243445"/>
                  </a:lnTo>
                  <a:lnTo>
                    <a:pt x="24510" y="245363"/>
                  </a:lnTo>
                  <a:lnTo>
                    <a:pt x="915797" y="245363"/>
                  </a:lnTo>
                  <a:lnTo>
                    <a:pt x="925359" y="243445"/>
                  </a:lnTo>
                  <a:lnTo>
                    <a:pt x="933148" y="238204"/>
                  </a:lnTo>
                  <a:lnTo>
                    <a:pt x="938389" y="230415"/>
                  </a:lnTo>
                  <a:lnTo>
                    <a:pt x="940307" y="220852"/>
                  </a:lnTo>
                  <a:lnTo>
                    <a:pt x="940307" y="24510"/>
                  </a:lnTo>
                  <a:lnTo>
                    <a:pt x="938389" y="14948"/>
                  </a:lnTo>
                  <a:lnTo>
                    <a:pt x="933148" y="7159"/>
                  </a:lnTo>
                  <a:lnTo>
                    <a:pt x="925359" y="1918"/>
                  </a:lnTo>
                  <a:lnTo>
                    <a:pt x="915797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11039094" y="1017269"/>
              <a:ext cx="940435" cy="245745"/>
            </a:xfrm>
            <a:custGeom>
              <a:avLst/>
              <a:gdLst/>
              <a:ahLst/>
              <a:cxnLst/>
              <a:rect l="l" t="t" r="r" b="b"/>
              <a:pathLst>
                <a:path w="940434" h="245744">
                  <a:moveTo>
                    <a:pt x="0" y="24510"/>
                  </a:moveTo>
                  <a:lnTo>
                    <a:pt x="1918" y="14948"/>
                  </a:lnTo>
                  <a:lnTo>
                    <a:pt x="7159" y="7159"/>
                  </a:lnTo>
                  <a:lnTo>
                    <a:pt x="14948" y="1918"/>
                  </a:lnTo>
                  <a:lnTo>
                    <a:pt x="24510" y="0"/>
                  </a:lnTo>
                  <a:lnTo>
                    <a:pt x="915797" y="0"/>
                  </a:lnTo>
                  <a:lnTo>
                    <a:pt x="925359" y="1918"/>
                  </a:lnTo>
                  <a:lnTo>
                    <a:pt x="933148" y="7159"/>
                  </a:lnTo>
                  <a:lnTo>
                    <a:pt x="938389" y="14948"/>
                  </a:lnTo>
                  <a:lnTo>
                    <a:pt x="940307" y="24510"/>
                  </a:lnTo>
                  <a:lnTo>
                    <a:pt x="940307" y="220852"/>
                  </a:lnTo>
                  <a:lnTo>
                    <a:pt x="938389" y="230415"/>
                  </a:lnTo>
                  <a:lnTo>
                    <a:pt x="933148" y="238204"/>
                  </a:lnTo>
                  <a:lnTo>
                    <a:pt x="925359" y="243445"/>
                  </a:lnTo>
                  <a:lnTo>
                    <a:pt x="915797" y="245363"/>
                  </a:lnTo>
                  <a:lnTo>
                    <a:pt x="24510" y="245363"/>
                  </a:lnTo>
                  <a:lnTo>
                    <a:pt x="14948" y="243445"/>
                  </a:lnTo>
                  <a:lnTo>
                    <a:pt x="7159" y="238204"/>
                  </a:lnTo>
                  <a:lnTo>
                    <a:pt x="1918" y="230415"/>
                  </a:lnTo>
                  <a:lnTo>
                    <a:pt x="0" y="220852"/>
                  </a:lnTo>
                  <a:lnTo>
                    <a:pt x="0" y="24510"/>
                  </a:lnTo>
                  <a:close/>
                </a:path>
              </a:pathLst>
            </a:custGeom>
            <a:ln w="19812">
              <a:solidFill>
                <a:srgbClr val="5B9B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11350879" y="953262"/>
            <a:ext cx="3181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95" dirty="0">
                <a:latin typeface="Verdana"/>
                <a:cs typeface="Verdana"/>
              </a:rPr>
              <a:t>P1</a:t>
            </a:r>
            <a:endParaRPr sz="2000">
              <a:latin typeface="Verdana"/>
              <a:cs typeface="Verdana"/>
            </a:endParaRPr>
          </a:p>
        </p:txBody>
      </p:sp>
      <p:graphicFrame>
        <p:nvGraphicFramePr>
          <p:cNvPr id="76" name="object 76"/>
          <p:cNvGraphicFramePr>
            <a:graphicFrameLocks noGrp="1"/>
          </p:cNvGraphicFramePr>
          <p:nvPr>
            <p:extLst/>
          </p:nvPr>
        </p:nvGraphicFramePr>
        <p:xfrm>
          <a:off x="1104823" y="2286000"/>
          <a:ext cx="7983216" cy="34347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761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4269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9890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8651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79502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7439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188084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</a:tblGrid>
              <a:tr h="587120">
                <a:tc>
                  <a:txBody>
                    <a:bodyPr/>
                    <a:lstStyle/>
                    <a:p>
                      <a:pPr marL="506095" marR="219710" indent="-281940">
                        <a:lnSpc>
                          <a:spcPts val="1800"/>
                        </a:lnSpc>
                        <a:spcBef>
                          <a:spcPts val="1145"/>
                        </a:spcBef>
                      </a:pP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P</a:t>
                      </a:r>
                      <a:r>
                        <a:rPr sz="1600" b="1" dirty="0">
                          <a:latin typeface="Gothic Uralic"/>
                          <a:cs typeface="Gothic Uralic"/>
                        </a:rPr>
                        <a:t>r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ocess  id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1325" marR="132080" indent="-303530">
                        <a:lnSpc>
                          <a:spcPts val="1800"/>
                        </a:lnSpc>
                        <a:spcBef>
                          <a:spcPts val="1145"/>
                        </a:spcBef>
                      </a:pP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Burst</a:t>
                      </a:r>
                      <a:r>
                        <a:rPr sz="1600" b="1" spc="-95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Time  </a:t>
                      </a: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(BT)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3555" marR="123189" indent="-375285">
                        <a:lnSpc>
                          <a:spcPts val="1800"/>
                        </a:lnSpc>
                        <a:spcBef>
                          <a:spcPts val="1145"/>
                        </a:spcBef>
                      </a:pP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Arrival</a:t>
                      </a:r>
                      <a:r>
                        <a:rPr sz="1600" b="1" spc="-5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Time  (AT)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8595" marR="58419" indent="-120650">
                        <a:lnSpc>
                          <a:spcPts val="1800"/>
                        </a:lnSpc>
                        <a:spcBef>
                          <a:spcPts val="1145"/>
                        </a:spcBef>
                      </a:pPr>
                      <a:r>
                        <a:rPr sz="1600" b="1" dirty="0">
                          <a:latin typeface="Gothic Uralic"/>
                          <a:cs typeface="Gothic Uralic"/>
                        </a:rPr>
                        <a:t>Compl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etion  Time</a:t>
                      </a:r>
                      <a:r>
                        <a:rPr sz="1600" b="1" spc="-20" dirty="0">
                          <a:latin typeface="Gothic Uralic"/>
                          <a:cs typeface="Gothic Uralic"/>
                        </a:rPr>
                        <a:t> </a:t>
                      </a: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(CT)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1454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TAT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508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600" b="1" spc="-5" dirty="0">
                          <a:latin typeface="Gothic Uralic"/>
                          <a:cs typeface="Gothic Uralic"/>
                        </a:rPr>
                        <a:t>WT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550" dirty="0">
                        <a:latin typeface="Times New Roman"/>
                        <a:cs typeface="Times New Roman"/>
                      </a:endParaRPr>
                    </a:p>
                    <a:p>
                      <a:pPr marL="19685" algn="ctr">
                        <a:lnSpc>
                          <a:spcPct val="100000"/>
                        </a:lnSpc>
                      </a:pP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RT</a:t>
                      </a:r>
                      <a:endParaRPr sz="1600" dirty="0">
                        <a:latin typeface="Gothic Uralic"/>
                        <a:cs typeface="Gothic Uralic"/>
                      </a:endParaRPr>
                    </a:p>
                  </a:txBody>
                  <a:tcPr marL="0" marR="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198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5" dirty="0">
                          <a:latin typeface="Gothic Uralic"/>
                          <a:cs typeface="Gothic Uralic"/>
                        </a:rPr>
                        <a:t>P1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499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Carlito"/>
                          <a:cs typeface="Carlito"/>
                        </a:rPr>
                        <a:t>4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436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Carlito"/>
                          <a:cs typeface="Carlito"/>
                        </a:rPr>
                        <a:t>0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24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24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20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15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185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P2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499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Carlito"/>
                          <a:cs typeface="Carlito"/>
                        </a:rPr>
                        <a:t>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436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Carlito"/>
                          <a:cs typeface="Carlito"/>
                        </a:rPr>
                        <a:t>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21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20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18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198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600" b="1" spc="-10" dirty="0">
                          <a:latin typeface="Gothic Uralic"/>
                          <a:cs typeface="Gothic Uralic"/>
                        </a:rPr>
                        <a:t>P3</a:t>
                      </a:r>
                      <a:endParaRPr sz="1600">
                        <a:latin typeface="Gothic Uralic"/>
                        <a:cs typeface="Gothic Uralic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499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Carlito"/>
                          <a:cs typeface="Carlito"/>
                        </a:rPr>
                        <a:t>3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436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Carlito"/>
                          <a:cs typeface="Carlito"/>
                        </a:rPr>
                        <a:t>2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20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18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159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15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15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1856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P4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499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Carlito"/>
                          <a:cs typeface="Carlito"/>
                        </a:rPr>
                        <a:t>4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436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Carlito"/>
                          <a:cs typeface="Carlito"/>
                        </a:rPr>
                        <a:t>3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8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198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P5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499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Carlito"/>
                          <a:cs typeface="Carlito"/>
                        </a:rPr>
                        <a:t>1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436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Carlito"/>
                          <a:cs typeface="Carlito"/>
                        </a:rPr>
                        <a:t>4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18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13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13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71982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P6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499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Carlito"/>
                          <a:cs typeface="Carlito"/>
                        </a:rPr>
                        <a:t>4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436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Carlito"/>
                          <a:cs typeface="Carlito"/>
                        </a:rPr>
                        <a:t>5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9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4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0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71856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P7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54990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Carlito"/>
                          <a:cs typeface="Carlito"/>
                        </a:rPr>
                        <a:t>6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4365" algn="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b="1" dirty="0">
                          <a:latin typeface="Carlito"/>
                          <a:cs typeface="Carlito"/>
                        </a:rPr>
                        <a:t>6</a:t>
                      </a:r>
                      <a:endParaRPr sz="1800">
                        <a:latin typeface="Carlito"/>
                        <a:cs typeface="Carlito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17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spc="-5" dirty="0">
                          <a:latin typeface="Courier New"/>
                          <a:cs typeface="Courier New"/>
                        </a:rPr>
                        <a:t>11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5</a:t>
                      </a:r>
                      <a:endParaRPr sz="180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175"/>
                        </a:spcBef>
                      </a:pPr>
                      <a:r>
                        <a:rPr sz="1800" b="1" dirty="0">
                          <a:latin typeface="Courier New"/>
                          <a:cs typeface="Courier New"/>
                        </a:rPr>
                        <a:t>5</a:t>
                      </a:r>
                      <a:endParaRPr sz="1800" dirty="0">
                        <a:latin typeface="Courier New"/>
                        <a:cs typeface="Courier New"/>
                      </a:endParaRPr>
                    </a:p>
                  </a:txBody>
                  <a:tcPr marL="0" marR="0" marT="222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7" name="object 77"/>
          <p:cNvSpPr txBox="1"/>
          <p:nvPr/>
        </p:nvSpPr>
        <p:spPr>
          <a:xfrm>
            <a:off x="1793875" y="5785815"/>
            <a:ext cx="30556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Gothic Uralic"/>
                <a:cs typeface="Gothic Uralic"/>
              </a:rPr>
              <a:t>Average </a:t>
            </a:r>
            <a:r>
              <a:rPr sz="1800" b="1" spc="-5" dirty="0">
                <a:latin typeface="Gothic Uralic"/>
                <a:cs typeface="Gothic Uralic"/>
              </a:rPr>
              <a:t>TAT </a:t>
            </a:r>
            <a:r>
              <a:rPr sz="1800" b="1" dirty="0">
                <a:latin typeface="Gothic Uralic"/>
                <a:cs typeface="Gothic Uralic"/>
              </a:rPr>
              <a:t>= </a:t>
            </a:r>
            <a:r>
              <a:rPr sz="1800" b="1" spc="-5" dirty="0">
                <a:latin typeface="Gothic Uralic"/>
                <a:cs typeface="Gothic Uralic"/>
              </a:rPr>
              <a:t>14.14 </a:t>
            </a:r>
            <a:r>
              <a:rPr sz="1800" b="1" dirty="0">
                <a:latin typeface="Gothic Uralic"/>
                <a:cs typeface="Gothic Uralic"/>
              </a:rPr>
              <a:t>msec.  Average </a:t>
            </a:r>
            <a:r>
              <a:rPr sz="1800" b="1" spc="-5" dirty="0">
                <a:latin typeface="Gothic Uralic"/>
                <a:cs typeface="Gothic Uralic"/>
              </a:rPr>
              <a:t>WT </a:t>
            </a:r>
            <a:r>
              <a:rPr sz="1800" b="1" dirty="0">
                <a:latin typeface="Gothic Uralic"/>
                <a:cs typeface="Gothic Uralic"/>
              </a:rPr>
              <a:t>= </a:t>
            </a:r>
            <a:r>
              <a:rPr sz="1800" b="1" spc="-5" dirty="0">
                <a:latin typeface="Gothic Uralic"/>
                <a:cs typeface="Gothic Uralic"/>
              </a:rPr>
              <a:t>10.71</a:t>
            </a:r>
            <a:r>
              <a:rPr sz="1800" b="1" spc="-95" dirty="0">
                <a:latin typeface="Gothic Uralic"/>
                <a:cs typeface="Gothic Uralic"/>
              </a:rPr>
              <a:t> </a:t>
            </a:r>
            <a:r>
              <a:rPr sz="1800" b="1" dirty="0">
                <a:latin typeface="Gothic Uralic"/>
                <a:cs typeface="Gothic Uralic"/>
              </a:rPr>
              <a:t>msec.</a:t>
            </a:r>
            <a:endParaRPr sz="1800">
              <a:latin typeface="Gothic Uralic"/>
              <a:cs typeface="Gothic Uralic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406134" y="5722721"/>
            <a:ext cx="320357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Gothic Uralic"/>
                <a:cs typeface="Gothic Uralic"/>
              </a:rPr>
              <a:t>Throughput </a:t>
            </a:r>
            <a:r>
              <a:rPr sz="1800" b="1" spc="-5" dirty="0">
                <a:latin typeface="Gothic Uralic"/>
                <a:cs typeface="Gothic Uralic"/>
              </a:rPr>
              <a:t>=7/24</a:t>
            </a:r>
            <a:r>
              <a:rPr sz="1800" b="1" spc="-125" dirty="0">
                <a:latin typeface="Gothic Uralic"/>
                <a:cs typeface="Gothic Uralic"/>
              </a:rPr>
              <a:t> </a:t>
            </a:r>
            <a:r>
              <a:rPr sz="1800" b="1" spc="-5" dirty="0">
                <a:latin typeface="Gothic Uralic"/>
                <a:cs typeface="Gothic Uralic"/>
              </a:rPr>
              <a:t>=0.29msec</a:t>
            </a:r>
            <a:endParaRPr sz="1800" dirty="0">
              <a:latin typeface="Gothic Uralic"/>
              <a:cs typeface="Gothic Uralic"/>
            </a:endParaRPr>
          </a:p>
        </p:txBody>
      </p:sp>
    </p:spTree>
    <p:extLst>
      <p:ext uri="{BB962C8B-B14F-4D97-AF65-F5344CB8AC3E}">
        <p14:creationId xmlns:p14="http://schemas.microsoft.com/office/powerpoint/2010/main" val="1730910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58951" y="1638406"/>
            <a:ext cx="11432286" cy="18038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2470150" y="2661411"/>
          <a:ext cx="7640319" cy="205257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317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7317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7888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9857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21285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0365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6510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Pno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Priority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AT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CPU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I/O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143510" marB="0"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CPU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143510" marB="0"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5285">
                <a:tc>
                  <a:txBody>
                    <a:bodyPr/>
                    <a:lstStyle/>
                    <a:p>
                      <a:pPr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P1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0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5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5284">
                <a:tc>
                  <a:txBody>
                    <a:bodyPr/>
                    <a:lstStyle/>
                    <a:p>
                      <a:pPr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P2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spc="-10" dirty="0">
                          <a:latin typeface="Gothic Uralic"/>
                          <a:cs typeface="Gothic Uralic"/>
                        </a:rPr>
                        <a:t>3(L)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L w="12700">
                      <a:solidFill>
                        <a:srgbClr val="000000"/>
                      </a:solidFill>
                      <a:prstDash val="solid"/>
                    </a:lnL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ts val="2810"/>
                        </a:lnSpc>
                        <a:spcBef>
                          <a:spcPts val="45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5715" marB="0"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5100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P3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400" b="1" spc="-5" dirty="0">
                          <a:latin typeface="Gothic Uralic"/>
                          <a:cs typeface="Gothic Uralic"/>
                        </a:rPr>
                        <a:t>1(H)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2860"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2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143510" marB="0">
                    <a:lnL w="12700">
                      <a:solidFill>
                        <a:srgbClr val="000000"/>
                      </a:solidFill>
                      <a:prstDash val="solid"/>
                    </a:lnL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3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143510" marB="0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1130"/>
                        </a:spcBef>
                      </a:pPr>
                      <a:r>
                        <a:rPr sz="2400" b="1" dirty="0">
                          <a:latin typeface="Gothic Uralic"/>
                          <a:cs typeface="Gothic Uralic"/>
                        </a:rPr>
                        <a:t>1</a:t>
                      </a:r>
                      <a:endParaRPr sz="2400">
                        <a:latin typeface="Gothic Uralic"/>
                        <a:cs typeface="Gothic Uralic"/>
                      </a:endParaRPr>
                    </a:p>
                  </a:txBody>
                  <a:tcPr marL="0" marR="0" marT="143510" marB="0"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16939" y="669112"/>
            <a:ext cx="28524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" dirty="0">
                <a:solidFill>
                  <a:srgbClr val="FF0000"/>
                </a:solidFill>
              </a:rPr>
              <a:t>Example</a:t>
            </a:r>
            <a:r>
              <a:rPr sz="4400" spc="-100" dirty="0">
                <a:solidFill>
                  <a:srgbClr val="FF0000"/>
                </a:solidFill>
              </a:rPr>
              <a:t> </a:t>
            </a:r>
            <a:r>
              <a:rPr sz="4400" dirty="0">
                <a:solidFill>
                  <a:srgbClr val="FF0000"/>
                </a:solidFill>
              </a:rPr>
              <a:t>4</a:t>
            </a:r>
            <a:endParaRPr sz="4400"/>
          </a:p>
        </p:txBody>
      </p:sp>
    </p:spTree>
    <p:extLst>
      <p:ext uri="{BB962C8B-B14F-4D97-AF65-F5344CB8AC3E}">
        <p14:creationId xmlns:p14="http://schemas.microsoft.com/office/powerpoint/2010/main" val="3419670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>
            <a:extLst>
              <a:ext uri="{FF2B5EF4-FFF2-40B4-BE49-F238E27FC236}">
                <a16:creationId xmlns:a16="http://schemas.microsoft.com/office/drawing/2014/main" xmlns="" id="{09D0E5E8-A027-43B0-871E-ED73DF85B2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525713" y="130053"/>
            <a:ext cx="8824774" cy="863859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rgbClr val="FF0000"/>
                </a:solidFill>
              </a:rPr>
              <a:t>Interprocess Communication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xmlns="" id="{2EF26BE1-FCB0-440F-8834-E9B667D36D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5313" y="1083366"/>
            <a:ext cx="11082130" cy="5297556"/>
          </a:xfrm>
        </p:spPr>
        <p:txBody>
          <a:bodyPr>
            <a:normAutofit/>
          </a:bodyPr>
          <a:lstStyle/>
          <a:p>
            <a:r>
              <a:rPr lang="en-US" altLang="en-US" dirty="0"/>
              <a:t>Processes within a system may be </a:t>
            </a:r>
            <a:r>
              <a:rPr lang="en-US" altLang="en-US" b="1" i="1" dirty="0"/>
              <a:t>independent</a:t>
            </a:r>
            <a:r>
              <a:rPr lang="en-US" altLang="en-US" b="1" dirty="0"/>
              <a:t> </a:t>
            </a:r>
            <a:r>
              <a:rPr lang="en-US" altLang="en-US" dirty="0"/>
              <a:t>or </a:t>
            </a:r>
            <a:r>
              <a:rPr lang="en-US" altLang="en-US" b="1" i="1" dirty="0"/>
              <a:t>cooperating</a:t>
            </a:r>
          </a:p>
          <a:p>
            <a:r>
              <a:rPr lang="en-US" altLang="en-US" dirty="0"/>
              <a:t>Cooperating process can affect or be affected by other processes, including sharing data</a:t>
            </a:r>
          </a:p>
          <a:p>
            <a:r>
              <a:rPr lang="en-US" altLang="en-US" dirty="0"/>
              <a:t>Reasons for cooperating processes:</a:t>
            </a:r>
          </a:p>
          <a:p>
            <a:pPr lvl="1"/>
            <a:r>
              <a:rPr lang="en-US" altLang="en-US" dirty="0"/>
              <a:t>Information sharing</a:t>
            </a:r>
          </a:p>
          <a:p>
            <a:pPr lvl="1"/>
            <a:r>
              <a:rPr lang="en-US" altLang="en-US" dirty="0"/>
              <a:t>Computation speedup</a:t>
            </a:r>
          </a:p>
          <a:p>
            <a:pPr lvl="1"/>
            <a:r>
              <a:rPr lang="en-US" altLang="en-US" dirty="0"/>
              <a:t>Modularity</a:t>
            </a:r>
          </a:p>
          <a:p>
            <a:pPr lvl="1"/>
            <a:r>
              <a:rPr lang="en-US" altLang="en-US" dirty="0"/>
              <a:t>Convenience	</a:t>
            </a:r>
          </a:p>
          <a:p>
            <a:r>
              <a:rPr lang="en-US" altLang="en-US" dirty="0"/>
              <a:t>Cooperating processes need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interprocess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communication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IPC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Two models of IPC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Message passing</a:t>
            </a:r>
          </a:p>
          <a:p>
            <a:pPr lvl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863423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xmlns="" id="{D24006AF-9462-4FD7-8602-D757042B9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228601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Communications Models 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xmlns="" id="{00B4232E-A93C-4613-91D0-E8A0948B6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5817" y="1150939"/>
            <a:ext cx="706789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en-US" dirty="0">
                <a:solidFill>
                  <a:srgbClr val="000000"/>
                </a:solidFill>
                <a:latin typeface="Arial" panose="020B0604020202020204" pitchFamily="34" charset="0"/>
              </a:rPr>
              <a:t>(a) Shared memory.  		(b) Message passing. </a:t>
            </a:r>
            <a:r>
              <a:rPr kumimoji="0" lang="en-US" altLang="en-US" dirty="0"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1444" name="Picture 1">
            <a:extLst>
              <a:ext uri="{FF2B5EF4-FFF2-40B4-BE49-F238E27FC236}">
                <a16:creationId xmlns:a16="http://schemas.microsoft.com/office/drawing/2014/main" xmlns="" id="{3ED38AED-C0F5-4084-BE69-BF6EFD7FF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687" y="2016126"/>
            <a:ext cx="7863027" cy="5033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548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xmlns="" id="{69141823-0818-4D21-8248-27E5004ACA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73300" y="228601"/>
            <a:ext cx="79375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Producer-Consumer Problem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xmlns="" id="{99B8C2EA-F3A4-449A-81E9-2FC5EC36E1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4568" y="1214439"/>
            <a:ext cx="11032327" cy="5106848"/>
          </a:xfrm>
        </p:spPr>
        <p:txBody>
          <a:bodyPr>
            <a:normAutofit/>
          </a:bodyPr>
          <a:lstStyle/>
          <a:p>
            <a:r>
              <a:rPr lang="en-US" altLang="en-US" dirty="0"/>
              <a:t>Paradigm for cooperating processes:</a:t>
            </a:r>
          </a:p>
          <a:p>
            <a:pPr lvl="1"/>
            <a:r>
              <a:rPr lang="en-US" altLang="en-US" i="1" dirty="0"/>
              <a:t>producer</a:t>
            </a:r>
            <a:r>
              <a:rPr lang="en-US" altLang="en-US" dirty="0"/>
              <a:t> process produces information that is consumed by a </a:t>
            </a:r>
            <a:r>
              <a:rPr lang="en-US" altLang="en-US" i="1" dirty="0"/>
              <a:t>consumer</a:t>
            </a:r>
            <a:r>
              <a:rPr lang="en-US" altLang="en-US" dirty="0"/>
              <a:t> process</a:t>
            </a:r>
          </a:p>
          <a:p>
            <a:r>
              <a:rPr lang="en-US" altLang="en-US" dirty="0"/>
              <a:t>Two variations: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unbounded-buffer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places no practical limit on the size of the buffer:</a:t>
            </a:r>
          </a:p>
          <a:p>
            <a:pPr lvl="2"/>
            <a:r>
              <a:rPr lang="en-US" altLang="en-US" dirty="0"/>
              <a:t>Producer never waits</a:t>
            </a:r>
          </a:p>
          <a:p>
            <a:pPr lvl="2"/>
            <a:r>
              <a:rPr lang="en-US" altLang="en-US" dirty="0"/>
              <a:t>Consumer waits if there is no buffer to consume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bounded-buffer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assumes that there is a fixed buffer size</a:t>
            </a:r>
          </a:p>
          <a:p>
            <a:pPr lvl="2"/>
            <a:r>
              <a:rPr lang="en-US" altLang="en-US" dirty="0"/>
              <a:t>Producer must wait if all buffers are full</a:t>
            </a:r>
          </a:p>
          <a:p>
            <a:pPr lvl="2"/>
            <a:r>
              <a:rPr lang="en-US" altLang="en-US" dirty="0"/>
              <a:t>Consumer waits if there is no buffer to consume</a:t>
            </a:r>
          </a:p>
        </p:txBody>
      </p:sp>
    </p:spTree>
    <p:extLst>
      <p:ext uri="{BB962C8B-B14F-4D97-AF65-F5344CB8AC3E}">
        <p14:creationId xmlns:p14="http://schemas.microsoft.com/office/powerpoint/2010/main" val="663148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xmlns="" id="{F75428CE-94A1-42F8-AA1B-55485F581E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79871" y="95581"/>
            <a:ext cx="9691164" cy="897477"/>
          </a:xfrm>
        </p:spPr>
        <p:txBody>
          <a:bodyPr/>
          <a:lstStyle/>
          <a:p>
            <a:pPr eaLnBrk="1" hangingPunct="1"/>
            <a:r>
              <a:rPr lang="en-US" altLang="en-US" sz="2600" dirty="0">
                <a:solidFill>
                  <a:srgbClr val="FF0000"/>
                </a:solidFill>
              </a:rPr>
              <a:t>IPC – Shared Memory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xmlns="" id="{90C2EA05-1541-4195-8AE7-131E61118D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12723" y="1233489"/>
            <a:ext cx="9773264" cy="4385259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An area of memory shared among the processes that wish to communicate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The communication is under the control of the users processes not the operating system.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Major issues is to provide mechanism that will allow the user processes to synchronize their actions when they access shared memory. 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52463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xmlns="" id="{99EE88E8-FB94-4EA2-914B-EA0288206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7991" y="226188"/>
            <a:ext cx="10962861" cy="147340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>
                <a:solidFill>
                  <a:srgbClr val="FF0000"/>
                </a:solidFill>
              </a:rPr>
              <a:t>Bounded-Buffer – Shared-Memory Solution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xmlns="" id="{06B4B2DB-0CD0-402C-8F68-104A05E1E5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4948" y="1848679"/>
            <a:ext cx="10346634" cy="4293703"/>
          </a:xfrm>
        </p:spPr>
        <p:txBody>
          <a:bodyPr/>
          <a:lstStyle/>
          <a:p>
            <a:r>
              <a:rPr lang="en-US" altLang="en-US" dirty="0"/>
              <a:t>Shared data</a:t>
            </a:r>
          </a:p>
          <a:p>
            <a:pPr marL="1598613" lvl="3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#define BUFFER_SIZE 10</a:t>
            </a:r>
          </a:p>
          <a:p>
            <a:pPr marL="1598613" lvl="3">
              <a:buNone/>
            </a:pPr>
            <a:r>
              <a:rPr lang="en-US" altLang="en-US" b="1" dirty="0" err="1">
                <a:latin typeface="Courier New" panose="02070309020205020404" pitchFamily="49" charset="0"/>
              </a:rPr>
              <a:t>typedef</a:t>
            </a:r>
            <a:r>
              <a:rPr lang="en-US" altLang="en-US" b="1" dirty="0">
                <a:latin typeface="Courier New" panose="02070309020205020404" pitchFamily="49" charset="0"/>
              </a:rPr>
              <a:t> </a:t>
            </a:r>
            <a:r>
              <a:rPr lang="en-US" altLang="en-US" b="1" dirty="0" err="1">
                <a:latin typeface="Courier New" panose="02070309020205020404" pitchFamily="49" charset="0"/>
              </a:rPr>
              <a:t>struct</a:t>
            </a:r>
            <a:r>
              <a:rPr lang="en-US" altLang="en-US" b="1" dirty="0">
                <a:latin typeface="Courier New" panose="02070309020205020404" pitchFamily="49" charset="0"/>
              </a:rPr>
              <a:t> {</a:t>
            </a:r>
          </a:p>
          <a:p>
            <a:pPr marL="1598613" lvl="3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	. . .</a:t>
            </a:r>
          </a:p>
          <a:p>
            <a:pPr marL="1598613" lvl="3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} item;</a:t>
            </a:r>
          </a:p>
          <a:p>
            <a:pPr marL="1598613" lvl="3">
              <a:buNone/>
            </a:pPr>
            <a:endParaRPr lang="en-US" altLang="en-US" b="1" dirty="0">
              <a:latin typeface="Courier New" panose="02070309020205020404" pitchFamily="49" charset="0"/>
            </a:endParaRPr>
          </a:p>
          <a:p>
            <a:pPr marL="1598613" lvl="3">
              <a:buNone/>
            </a:pPr>
            <a:r>
              <a:rPr lang="en-US" altLang="en-US" b="1" dirty="0">
                <a:latin typeface="Courier New" panose="02070309020205020404" pitchFamily="49" charset="0"/>
              </a:rPr>
              <a:t>item buffer[BUFFER_SIZE];</a:t>
            </a:r>
          </a:p>
          <a:p>
            <a:pPr marL="1598613" lvl="3">
              <a:buNone/>
            </a:pPr>
            <a:r>
              <a:rPr lang="en-US" altLang="en-US" b="1" dirty="0" err="1">
                <a:latin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</a:rPr>
              <a:t> in = 0;</a:t>
            </a:r>
          </a:p>
          <a:p>
            <a:pPr marL="1598613" lvl="3">
              <a:buNone/>
            </a:pPr>
            <a:r>
              <a:rPr lang="en-US" altLang="en-US" b="1" dirty="0" err="1">
                <a:latin typeface="Courier New" panose="02070309020205020404" pitchFamily="49" charset="0"/>
              </a:rPr>
              <a:t>int</a:t>
            </a:r>
            <a:r>
              <a:rPr lang="en-US" altLang="en-US" b="1" dirty="0">
                <a:latin typeface="Courier New" panose="02070309020205020404" pitchFamily="49" charset="0"/>
              </a:rPr>
              <a:t> out = 0;</a:t>
            </a:r>
          </a:p>
          <a:p>
            <a:pPr marL="1598613" lvl="3">
              <a:buNone/>
            </a:pPr>
            <a:endParaRPr lang="en-US" altLang="en-US" dirty="0"/>
          </a:p>
          <a:p>
            <a:r>
              <a:rPr lang="en-US" altLang="en-US" dirty="0"/>
              <a:t>Solution is correct, but can only use </a:t>
            </a:r>
            <a:r>
              <a:rPr lang="en-US" altLang="en-US" b="1" dirty="0">
                <a:latin typeface="Courier New" panose="02070309020205020404" pitchFamily="49" charset="0"/>
              </a:rPr>
              <a:t>BUFFER_SIZE-1</a:t>
            </a:r>
            <a:r>
              <a:rPr lang="en-US" altLang="en-US" dirty="0"/>
              <a:t> elements</a:t>
            </a:r>
          </a:p>
          <a:p>
            <a:pPr marL="1598613" lvl="3">
              <a:buNone/>
            </a:pPr>
            <a:endParaRPr lang="en-US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763189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xmlns="" id="{B426FA82-2801-4913-A63A-AF57E71326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16835" y="222251"/>
            <a:ext cx="9693965" cy="1238801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Producer Process – Shared Memory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xmlns="" id="{918AC823-35A6-4F95-9F20-D71790E773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16835" y="1014413"/>
            <a:ext cx="10485781" cy="5197544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endParaRPr lang="en-US" altLang="en-US" sz="1600" dirty="0">
              <a:latin typeface="Monaco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item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1600" b="1" dirty="0">
                <a:latin typeface="Courier New" panose="02070309020205020404" pitchFamily="49" charset="0"/>
              </a:rPr>
              <a:t>; 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endParaRPr lang="en-US" altLang="en-US" sz="1600" b="1" dirty="0">
              <a:latin typeface="Courier New" panose="02070309020205020404" pitchFamily="49" charset="0"/>
            </a:endParaRP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while (true) {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/* produce an item in next produced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while (((in + 1) % BUFFER_SIZE) == out)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; /* do nothing */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buffer[in] =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next_produced</a:t>
            </a:r>
            <a:r>
              <a:rPr lang="en-US" altLang="en-US" sz="1600" b="1" dirty="0">
                <a:latin typeface="Courier New" panose="02070309020205020404" pitchFamily="49" charset="0"/>
              </a:rPr>
              <a:t>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in = (in + 1) % BUFFER_SIZE; </a:t>
            </a:r>
          </a:p>
          <a:p>
            <a:pPr>
              <a:buFont typeface="Monotype Sorts" pitchFamily="-84" charset="2"/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}</a:t>
            </a:r>
            <a:r>
              <a:rPr lang="en-US" altLang="en-US" sz="1600" dirty="0">
                <a:latin typeface="Courier New" panose="02070309020205020404" pitchFamily="49" charset="0"/>
              </a:rPr>
              <a:t> </a:t>
            </a:r>
          </a:p>
          <a:p>
            <a:pPr>
              <a:buFont typeface="Monotype Sorts" pitchFamily="-84" charset="2"/>
              <a:buNone/>
            </a:pPr>
            <a:endParaRPr lang="en-US" altLang="en-US" sz="2000" dirty="0">
              <a:latin typeface="Monaco"/>
            </a:endParaRPr>
          </a:p>
          <a:p>
            <a:pPr>
              <a:buFont typeface="Monotype Sorts" pitchFamily="-84" charset="2"/>
              <a:buNone/>
            </a:pPr>
            <a:endParaRPr lang="en-US" altLang="en-US" sz="2000" dirty="0"/>
          </a:p>
          <a:p>
            <a:pPr>
              <a:buFont typeface="Monotype Sorts" pitchFamily="-84" charset="2"/>
              <a:buNone/>
            </a:pPr>
            <a:r>
              <a:rPr lang="en-US" altLang="en-US" sz="1400" dirty="0"/>
              <a:t>	</a:t>
            </a:r>
          </a:p>
          <a:p>
            <a:pPr marL="7167563" lvl="4">
              <a:buNone/>
            </a:pPr>
            <a:endParaRPr lang="en-US" altLang="en-US" sz="1100" dirty="0"/>
          </a:p>
        </p:txBody>
      </p:sp>
    </p:spTree>
    <p:extLst>
      <p:ext uri="{BB962C8B-B14F-4D97-AF65-F5344CB8AC3E}">
        <p14:creationId xmlns:p14="http://schemas.microsoft.com/office/powerpoint/2010/main" val="92147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xmlns="" id="{65A24975-CF06-4A73-8D26-DA0E6F7E65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5342" y="204535"/>
            <a:ext cx="9006093" cy="5458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Consumer Process – Shared Memory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xmlns="" id="{A4383804-C100-4255-A1BD-B8DC67A9F2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11965" y="1219201"/>
            <a:ext cx="9760226" cy="5121964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item 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1600" b="1" dirty="0">
                <a:latin typeface="Courier New" panose="02070309020205020404" pitchFamily="49" charset="0"/>
              </a:rPr>
              <a:t>; 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endParaRPr lang="en-US" altLang="en-US" sz="16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while (true) {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	while (in == out) </a:t>
            </a:r>
          </a:p>
          <a:p>
            <a:pPr marL="0" indent="0"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	; /* do nothing */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r>
              <a:rPr lang="en-US" altLang="en-US" sz="1600" b="1" dirty="0">
                <a:latin typeface="Courier New" panose="02070309020205020404" pitchFamily="49" charset="0"/>
              </a:rPr>
              <a:t>	</a:t>
            </a:r>
            <a:r>
              <a:rPr lang="en-US" altLang="en-US" sz="1600" b="1" dirty="0" err="1">
                <a:latin typeface="Courier New" panose="02070309020205020404" pitchFamily="49" charset="0"/>
              </a:rPr>
              <a:t>next_consumed</a:t>
            </a:r>
            <a:r>
              <a:rPr lang="en-US" altLang="en-US" sz="1600" b="1" dirty="0">
                <a:latin typeface="Courier New" panose="02070309020205020404" pitchFamily="49" charset="0"/>
              </a:rPr>
              <a:t> = buffer[out]; </a:t>
            </a:r>
          </a:p>
          <a:p>
            <a:pPr marL="0" indent="0"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out = (out + 1) % BUFFER_SIZE;</a:t>
            </a:r>
            <a:br>
              <a:rPr lang="en-US" altLang="en-US" sz="1600" b="1" dirty="0">
                <a:latin typeface="Courier New" panose="02070309020205020404" pitchFamily="49" charset="0"/>
              </a:rPr>
            </a:br>
            <a:endParaRPr lang="en-US" altLang="en-US" sz="1600" b="1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	/* consume the item in next consumed */ </a:t>
            </a:r>
          </a:p>
          <a:p>
            <a:pPr marL="0" indent="0">
              <a:buNone/>
            </a:pPr>
            <a:r>
              <a:rPr lang="en-US" altLang="en-US" sz="1600" b="1" dirty="0">
                <a:latin typeface="Courier New" panose="02070309020205020404" pitchFamily="49" charset="0"/>
              </a:rPr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2322367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4">
            <a:extLst>
              <a:ext uri="{FF2B5EF4-FFF2-40B4-BE49-F238E27FC236}">
                <a16:creationId xmlns:a16="http://schemas.microsoft.com/office/drawing/2014/main" xmlns="" id="{1BEBBC13-DD8A-4F8B-B4E0-C68E29E1B9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62127" y="215319"/>
            <a:ext cx="7870888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>
                <a:solidFill>
                  <a:srgbClr val="FF0000"/>
                </a:solidFill>
              </a:rPr>
              <a:t>What about Filling all the Buffers?</a:t>
            </a:r>
          </a:p>
        </p:txBody>
      </p:sp>
      <p:sp>
        <p:nvSpPr>
          <p:cNvPr id="11266" name="Rectangle 5">
            <a:extLst>
              <a:ext uri="{FF2B5EF4-FFF2-40B4-BE49-F238E27FC236}">
                <a16:creationId xmlns:a16="http://schemas.microsoft.com/office/drawing/2014/main" xmlns="" id="{368FAB7E-F41C-4FB5-A127-15C3BFC355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77078" y="1144202"/>
            <a:ext cx="11499574" cy="5286416"/>
          </a:xfrm>
        </p:spPr>
        <p:txBody>
          <a:bodyPr/>
          <a:lstStyle/>
          <a:p>
            <a:r>
              <a:rPr lang="en-US" altLang="en-US" dirty="0"/>
              <a:t>Suppose that we wanted to provide a solution to the consumer-producer problem that fills </a:t>
            </a:r>
            <a:r>
              <a:rPr lang="en-US" altLang="en-US" b="1" dirty="0">
                <a:solidFill>
                  <a:srgbClr val="000000"/>
                </a:solidFill>
              </a:rPr>
              <a:t>all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/>
              <a:t>the buffers. </a:t>
            </a:r>
          </a:p>
          <a:p>
            <a:r>
              <a:rPr lang="en-US" altLang="en-US" dirty="0"/>
              <a:t>We can do so by having an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that keeps track of the number of full buffers.  </a:t>
            </a:r>
          </a:p>
          <a:p>
            <a:r>
              <a:rPr lang="en-US" altLang="en-US" dirty="0"/>
              <a:t>Initially,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>
                <a:latin typeface="Courier" pitchFamily="-84" charset="0"/>
              </a:rPr>
              <a:t> </a:t>
            </a:r>
            <a:r>
              <a:rPr lang="en-US" altLang="en-US" dirty="0"/>
              <a:t>is set to 0. </a:t>
            </a:r>
          </a:p>
          <a:p>
            <a:r>
              <a:rPr lang="en-US" altLang="en-US" dirty="0"/>
              <a:t>The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/>
              <a:t> is incremented by the producer after it produces a new buffer.</a:t>
            </a:r>
          </a:p>
          <a:p>
            <a:r>
              <a:rPr lang="en-US" altLang="en-US" dirty="0"/>
              <a:t>The integer </a:t>
            </a:r>
            <a:r>
              <a:rPr lang="en-US" altLang="en-US" sz="2000" b="1" dirty="0">
                <a:latin typeface="Courier" pitchFamily="-84" charset="0"/>
              </a:rPr>
              <a:t>counter</a:t>
            </a:r>
            <a:r>
              <a:rPr lang="en-US" altLang="en-US" dirty="0"/>
              <a:t> is and is decremented by the consumer after it consumes a buffer.</a:t>
            </a:r>
          </a:p>
        </p:txBody>
      </p:sp>
    </p:spTree>
    <p:extLst>
      <p:ext uri="{BB962C8B-B14F-4D97-AF65-F5344CB8AC3E}">
        <p14:creationId xmlns:p14="http://schemas.microsoft.com/office/powerpoint/2010/main" val="3235535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5252" y="228601"/>
            <a:ext cx="10108096" cy="983974"/>
          </a:xfrm>
        </p:spPr>
        <p:txBody>
          <a:bodyPr/>
          <a:lstStyle/>
          <a:p>
            <a:pPr marL="0" indent="0"/>
            <a:r>
              <a:rPr lang="en-US" dirty="0">
                <a:solidFill>
                  <a:srgbClr val="FF0000"/>
                </a:solidFill>
              </a:rPr>
              <a:t>Linux IPC </a:t>
            </a:r>
            <a:r>
              <a:rPr lang="en-US" dirty="0" smtClean="0">
                <a:solidFill>
                  <a:srgbClr val="FF0000"/>
                </a:solidFill>
              </a:rPr>
              <a:t>Mechanisms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409" y="1212574"/>
            <a:ext cx="11290852" cy="5406887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0000"/>
                </a:solidFill>
              </a:rPr>
              <a:t>Pipes: </a:t>
            </a:r>
            <a:r>
              <a:rPr lang="en-US" dirty="0" smtClean="0"/>
              <a:t>Unidirectional </a:t>
            </a:r>
            <a:r>
              <a:rPr lang="en-US" dirty="0"/>
              <a:t>communication channels between related processes (parent-child</a:t>
            </a:r>
            <a:r>
              <a:rPr lang="en-US" dirty="0" smtClean="0"/>
              <a:t>). Data </a:t>
            </a:r>
            <a:r>
              <a:rPr lang="en-US" dirty="0"/>
              <a:t>written to one end is read from the other.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0000"/>
                </a:solidFill>
              </a:rPr>
              <a:t>FIFOs </a:t>
            </a:r>
            <a:r>
              <a:rPr lang="en-US" dirty="0">
                <a:solidFill>
                  <a:srgbClr val="FF0000"/>
                </a:solidFill>
              </a:rPr>
              <a:t>(Named Pipes</a:t>
            </a:r>
            <a:r>
              <a:rPr lang="en-US" dirty="0" smtClean="0">
                <a:solidFill>
                  <a:srgbClr val="FF0000"/>
                </a:solidFill>
              </a:rPr>
              <a:t>): </a:t>
            </a:r>
            <a:r>
              <a:rPr lang="en-US" dirty="0" smtClean="0"/>
              <a:t>Similar </a:t>
            </a:r>
            <a:r>
              <a:rPr lang="en-US" dirty="0"/>
              <a:t>to pipes but are named files in the filesystem, enabling </a:t>
            </a:r>
            <a:r>
              <a:rPr lang="en-US" dirty="0" smtClean="0"/>
              <a:t>communication between </a:t>
            </a:r>
            <a:r>
              <a:rPr lang="en-US" dirty="0"/>
              <a:t>unrelated processes.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0000"/>
                </a:solidFill>
              </a:rPr>
              <a:t>Message Queues: </a:t>
            </a:r>
            <a:r>
              <a:rPr lang="en-US" dirty="0" smtClean="0"/>
              <a:t>Allow </a:t>
            </a:r>
            <a:r>
              <a:rPr lang="en-US" dirty="0"/>
              <a:t>processes to exchange messages in a structured manner. Messages can </a:t>
            </a:r>
            <a:r>
              <a:rPr lang="en-US" dirty="0" smtClean="0"/>
              <a:t>be prioritized </a:t>
            </a:r>
            <a:r>
              <a:rPr lang="en-US" dirty="0"/>
              <a:t>and retrieved based on type.</a:t>
            </a:r>
          </a:p>
          <a:p>
            <a:pPr>
              <a:lnSpc>
                <a:spcPct val="150000"/>
              </a:lnSpc>
            </a:pPr>
            <a:r>
              <a:rPr lang="en-US" dirty="0" smtClean="0">
                <a:solidFill>
                  <a:srgbClr val="FF0000"/>
                </a:solidFill>
              </a:rPr>
              <a:t>Shared Memory: </a:t>
            </a:r>
            <a:r>
              <a:rPr lang="en-US" dirty="0" smtClean="0"/>
              <a:t>Provides </a:t>
            </a:r>
            <a:r>
              <a:rPr lang="en-US" dirty="0"/>
              <a:t>a region of memory that multiple processes can access directly, </a:t>
            </a:r>
            <a:r>
              <a:rPr lang="en-US" dirty="0" smtClean="0"/>
              <a:t>offering high-speed </a:t>
            </a:r>
            <a:r>
              <a:rPr lang="en-US" dirty="0"/>
              <a:t>data exchange. Requires explicit synchronization mechanisms (e.g</a:t>
            </a:r>
            <a:r>
              <a:rPr lang="en-US" dirty="0" smtClean="0"/>
              <a:t>., semaphores</a:t>
            </a:r>
            <a:r>
              <a:rPr lang="en-US" dirty="0"/>
              <a:t>, </a:t>
            </a:r>
            <a:r>
              <a:rPr lang="en-US" dirty="0" err="1"/>
              <a:t>mutexes</a:t>
            </a:r>
            <a:r>
              <a:rPr lang="en-US" dirty="0"/>
              <a:t>) to prevent race conditions.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473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dirty="0">
                <a:solidFill>
                  <a:srgbClr val="FF0000"/>
                </a:solidFill>
              </a:rPr>
              <a:t>Linux IPC </a:t>
            </a:r>
            <a:r>
              <a:rPr lang="en-US" dirty="0" smtClean="0">
                <a:solidFill>
                  <a:srgbClr val="FF0000"/>
                </a:solidFill>
              </a:rPr>
              <a:t>Mechanisms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983" y="1461052"/>
            <a:ext cx="10893287" cy="49596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Semaphores:</a:t>
            </a:r>
          </a:p>
          <a:p>
            <a:r>
              <a:rPr lang="en-US" dirty="0"/>
              <a:t>Synchronization primitives used to control access to shared resources, preventing </a:t>
            </a:r>
            <a:r>
              <a:rPr lang="en-US" dirty="0" smtClean="0"/>
              <a:t>race conditions </a:t>
            </a:r>
            <a:r>
              <a:rPr lang="en-US" dirty="0"/>
              <a:t>in shared memory or other critical sections.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Sockets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r>
              <a:rPr lang="en-US" dirty="0"/>
              <a:t>Enable communication between processes on the same or different </a:t>
            </a:r>
            <a:r>
              <a:rPr lang="en-US" dirty="0" smtClean="0"/>
              <a:t>machines, supporting </a:t>
            </a:r>
            <a:r>
              <a:rPr lang="en-US" dirty="0"/>
              <a:t>various network protocols (e.g., TCP, UDP).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Signals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r>
              <a:rPr lang="en-US" dirty="0"/>
              <a:t>Software interrupts used to notify processes of events or request specific actions.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4560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Remote Procedure Call (RPC</a:t>
            </a:r>
            <a:r>
              <a:rPr lang="en-IN" dirty="0" smtClean="0">
                <a:solidFill>
                  <a:srgbClr val="FF0000"/>
                </a:solidFill>
              </a:rPr>
              <a:t>)</a:t>
            </a:r>
            <a:r>
              <a:rPr lang="en-IN" dirty="0" smtClean="0"/>
              <a:t>	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409" y="1470991"/>
            <a:ext cx="10767391" cy="4705972"/>
          </a:xfrm>
        </p:spPr>
        <p:txBody>
          <a:bodyPr/>
          <a:lstStyle/>
          <a:p>
            <a:r>
              <a:rPr lang="en-US" dirty="0" smtClean="0"/>
              <a:t>high-level </a:t>
            </a:r>
            <a:r>
              <a:rPr lang="en-US" dirty="0"/>
              <a:t>IPC mechanism that allows a program to execute a procedure (</a:t>
            </a:r>
            <a:r>
              <a:rPr lang="en-US" dirty="0" smtClean="0"/>
              <a:t>function)in </a:t>
            </a:r>
            <a:r>
              <a:rPr lang="en-US" dirty="0"/>
              <a:t>a different address </a:t>
            </a:r>
            <a:r>
              <a:rPr lang="en-US" dirty="0" smtClean="0"/>
              <a:t>space</a:t>
            </a:r>
          </a:p>
          <a:p>
            <a:r>
              <a:rPr lang="en-US" dirty="0"/>
              <a:t>RPC framework handles the underlying network communication, data serialization, </a:t>
            </a:r>
            <a:r>
              <a:rPr lang="en-US" dirty="0" smtClean="0"/>
              <a:t>and deserialization.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RPC </a:t>
            </a:r>
            <a:r>
              <a:rPr lang="en-US" dirty="0">
                <a:solidFill>
                  <a:srgbClr val="FF0000"/>
                </a:solidFill>
              </a:rPr>
              <a:t>Exception Handling:</a:t>
            </a:r>
          </a:p>
          <a:p>
            <a:pPr marL="0" indent="0">
              <a:buNone/>
            </a:pPr>
            <a:r>
              <a:rPr lang="en-US" dirty="0"/>
              <a:t>RPC systems provide mechanisms for handling errors and exceptions that occur </a:t>
            </a:r>
            <a:r>
              <a:rPr lang="en-US" dirty="0" smtClean="0"/>
              <a:t>during remote </a:t>
            </a:r>
            <a:r>
              <a:rPr lang="en-US" dirty="0"/>
              <a:t>procedure execution. This typically involves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Return codes</a:t>
            </a:r>
          </a:p>
          <a:p>
            <a:pPr lvl="1"/>
            <a:r>
              <a:rPr lang="en-IN" dirty="0" smtClean="0"/>
              <a:t>Exception Propagation</a:t>
            </a:r>
          </a:p>
          <a:p>
            <a:pPr lvl="1"/>
            <a:r>
              <a:rPr lang="en-IN" dirty="0" smtClean="0"/>
              <a:t>Timeout and retire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8290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124661" cy="55921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Security Issues in IPC and </a:t>
            </a:r>
            <a:r>
              <a:rPr lang="en-US" dirty="0" smtClean="0">
                <a:solidFill>
                  <a:srgbClr val="FF0000"/>
                </a:solidFill>
              </a:rPr>
              <a:t>RPC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739" y="1133062"/>
            <a:ext cx="11290852" cy="5585790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Data Tampering:</a:t>
            </a:r>
          </a:p>
          <a:p>
            <a:pPr marL="0" indent="0">
              <a:buNone/>
            </a:pPr>
            <a:r>
              <a:rPr lang="en-US" dirty="0" smtClean="0"/>
              <a:t>	Unauthorized </a:t>
            </a:r>
            <a:r>
              <a:rPr lang="en-US" dirty="0"/>
              <a:t>processes could modify data being exchanged through IPC </a:t>
            </a:r>
            <a:r>
              <a:rPr lang="en-US" dirty="0" smtClean="0"/>
              <a:t>mechanisms </a:t>
            </a:r>
            <a:r>
              <a:rPr lang="en-US" dirty="0" err="1" smtClean="0"/>
              <a:t>ike</a:t>
            </a:r>
            <a:r>
              <a:rPr lang="en-US" dirty="0" smtClean="0"/>
              <a:t> </a:t>
            </a:r>
            <a:r>
              <a:rPr lang="en-US" dirty="0"/>
              <a:t>shared memory or message queues if not properly secured.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Denial </a:t>
            </a:r>
            <a:r>
              <a:rPr lang="en-US" dirty="0">
                <a:solidFill>
                  <a:srgbClr val="FF0000"/>
                </a:solidFill>
              </a:rPr>
              <a:t>of Service (</a:t>
            </a:r>
            <a:r>
              <a:rPr lang="en-US" dirty="0" err="1">
                <a:solidFill>
                  <a:srgbClr val="FF0000"/>
                </a:solidFill>
              </a:rPr>
              <a:t>DoS</a:t>
            </a:r>
            <a:r>
              <a:rPr lang="en-US" dirty="0">
                <a:solidFill>
                  <a:srgbClr val="FF0000"/>
                </a:solidFill>
              </a:rPr>
              <a:t>):</a:t>
            </a:r>
          </a:p>
          <a:p>
            <a:pPr marL="457200" lvl="1" indent="0">
              <a:buNone/>
            </a:pPr>
            <a:r>
              <a:rPr lang="en-US" dirty="0" smtClean="0"/>
              <a:t>Malicious </a:t>
            </a:r>
            <a:r>
              <a:rPr lang="en-US" dirty="0"/>
              <a:t>processes could flood IPC channels or RPC servers with </a:t>
            </a:r>
            <a:r>
              <a:rPr lang="en-US" dirty="0" smtClean="0"/>
              <a:t>requests, consuming </a:t>
            </a:r>
            <a:r>
              <a:rPr lang="en-US" dirty="0"/>
              <a:t>resources and preventing legitimate communication.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Unauthorized </a:t>
            </a:r>
            <a:r>
              <a:rPr lang="en-US" dirty="0">
                <a:solidFill>
                  <a:srgbClr val="FF0000"/>
                </a:solidFill>
              </a:rPr>
              <a:t>Access:</a:t>
            </a:r>
          </a:p>
          <a:p>
            <a:pPr marL="457200" lvl="1" indent="0">
              <a:buNone/>
            </a:pPr>
            <a:r>
              <a:rPr lang="en-US" dirty="0"/>
              <a:t>Without proper authentication and authorization, unauthorized processes or </a:t>
            </a:r>
            <a:r>
              <a:rPr lang="en-US" dirty="0" smtClean="0"/>
              <a:t>remote clients </a:t>
            </a:r>
            <a:r>
              <a:rPr lang="en-US" dirty="0"/>
              <a:t>could access sensitive data or execute unauthorized operations.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Buffer Overflows:</a:t>
            </a:r>
          </a:p>
          <a:p>
            <a:pPr marL="457200" lvl="1" indent="0">
              <a:buNone/>
            </a:pPr>
            <a:r>
              <a:rPr lang="en-US" dirty="0" smtClean="0"/>
              <a:t>Vulnerabilities </a:t>
            </a:r>
            <a:r>
              <a:rPr lang="en-US" dirty="0"/>
              <a:t>in message parsing or data handling can lead to buffer </a:t>
            </a:r>
            <a:r>
              <a:rPr lang="en-US" dirty="0" smtClean="0"/>
              <a:t>overflows, potentially </a:t>
            </a:r>
            <a:r>
              <a:rPr lang="en-US" dirty="0"/>
              <a:t>allowing malicious code execution.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Time-of-Check </a:t>
            </a:r>
            <a:r>
              <a:rPr lang="en-US" dirty="0">
                <a:solidFill>
                  <a:srgbClr val="FF0000"/>
                </a:solidFill>
              </a:rPr>
              <a:t>to Time-of-Use (TOCTTOU) vulnerabilities:</a:t>
            </a:r>
          </a:p>
          <a:p>
            <a:pPr marL="457200" lvl="1" indent="0">
              <a:buNone/>
            </a:pPr>
            <a:r>
              <a:rPr lang="en-US" dirty="0" smtClean="0"/>
              <a:t>	In </a:t>
            </a:r>
            <a:r>
              <a:rPr lang="en-US" dirty="0"/>
              <a:t>shared memory or file-based IPC, a race condition can occur where a </a:t>
            </a:r>
            <a:r>
              <a:rPr lang="en-US" dirty="0" smtClean="0"/>
              <a:t>security check </a:t>
            </a:r>
            <a:r>
              <a:rPr lang="en-US" dirty="0"/>
              <a:t>is performed on a resource, but the resource&amp;#39;s state changes before it is </a:t>
            </a:r>
            <a:r>
              <a:rPr lang="en-US" dirty="0" smtClean="0"/>
              <a:t>used, leading </a:t>
            </a:r>
            <a:r>
              <a:rPr lang="en-US" dirty="0"/>
              <a:t>to a vulnerability.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Insecure </a:t>
            </a:r>
            <a:r>
              <a:rPr lang="en-US" dirty="0">
                <a:solidFill>
                  <a:srgbClr val="FF0000"/>
                </a:solidFill>
              </a:rPr>
              <a:t>Deserialization:</a:t>
            </a:r>
          </a:p>
          <a:p>
            <a:pPr marL="457200" lvl="1" indent="0">
              <a:buNone/>
            </a:pPr>
            <a:r>
              <a:rPr lang="en-US" dirty="0" smtClean="0"/>
              <a:t>	In </a:t>
            </a:r>
            <a:r>
              <a:rPr lang="en-US" dirty="0"/>
              <a:t>RPC, if data is </a:t>
            </a:r>
            <a:r>
              <a:rPr lang="en-US" dirty="0" err="1"/>
              <a:t>deserialized</a:t>
            </a:r>
            <a:r>
              <a:rPr lang="en-US" dirty="0"/>
              <a:t> without proper validation, it can lead to remote </a:t>
            </a:r>
            <a:r>
              <a:rPr lang="en-US" dirty="0" err="1" smtClean="0"/>
              <a:t>codeexecution</a:t>
            </a:r>
            <a:r>
              <a:rPr lang="en-US" dirty="0" smtClean="0"/>
              <a:t> </a:t>
            </a:r>
            <a:r>
              <a:rPr lang="en-US" dirty="0"/>
              <a:t>vulnerabilities.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7351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3578</TotalTime>
  <Words>5365</Words>
  <Application>Microsoft Office PowerPoint</Application>
  <PresentationFormat>Widescreen</PresentationFormat>
  <Paragraphs>2006</Paragraphs>
  <Slides>131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131</vt:i4>
      </vt:variant>
    </vt:vector>
  </HeadingPairs>
  <TitlesOfParts>
    <vt:vector size="152" baseType="lpstr">
      <vt:lpstr>MS PGothic</vt:lpstr>
      <vt:lpstr>MS PGothic</vt:lpstr>
      <vt:lpstr>宋体</vt:lpstr>
      <vt:lpstr>Arial</vt:lpstr>
      <vt:lpstr>Calibri</vt:lpstr>
      <vt:lpstr>Calibri Light</vt:lpstr>
      <vt:lpstr>Carlito</vt:lpstr>
      <vt:lpstr>Courier</vt:lpstr>
      <vt:lpstr>Courier New</vt:lpstr>
      <vt:lpstr>Gothic Uralic</vt:lpstr>
      <vt:lpstr>Helvetica</vt:lpstr>
      <vt:lpstr>MathJax_SansSerif</vt:lpstr>
      <vt:lpstr>Monaco</vt:lpstr>
      <vt:lpstr>Monotype Sorts</vt:lpstr>
      <vt:lpstr>Roboto</vt:lpstr>
      <vt:lpstr>Symbol</vt:lpstr>
      <vt:lpstr>TeXGyreAdventor</vt:lpstr>
      <vt:lpstr>Times New Roman</vt:lpstr>
      <vt:lpstr>Verdana</vt:lpstr>
      <vt:lpstr>Wingdings</vt:lpstr>
      <vt:lpstr>Office Theme</vt:lpstr>
      <vt:lpstr>Unit-2</vt:lpstr>
      <vt:lpstr>Process Concept</vt:lpstr>
      <vt:lpstr>Process Concept (Cont.)</vt:lpstr>
      <vt:lpstr>Process in Memory</vt:lpstr>
      <vt:lpstr>Process State</vt:lpstr>
      <vt:lpstr>Diagram of Process State</vt:lpstr>
      <vt:lpstr>Process Control Block (PCB)</vt:lpstr>
      <vt:lpstr>Process Representation in Linux</vt:lpstr>
      <vt:lpstr>Operations on Processes</vt:lpstr>
      <vt:lpstr>Process Creation</vt:lpstr>
      <vt:lpstr>A Tree of Processes in Linux</vt:lpstr>
      <vt:lpstr>Process Creation (Cont.)</vt:lpstr>
      <vt:lpstr>fork() </vt:lpstr>
      <vt:lpstr>PowerPoint Presentation</vt:lpstr>
      <vt:lpstr>PowerPoint Presentation</vt:lpstr>
      <vt:lpstr>PowerPoint Presentation</vt:lpstr>
      <vt:lpstr>PowerPoint Presentation</vt:lpstr>
      <vt:lpstr>Ans:B</vt:lpstr>
      <vt:lpstr>C Program Forking Separate Process</vt:lpstr>
      <vt:lpstr>Process Termination</vt:lpstr>
      <vt:lpstr>Process Termination</vt:lpstr>
      <vt:lpstr>PowerPoint Presentation</vt:lpstr>
      <vt:lpstr>System Program</vt:lpstr>
      <vt:lpstr>Types of System Programs</vt:lpstr>
      <vt:lpstr>Process Scheduling</vt:lpstr>
      <vt:lpstr>Representation of Process Scheduling</vt:lpstr>
      <vt:lpstr>Schedulers</vt:lpstr>
      <vt:lpstr>Addition of Medium Term Scheduling</vt:lpstr>
      <vt:lpstr>CPU Switch From Process to Process</vt:lpstr>
      <vt:lpstr>Context Switch</vt:lpstr>
      <vt:lpstr>CPU Scheduling</vt:lpstr>
      <vt:lpstr>Basic Concepts</vt:lpstr>
      <vt:lpstr>CPU Scheduler</vt:lpstr>
      <vt:lpstr>Dispatcher</vt:lpstr>
      <vt:lpstr>Scheduling Criteria</vt:lpstr>
      <vt:lpstr>Notation</vt:lpstr>
      <vt:lpstr>PowerPoint Presentation</vt:lpstr>
      <vt:lpstr>Scheduling Algorithms</vt:lpstr>
      <vt:lpstr>Gantt chart</vt:lpstr>
      <vt:lpstr>First- Come, First-Served (FCFS) Scheduling</vt:lpstr>
      <vt:lpstr>First- Come, First-Served (FCFS) Scheduling</vt:lpstr>
      <vt:lpstr>PowerPoint Presentation</vt:lpstr>
      <vt:lpstr>Example 2</vt:lpstr>
      <vt:lpstr>PowerPoint Presentation</vt:lpstr>
      <vt:lpstr>Example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P1</vt:lpstr>
      <vt:lpstr>First-Come, First-Served (FCFS) Scheduling</vt:lpstr>
      <vt:lpstr>Assignment Questions</vt:lpstr>
      <vt:lpstr>Shortest-Job-First (SJF) Scheduling</vt:lpstr>
      <vt:lpstr>Shortest-Job-First (SJF) Scheduling</vt:lpstr>
      <vt:lpstr>P2</vt:lpstr>
      <vt:lpstr>Example of SJF</vt:lpstr>
      <vt:lpstr>PowerPoint Presentation</vt:lpstr>
      <vt:lpstr>PowerPoint Presentation</vt:lpstr>
      <vt:lpstr>Observations</vt:lpstr>
      <vt:lpstr>SJF with Prediction Techniques BT</vt:lpstr>
      <vt:lpstr>PowerPoint Presentation</vt:lpstr>
      <vt:lpstr>Determining Length of Next CPU Burst</vt:lpstr>
      <vt:lpstr>Examples of Exponential Averaging</vt:lpstr>
      <vt:lpstr>PowerPoint Presentation</vt:lpstr>
      <vt:lpstr>PowerPoint Presentation</vt:lpstr>
      <vt:lpstr>PowerPoint Presentation</vt:lpstr>
      <vt:lpstr>PowerPoint Presentation</vt:lpstr>
      <vt:lpstr>Shortest Remaining Time First / Shortest Job First  Preemptive Scheduling (SRTF / SJFP)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of Shortest-remaining-time-first</vt:lpstr>
      <vt:lpstr>Example 2 (Find ThroughPut)</vt:lpstr>
      <vt:lpstr>Round Robin (RR)</vt:lpstr>
      <vt:lpstr>Round Robin (RR)</vt:lpstr>
      <vt:lpstr>Example of RR with Time Quantum = 4</vt:lpstr>
      <vt:lpstr>Example 1</vt:lpstr>
      <vt:lpstr>PowerPoint Presentation</vt:lpstr>
      <vt:lpstr>PowerPoint Presentation</vt:lpstr>
      <vt:lpstr>Queue  P2 P3</vt:lpstr>
      <vt:lpstr>Queue  P3 P1</vt:lpstr>
      <vt:lpstr>PowerPoint Presentation</vt:lpstr>
      <vt:lpstr>PowerPoint Presentation</vt:lpstr>
      <vt:lpstr>PowerPoint Presentation</vt:lpstr>
      <vt:lpstr>PowerPoint Presentation</vt:lpstr>
      <vt:lpstr>Example 2 [ Time Quantum = 3 ]</vt:lpstr>
      <vt:lpstr>PowerPoint Presentation</vt:lpstr>
      <vt:lpstr>Time Quantum and Context Switch Time</vt:lpstr>
      <vt:lpstr>Priority Scheduling</vt:lpstr>
      <vt:lpstr>Priority Scheduling</vt:lpstr>
      <vt:lpstr>Example of Priority Scheduling</vt:lpstr>
      <vt:lpstr>PowerPoint Presentation</vt:lpstr>
      <vt:lpstr>PowerPoint Presentation</vt:lpstr>
      <vt:lpstr>PowerPoint Presentation</vt:lpstr>
      <vt:lpstr>PowerPoint Presentation</vt:lpstr>
      <vt:lpstr>Example 2 (Preemptive)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4</vt:lpstr>
      <vt:lpstr>Interprocess Communication</vt:lpstr>
      <vt:lpstr>Communications Models </vt:lpstr>
      <vt:lpstr>Producer-Consumer Problem</vt:lpstr>
      <vt:lpstr>IPC – Shared Memory</vt:lpstr>
      <vt:lpstr>Bounded-Buffer – Shared-Memory Solution</vt:lpstr>
      <vt:lpstr>Producer Process – Shared Memory</vt:lpstr>
      <vt:lpstr>Consumer Process – Shared Memory</vt:lpstr>
      <vt:lpstr>What about Filling all the Buffers?</vt:lpstr>
      <vt:lpstr>Linux IPC Mechanisms</vt:lpstr>
      <vt:lpstr>Linux IPC Mechanisms</vt:lpstr>
      <vt:lpstr>Remote Procedure Call (RPC) </vt:lpstr>
      <vt:lpstr>Security Issues in IPC and RPC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Unit-2</dc:title>
  <dc:creator>cse33</dc:creator>
  <cp:lastModifiedBy>cse33</cp:lastModifiedBy>
  <cp:revision>44</cp:revision>
  <dcterms:created xsi:type="dcterms:W3CDTF">2025-07-26T08:07:16Z</dcterms:created>
  <dcterms:modified xsi:type="dcterms:W3CDTF">2026-08-12T06:03:22Z</dcterms:modified>
</cp:coreProperties>
</file>