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ca508ea3c34045" /><Relationship Type="http://schemas.openxmlformats.org/officeDocument/2006/relationships/extended-properties" Target="/docProps/app.xml" Id="Reb18d3f6b170457d" /><Relationship Type="http://schemas.openxmlformats.org/officeDocument/2006/relationships/officeDocument" Target="/ppt/presentation.xml" Id="R2723b33eaf324ede" /></Relationships>
</file>

<file path=ppt/presentation.xml><?xml version="1.0" encoding="utf-8"?>
<p:presentation xmlns:p="http://schemas.openxmlformats.org/presentationml/2006/main">
  <p:sldMasterIdLst>
    <p:sldMasterId xmlns:r="http://schemas.openxmlformats.org/officeDocument/2006/relationships" id="2147483648" r:id="Rb972e13c86364e5c"/>
  </p:sldMasterIdLst>
  <p:notesMasterIdLst>
    <p:notesMasterId xmlns:r="http://schemas.openxmlformats.org/officeDocument/2006/relationships" r:id="Rc129cf02cfc3464a"/>
  </p:notesMasterIdLst>
  <p:sldIdLst>
    <p:sldId xmlns:r="http://schemas.openxmlformats.org/officeDocument/2006/relationships" id="256" r:id="R4d6212b99a4843b0"/>
    <p:sldId xmlns:r="http://schemas.openxmlformats.org/officeDocument/2006/relationships" id="257" r:id="R05b336e141584531"/>
    <p:sldId xmlns:r="http://schemas.openxmlformats.org/officeDocument/2006/relationships" id="258" r:id="R442716fa32524209"/>
    <p:sldId xmlns:r="http://schemas.openxmlformats.org/officeDocument/2006/relationships" id="259" r:id="R43aa09355c0c4f65"/>
    <p:sldId xmlns:r="http://schemas.openxmlformats.org/officeDocument/2006/relationships" id="260" r:id="R1197e6565bf847c5"/>
    <p:sldId xmlns:r="http://schemas.openxmlformats.org/officeDocument/2006/relationships" id="261" r:id="Rded36260a05e4612"/>
    <p:sldId xmlns:r="http://schemas.openxmlformats.org/officeDocument/2006/relationships" id="262" r:id="R9bb995b98c2447fb"/>
    <p:sldId xmlns:r="http://schemas.openxmlformats.org/officeDocument/2006/relationships" id="263" r:id="Rb3fc107487424595"/>
    <p:sldId xmlns:r="http://schemas.openxmlformats.org/officeDocument/2006/relationships" id="264" r:id="R9d8db0adf4ac494b"/>
    <p:sldId xmlns:r="http://schemas.openxmlformats.org/officeDocument/2006/relationships" id="265" r:id="Re0e66d8c56484ffc"/>
    <p:sldId xmlns:r="http://schemas.openxmlformats.org/officeDocument/2006/relationships" id="266" r:id="R9892ca9e1c764ca4"/>
    <p:sldId xmlns:r="http://schemas.openxmlformats.org/officeDocument/2006/relationships" id="267" r:id="R556f9ff588824037"/>
    <p:sldId xmlns:r="http://schemas.openxmlformats.org/officeDocument/2006/relationships" id="268" r:id="R7bd8252ae48e459d"/>
    <p:sldId xmlns:r="http://schemas.openxmlformats.org/officeDocument/2006/relationships" id="269" r:id="R636187fa6c634455"/>
    <p:sldId xmlns:r="http://schemas.openxmlformats.org/officeDocument/2006/relationships" id="270" r:id="R2061be44878b408f"/>
    <p:sldId xmlns:r="http://schemas.openxmlformats.org/officeDocument/2006/relationships" id="271" r:id="R84db6023a39d4187"/>
    <p:sldId xmlns:r="http://schemas.openxmlformats.org/officeDocument/2006/relationships" id="272" r:id="R6505f7b471524bdc"/>
    <p:sldId xmlns:r="http://schemas.openxmlformats.org/officeDocument/2006/relationships" id="273" r:id="R764c459c010a4674"/>
    <p:sldId xmlns:r="http://schemas.openxmlformats.org/officeDocument/2006/relationships" id="274" r:id="R22ee7b4c5d324750"/>
    <p:sldId xmlns:r="http://schemas.openxmlformats.org/officeDocument/2006/relationships" id="275" r:id="R769b9c5c0d6a44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292f03aaf549d9" /><Relationship Type="http://schemas.openxmlformats.org/officeDocument/2006/relationships/slideMaster" Target="/ppt/slideMasters/slideMaster1.xml" Id="Rb972e13c86364e5c" /><Relationship Type="http://schemas.openxmlformats.org/officeDocument/2006/relationships/notesMaster" Target="/ppt/notesMasters/notesMaster1.xml" Id="Rc129cf02cfc3464a" /><Relationship Type="http://schemas.openxmlformats.org/officeDocument/2006/relationships/presProps" Target="/ppt/presProps.xml" Id="Ra1c8883e1e994ef0" /><Relationship Type="http://schemas.openxmlformats.org/officeDocument/2006/relationships/tableStyles" Target="/ppt/tableStyles.xml" Id="R699845a3582345c3" /><Relationship Type="http://schemas.openxmlformats.org/officeDocument/2006/relationships/slide" Target="/ppt/slides/slide1.xml" Id="R4d6212b99a4843b0" /><Relationship Type="http://schemas.openxmlformats.org/officeDocument/2006/relationships/slide" Target="/ppt/slides/slide2.xml" Id="R05b336e141584531" /><Relationship Type="http://schemas.openxmlformats.org/officeDocument/2006/relationships/slide" Target="/ppt/slides/slide3.xml" Id="R442716fa32524209" /><Relationship Type="http://schemas.openxmlformats.org/officeDocument/2006/relationships/slide" Target="/ppt/slides/slide4.xml" Id="R43aa09355c0c4f65" /><Relationship Type="http://schemas.openxmlformats.org/officeDocument/2006/relationships/slide" Target="/ppt/slides/slide5.xml" Id="R1197e6565bf847c5" /><Relationship Type="http://schemas.openxmlformats.org/officeDocument/2006/relationships/slide" Target="/ppt/slides/slide6.xml" Id="Rded36260a05e4612" /><Relationship Type="http://schemas.openxmlformats.org/officeDocument/2006/relationships/slide" Target="/ppt/slides/slide7.xml" Id="R9bb995b98c2447fb" /><Relationship Type="http://schemas.openxmlformats.org/officeDocument/2006/relationships/slide" Target="/ppt/slides/slide8.xml" Id="Rb3fc107487424595" /><Relationship Type="http://schemas.openxmlformats.org/officeDocument/2006/relationships/slide" Target="/ppt/slides/slide9.xml" Id="R9d8db0adf4ac494b" /><Relationship Type="http://schemas.openxmlformats.org/officeDocument/2006/relationships/slide" Target="/ppt/slides/slide10.xml" Id="Re0e66d8c56484ffc" /><Relationship Type="http://schemas.openxmlformats.org/officeDocument/2006/relationships/slide" Target="/ppt/slides/slide11.xml" Id="R9892ca9e1c764ca4" /><Relationship Type="http://schemas.openxmlformats.org/officeDocument/2006/relationships/slide" Target="/ppt/slides/slide12.xml" Id="R556f9ff588824037" /><Relationship Type="http://schemas.openxmlformats.org/officeDocument/2006/relationships/slide" Target="/ppt/slides/slide13.xml" Id="R7bd8252ae48e459d" /><Relationship Type="http://schemas.openxmlformats.org/officeDocument/2006/relationships/slide" Target="/ppt/slides/slide14.xml" Id="R636187fa6c634455" /><Relationship Type="http://schemas.openxmlformats.org/officeDocument/2006/relationships/slide" Target="/ppt/slides/slide15.xml" Id="R2061be44878b408f" /><Relationship Type="http://schemas.openxmlformats.org/officeDocument/2006/relationships/slide" Target="/ppt/slides/slide16.xml" Id="R84db6023a39d4187" /><Relationship Type="http://schemas.openxmlformats.org/officeDocument/2006/relationships/slide" Target="/ppt/slides/slide17.xml" Id="R6505f7b471524bdc" /><Relationship Type="http://schemas.openxmlformats.org/officeDocument/2006/relationships/slide" Target="/ppt/slides/slide18.xml" Id="R764c459c010a4674" /><Relationship Type="http://schemas.openxmlformats.org/officeDocument/2006/relationships/slide" Target="/ppt/slides/slide19.xml" Id="R22ee7b4c5d324750" /><Relationship Type="http://schemas.openxmlformats.org/officeDocument/2006/relationships/slide" Target="/ppt/slides/slide20.xml" Id="R769b9c5c0d6a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cd67226ef340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670143678b4f53" /><Relationship Type="http://schemas.openxmlformats.org/officeDocument/2006/relationships/notesMaster" Target="/ppt/notesMasters/notesMaster1.xml" Id="R0aa04c139a5047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e46f6a8a1d4212" /><Relationship Type="http://schemas.openxmlformats.org/officeDocument/2006/relationships/notesMaster" Target="/ppt/notesMasters/notesMaster1.xml" Id="Rd3fd0022f33d48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eb85890928478b" /><Relationship Type="http://schemas.openxmlformats.org/officeDocument/2006/relationships/notesMaster" Target="/ppt/notesMasters/notesMaster1.xml" Id="Rb7d0fb862a624c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c13fc5f49a4a18" /><Relationship Type="http://schemas.openxmlformats.org/officeDocument/2006/relationships/notesMaster" Target="/ppt/notesMasters/notesMaster1.xml" Id="R0aebd58a92dc41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80c42c2fd54811" /><Relationship Type="http://schemas.openxmlformats.org/officeDocument/2006/relationships/notesMaster" Target="/ppt/notesMasters/notesMaster1.xml" Id="R44fac37a97b145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877c2076d42f8" /><Relationship Type="http://schemas.openxmlformats.org/officeDocument/2006/relationships/notesMaster" Target="/ppt/notesMasters/notesMaster1.xml" Id="Reeaa2b0ec33741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e5bac34f004e96" /><Relationship Type="http://schemas.openxmlformats.org/officeDocument/2006/relationships/notesMaster" Target="/ppt/notesMasters/notesMaster1.xml" Id="R7aa5ce3c3e9745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6fc3d945234e3c" /><Relationship Type="http://schemas.openxmlformats.org/officeDocument/2006/relationships/notesMaster" Target="/ppt/notesMasters/notesMaster1.xml" Id="Rf1bf96f2277e43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7c9587f05f46df" /><Relationship Type="http://schemas.openxmlformats.org/officeDocument/2006/relationships/notesMaster" Target="/ppt/notesMasters/notesMaster1.xml" Id="Rd7e0a7a71bcc49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40f597ce8745a0" /><Relationship Type="http://schemas.openxmlformats.org/officeDocument/2006/relationships/notesMaster" Target="/ppt/notesMasters/notesMaster1.xml" Id="R9af36b8372c347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3791bc8b764d3a" /><Relationship Type="http://schemas.openxmlformats.org/officeDocument/2006/relationships/notesMaster" Target="/ppt/notesMasters/notesMaster1.xml" Id="R7f9d5bb20c7640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aa532ee1b142b7" /><Relationship Type="http://schemas.openxmlformats.org/officeDocument/2006/relationships/notesMaster" Target="/ppt/notesMasters/notesMaster1.xml" Id="R9598b36ad18643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25210fbb014257" /><Relationship Type="http://schemas.openxmlformats.org/officeDocument/2006/relationships/notesMaster" Target="/ppt/notesMasters/notesMaster1.xml" Id="Rd8136e5dcde54d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6e8a31e1af4c5a" /><Relationship Type="http://schemas.openxmlformats.org/officeDocument/2006/relationships/notesMaster" Target="/ppt/notesMasters/notesMaster1.xml" Id="R815cf5098d2644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97b1f868574c66" /><Relationship Type="http://schemas.openxmlformats.org/officeDocument/2006/relationships/notesMaster" Target="/ppt/notesMasters/notesMaster1.xml" Id="R412c411b9a5d47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8aaeb139574f79" /><Relationship Type="http://schemas.openxmlformats.org/officeDocument/2006/relationships/notesMaster" Target="/ppt/notesMasters/notesMaster1.xml" Id="R2288ba3cbea241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d80408367a4d84" /><Relationship Type="http://schemas.openxmlformats.org/officeDocument/2006/relationships/notesMaster" Target="/ppt/notesMasters/notesMaster1.xml" Id="R057fbb1f538c4f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07a0adb285470c" /><Relationship Type="http://schemas.openxmlformats.org/officeDocument/2006/relationships/notesMaster" Target="/ppt/notesMasters/notesMaster1.xml" Id="R61fe9a86f83443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a8de8db233c4395" /><Relationship Type="http://schemas.openxmlformats.org/officeDocument/2006/relationships/notesMaster" Target="/ppt/notesMasters/notesMaster1.xml" Id="R54d5962a286041f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f0cb711d444825" /><Relationship Type="http://schemas.openxmlformats.org/officeDocument/2006/relationships/notesMaster" Target="/ppt/notesMasters/notesMaster1.xml" Id="R2c33282f011949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checked xv6 implementation from kernel/spinlock.c. acquire() calls push_off(), rejects recursive ownership, and spins on an atomic exchange with acquire ordering. release() checks ownership, clears the owner record, publishes protected stores with release ordering, then calls pop_off(). Atomic exchange provides cross-CPU exclusion; push_off handles local interrupt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457e541a5949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db83b31d6145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0d1c33387746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4a5ca5d8704d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a58be3a15842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d140c76c8c4a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c1e32630d743b0" /><Relationship Type="http://schemas.openxmlformats.org/officeDocument/2006/relationships/slideLayout" Target="/ppt/slideLayouts/slideLayout1.xml" Id="R92c0972e97a44d4c" /><Relationship Type="http://schemas.openxmlformats.org/officeDocument/2006/relationships/slideLayout" Target="/ppt/slideLayouts/slideLayout2.xml" Id="R3aadcd56cf2242bb" /><Relationship Type="http://schemas.openxmlformats.org/officeDocument/2006/relationships/slideLayout" Target="/ppt/slideLayouts/slideLayout3.xml" Id="Rc046e9bc96304327" /><Relationship Type="http://schemas.openxmlformats.org/officeDocument/2006/relationships/slideLayout" Target="/ppt/slideLayouts/slideLayout4.xml" Id="R341d60fb26b04684" /><Relationship Type="http://schemas.openxmlformats.org/officeDocument/2006/relationships/slideLayout" Target="/ppt/slideLayouts/slideLayout5.xml" Id="Re7f2b50155e3470d" /><Relationship Type="http://schemas.openxmlformats.org/officeDocument/2006/relationships/slideLayout" Target="/ppt/slideLayouts/slideLayout6.xml" Id="R396b909b3b4644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c0972e97a44d4c"/>
    <p:sldLayoutId xmlns:r="http://schemas.openxmlformats.org/officeDocument/2006/relationships" id="2147483650" r:id="R3aadcd56cf2242bb"/>
    <p:sldLayoutId xmlns:r="http://schemas.openxmlformats.org/officeDocument/2006/relationships" id="2147483651" r:id="Rc046e9bc96304327"/>
    <p:sldLayoutId xmlns:r="http://schemas.openxmlformats.org/officeDocument/2006/relationships" id="2147483652" r:id="R341d60fb26b04684"/>
    <p:sldLayoutId xmlns:r="http://schemas.openxmlformats.org/officeDocument/2006/relationships" id="2147483653" r:id="Re7f2b50155e3470d"/>
    <p:sldLayoutId xmlns:r="http://schemas.openxmlformats.org/officeDocument/2006/relationships" id="2147483654" r:id="R396b909b3b4644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133ca670b549be" /><Relationship Type="http://schemas.openxmlformats.org/officeDocument/2006/relationships/notesSlide" Target="/ppt/notesSlides/notesSlide1.xml" Id="R9dd59914e24448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e3098d92854711" /><Relationship Type="http://schemas.openxmlformats.org/officeDocument/2006/relationships/notesSlide" Target="/ppt/notesSlides/notesSlide2.xml" Id="R20a1270f280c44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b14709e89d4e75" /><Relationship Type="http://schemas.openxmlformats.org/officeDocument/2006/relationships/notesSlide" Target="/ppt/notesSlides/notesSlide3.xml" Id="R08f144d278f543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efa6dd744a474b" /><Relationship Type="http://schemas.openxmlformats.org/officeDocument/2006/relationships/notesSlide" Target="/ppt/notesSlides/notesSlide4.xml" Id="R97452e53fa8f4d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4b5cd9fdc64cb1" /><Relationship Type="http://schemas.openxmlformats.org/officeDocument/2006/relationships/notesSlide" Target="/ppt/notesSlides/notesSlide5.xml" Id="Reb97a3a9274444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93527f760348df" /><Relationship Type="http://schemas.openxmlformats.org/officeDocument/2006/relationships/notesSlide" Target="/ppt/notesSlides/notesSlide6.xml" Id="Re44ac97b6e5843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225e8cf2ad4a0c" /><Relationship Type="http://schemas.openxmlformats.org/officeDocument/2006/relationships/notesSlide" Target="/ppt/notesSlides/notesSlide7.xml" Id="R866899c846f143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6d909ec8894f5e" /><Relationship Type="http://schemas.openxmlformats.org/officeDocument/2006/relationships/notesSlide" Target="/ppt/notesSlides/notesSlide8.xml" Id="R34a853485af544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8629f42cc74fff" /><Relationship Type="http://schemas.openxmlformats.org/officeDocument/2006/relationships/notesSlide" Target="/ppt/notesSlides/notesSlide9.xml" Id="R8aa56dbe578245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591dcff73c4a4e" /><Relationship Type="http://schemas.openxmlformats.org/officeDocument/2006/relationships/notesSlide" Target="/ppt/notesSlides/notesSlide10.xml" Id="R5a61d5c071a24e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b4f51f3c4041e8" /><Relationship Type="http://schemas.openxmlformats.org/officeDocument/2006/relationships/notesSlide" Target="/ppt/notesSlides/notesSlide11.xml" Id="R5253a54e7fbd47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7a92ef1106a4fff" /><Relationship Type="http://schemas.openxmlformats.org/officeDocument/2006/relationships/notesSlide" Target="/ppt/notesSlides/notesSlide12.xml" Id="R936595f44a624a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df7e1fc96a434a" /><Relationship Type="http://schemas.openxmlformats.org/officeDocument/2006/relationships/image" Target="/ppt/media/image.png" Id="R3cae9635266c4e6c" /><Relationship Type="http://schemas.openxmlformats.org/officeDocument/2006/relationships/notesSlide" Target="/ppt/notesSlides/notesSlide13.xml" Id="Rbcea913b200341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ce2e04469d444cb" /><Relationship Type="http://schemas.openxmlformats.org/officeDocument/2006/relationships/image" Target="/ppt/media/image2.png" Id="R1a924b9cdfd84c55" /><Relationship Type="http://schemas.openxmlformats.org/officeDocument/2006/relationships/notesSlide" Target="/ppt/notesSlides/notesSlide14.xml" Id="R7b03516ade714e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8c61d97a8142ee" /><Relationship Type="http://schemas.openxmlformats.org/officeDocument/2006/relationships/image" Target="/ppt/media/image3.png" Id="Rb6901963dc2e4c15" /><Relationship Type="http://schemas.openxmlformats.org/officeDocument/2006/relationships/notesSlide" Target="/ppt/notesSlides/notesSlide15.xml" Id="R8ddab862c5094c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ab4240ed614f6d" /><Relationship Type="http://schemas.openxmlformats.org/officeDocument/2006/relationships/image" Target="/ppt/media/image4.png" Id="R4e9d6fc8bae7410a" /><Relationship Type="http://schemas.openxmlformats.org/officeDocument/2006/relationships/notesSlide" Target="/ppt/notesSlides/notesSlide16.xml" Id="R6e272cbb7c3c48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3b3bf1c97714036" /><Relationship Type="http://schemas.openxmlformats.org/officeDocument/2006/relationships/notesSlide" Target="/ppt/notesSlides/notesSlide17.xml" Id="Rade539465c144b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88791ca73949c0" /><Relationship Type="http://schemas.openxmlformats.org/officeDocument/2006/relationships/image" Target="/ppt/media/image5.png" Id="R7082205b0a2c4f58" /><Relationship Type="http://schemas.openxmlformats.org/officeDocument/2006/relationships/notesSlide" Target="/ppt/notesSlides/notesSlide18.xml" Id="R43bdae112b7a4e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18652a41fae44fc" /><Relationship Type="http://schemas.openxmlformats.org/officeDocument/2006/relationships/notesSlide" Target="/ppt/notesSlides/notesSlide19.xml" Id="R15d382a6923546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e28c434ea3b4395" /><Relationship Type="http://schemas.openxmlformats.org/officeDocument/2006/relationships/notesSlide" Target="/ppt/notesSlides/notesSlide20.xml" Id="Rb8e3e04d880743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 race makes correctness depend on shared-data timing.</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366B3D39-22FC-4B79-AAE4-F58B5CE12FC2}"/>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callers may return P and corrupt separate processes' data.</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disables local interrupt re-entry.</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while (__atomic_exchange_n(&amp;lk-&gt;locked, 1, __ATOMIC_ACQUIRE)) ;</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mutate kmem.freelist and r-&gt;next as one operation.</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__atomic_store_n(&amp;lk-&gt;locked, 0, __ATOMIC_RELEASE); pop_off();</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Atomic ownership excludes other CPUs; interrupt masking alone cannot.</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97ED7F17-C547-4CBA-A27E-6F6C41D38C3D}"/>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worker repeats this allocate-write-check-free cycle for 200 rounds.</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2DCFE386-7C5E-4E4D-B674-D9402F5B1977}"/>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697331D2-4425-485F-96F5-729BC70A2B5E}"/>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1C715871-1423-48FA-A6FE-1D2E7B9D4FB5}"/>
              </a:ext>
            </a:extLst>
          </p:cNvPr>
          <p:cNvPicPr>
            <a:picLocks xmlns:a="http://schemas.openxmlformats.org/drawingml/2006/main" noChangeAspect="1"/>
          </p:cNvPicPr>
          <p:nvPr/>
        </p:nvPicPr>
        <p:blipFill>
          <a:blip xmlns:r="http://schemas.openxmlformats.org/officeDocument/2006/relationships" xmlns:a="http://schemas.openxmlformats.org/drawingml/2006/main" r:embed="R3cae9635266c4e6c"/>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53FBE609-AA85-4997-A3D7-61C7287D894E}"/>
              </a:ext>
            </a:extLst>
          </p:cNvPr>
          <p:cNvPicPr>
            <a:picLocks xmlns:a="http://schemas.openxmlformats.org/drawingml/2006/main" noChangeAspect="1"/>
          </p:cNvPicPr>
          <p:nvPr/>
        </p:nvPicPr>
        <p:blipFill>
          <a:blip xmlns:r="http://schemas.openxmlformats.org/officeDocument/2006/relationships" xmlns:a="http://schemas.openxmlformats.org/drawingml/2006/main" r:embed="R1a924b9cdfd84c55"/>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4CD9480A-4C31-4AB8-BFBF-FE039F76F875}"/>
              </a:ext>
            </a:extLst>
          </p:cNvPr>
          <p:cNvPicPr>
            <a:picLocks xmlns:a="http://schemas.openxmlformats.org/drawingml/2006/main" noChangeAspect="1"/>
          </p:cNvPicPr>
          <p:nvPr/>
        </p:nvPicPr>
        <p:blipFill>
          <a:blip xmlns:r="http://schemas.openxmlformats.org/officeDocument/2006/relationships" xmlns:a="http://schemas.openxmlformats.org/drawingml/2006/main" r:embed="Rb6901963dc2e4c15"/>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24774D3D-C7CA-4B27-A469-E9CE26C696B5}"/>
              </a:ext>
            </a:extLst>
          </p:cNvPr>
          <p:cNvPicPr>
            <a:picLocks xmlns:a="http://schemas.openxmlformats.org/drawingml/2006/main" noChangeAspect="1"/>
          </p:cNvPicPr>
          <p:nvPr/>
        </p:nvPicPr>
        <p:blipFill>
          <a:blip xmlns:r="http://schemas.openxmlformats.org/officeDocument/2006/relationships" xmlns:a="http://schemas.openxmlformats.org/drawingml/2006/main" r:embed="R4e9d6fc8bae7410a"/>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221C3FF-C527-4A65-9934-D5ADC7FBF173}"/>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7665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1C63D7E1-A7E7-45E6-8C48-D7365AD31BA9}"/>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7665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6E3C20E8-31EF-4BD4-8268-EE6ABE28DC7D}"/>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7665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503A54B2-9033-4BA7-A854-63A75C313443}"/>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A0929BB8-A5B9-44DD-A94F-3069A543CB6F}"/>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88041919-250C-4832-A60B-387DE5EA0BB7}"/>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20C22843-1A68-4AB2-95CA-AA891363FB82}"/>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Implementation workflows</a:t>
            </a:r>
          </a:p>
        </p:txBody>
      </p:sp>
      <p:sp>
        <p:nvSpPr>
          <p:cNvPr id="3" name="">
            <a:extLst xmlns:a="http://schemas.openxmlformats.org/drawingml/2006/main">
              <a:ext uri="{FF2B5EF4-FFF2-40B4-BE49-F238E27FC236}">
                <a16:creationId xmlns:a16="http://schemas.microsoft.com/office/drawing/2014/main" id="{3777FC89-7AB2-445B-B8E4-39ACE861CB91}"/>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PATH  |  4 children × 8 pages × 200 rounds</a:t>
            </a:r>
          </a:p>
        </p:txBody>
      </p:sp>
      <p:sp>
        <p:nvSpPr>
          <p:cNvPr id="4" name="guest-test">
            <a:extLst xmlns:a="http://schemas.openxmlformats.org/drawingml/2006/main">
              <a:ext uri="{FF2B5EF4-FFF2-40B4-BE49-F238E27FC236}">
                <a16:creationId xmlns:a16="http://schemas.microsoft.com/office/drawing/2014/main" id="{002CEF77-FDA7-40CB-8D7F-5467103CEA5B}"/>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10CAA089-1519-4787-9440-C0AA94F2BBF0}"/>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762B073B-E5DA-4902-AE79-B764BAC5D5BF}"/>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CA8B26E3-45AE-4B10-97A4-41A7F0773796}"/>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EAB5A9BB-EC7E-403B-92C7-B5764D3BA182}"/>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89FE21C1-9863-40DB-9C5B-1FE2996B514A}"/>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The same path reverses on shrink: uvmdealloc() → uvmunmap() → kfree().</a:t>
            </a:r>
          </a:p>
        </p:txBody>
      </p:sp>
      <p:sp>
        <p:nvSpPr>
          <p:cNvPr id="14" name="">
            <a:extLst xmlns:a="http://schemas.openxmlformats.org/drawingml/2006/main">
              <a:ext uri="{FF2B5EF4-FFF2-40B4-BE49-F238E27FC236}">
                <a16:creationId xmlns:a16="http://schemas.microsoft.com/office/drawing/2014/main" id="{1D6CA6F5-9BAB-4B8D-921B-5AC0E1E1D5F9}"/>
              </a:ext>
            </a:extLst>
          </p:cNvPr>
          <p:cNvSpPr>
            <a:spLocks xmlns:a="http://schemas.openxmlformats.org/drawingml/2006/main" noGrp="1"/>
          </p:cNvSpPr>
          <p:nvPr/>
        </p:nvSpPr>
        <p:spPr>
          <a:xfrm xmlns:a="http://schemas.openxmlformats.org/drawingml/2006/main">
            <a:off x="685800" y="29908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 evidence</a:t>
            </a:r>
          </a:p>
        </p:txBody>
      </p:sp>
      <p:sp>
        <p:nvSpPr>
          <p:cNvPr id="15" name="phase-locked">
            <a:extLst xmlns:a="http://schemas.openxmlformats.org/drawingml/2006/main">
              <a:ext uri="{FF2B5EF4-FFF2-40B4-BE49-F238E27FC236}">
                <a16:creationId xmlns:a16="http://schemas.microsoft.com/office/drawing/2014/main" id="{CDD8BB96-56B5-47DA-B833-B068192A780B}"/>
              </a:ext>
            </a:extLst>
          </p:cNvPr>
          <p:cNvSpPr>
            <a:spLocks xmlns:a="http://schemas.openxmlformats.org/drawingml/2006/main" noGrp="1"/>
          </p:cNvSpPr>
          <p:nvPr/>
        </p:nvSpPr>
        <p:spPr>
          <a:xfrm xmlns:a="http://schemas.openxmlformats.org/drawingml/2006/main">
            <a:off x="6858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1E588AA3-CFD6-4DE0-81D8-6C4768103635}"/>
              </a:ext>
            </a:extLst>
          </p:cNvPr>
          <p:cNvSpPr>
            <a:spLocks xmlns:a="http://schemas.openxmlformats.org/drawingml/2006/main" noGrp="1"/>
          </p:cNvSpPr>
          <p:nvPr/>
        </p:nvSpPr>
        <p:spPr>
          <a:xfrm xmlns:a="http://schemas.openxmlformats.org/drawingml/2006/main">
            <a:off x="352425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comment exactly 4 calls</a:t>
            </a:r>
          </a:p>
        </p:txBody>
      </p:sp>
      <p:sp>
        <p:nvSpPr>
          <p:cNvPr id="17" name="phase-restored">
            <a:extLst xmlns:a="http://schemas.openxmlformats.org/drawingml/2006/main">
              <a:ext uri="{FF2B5EF4-FFF2-40B4-BE49-F238E27FC236}">
                <a16:creationId xmlns:a16="http://schemas.microsoft.com/office/drawing/2014/main" id="{618A10A1-C0CE-4B09-B5D1-4B1A23914827}"/>
              </a:ext>
            </a:extLst>
          </p:cNvPr>
          <p:cNvSpPr>
            <a:spLocks xmlns:a="http://schemas.openxmlformats.org/drawingml/2006/main" noGrp="1"/>
          </p:cNvSpPr>
          <p:nvPr/>
        </p:nvSpPr>
        <p:spPr>
          <a:xfrm xmlns:a="http://schemas.openxmlformats.org/drawingml/2006/main">
            <a:off x="63627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xmlns:a="http://schemas.openxmlformats.org/drawingml/2006/main">
              <a:ext uri="{FF2B5EF4-FFF2-40B4-BE49-F238E27FC236}">
                <a16:creationId xmlns:a16="http://schemas.microsoft.com/office/drawing/2014/main" id="{2C66BE02-8165-47B2-833E-3A85F81DB798}"/>
              </a:ext>
            </a:extLst>
          </p:cNvPr>
          <p:cNvSpPr>
            <a:spLocks xmlns:a="http://schemas.openxmlformats.org/drawingml/2006/main" noGrp="1"/>
          </p:cNvSpPr>
          <p:nvPr/>
        </p:nvSpPr>
        <p:spPr>
          <a:xfrm xmlns:a="http://schemas.openxmlformats.org/drawingml/2006/main">
            <a:off x="9201150" y="333375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empty diff + CSV</a:t>
            </a:r>
          </a:p>
        </p:txBody>
      </p:sp>
      <p:sp>
        <p:nvSpPr>
          <p:cNvPr id="22" name="">
            <a:extLst xmlns:a="http://schemas.openxmlformats.org/drawingml/2006/main">
              <a:ext uri="{FF2B5EF4-FFF2-40B4-BE49-F238E27FC236}">
                <a16:creationId xmlns:a16="http://schemas.microsoft.com/office/drawing/2014/main" id="{BBEBB267-56E4-4B1C-A490-E060A1F3F2B8}"/>
              </a:ext>
            </a:extLst>
          </p:cNvPr>
          <p:cNvSpPr>
            <a:spLocks xmlns:a="http://schemas.openxmlformats.org/drawingml/2006/main" noGrp="1"/>
          </p:cNvSpPr>
          <p:nvPr/>
        </p:nvSpPr>
        <p:spPr>
          <a:xfrm xmlns:a="http://schemas.openxmlformats.org/drawingml/2006/main">
            <a:off x="685800" y="42291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53616E"/>
                </a:solidFill>
                <a:latin typeface="Arial"/>
                <a:ea typeface="Arial"/>
                <a:cs typeface="Arial"/>
              </a:defRPr>
            </a:defPPr>
            <a:lvl1pPr algn="l">
              <a:defRPr sz="1125" b="1">
                <a:solidFill>
                  <a:srgbClr val="53616E"/>
                </a:solidFill>
                <a:latin typeface="Arial"/>
                <a:ea typeface="Arial"/>
                <a:cs typeface="Arial"/>
              </a:defRPr>
            </a:lvl1pPr>
            <a:lvl2pPr algn="l">
              <a:defRPr sz="1125" b="1">
                <a:solidFill>
                  <a:srgbClr val="53616E"/>
                </a:solidFill>
                <a:latin typeface="Arial"/>
                <a:ea typeface="Arial"/>
                <a:cs typeface="Arial"/>
              </a:defRPr>
            </a:lvl2pPr>
            <a:lvl3pPr algn="l">
              <a:defRPr sz="1125" b="1">
                <a:solidFill>
                  <a:srgbClr val="53616E"/>
                </a:solidFill>
                <a:latin typeface="Arial"/>
                <a:ea typeface="Arial"/>
                <a:cs typeface="Arial"/>
              </a:defRPr>
            </a:lvl3pPr>
            <a:lvl4pPr algn="l">
              <a:defRPr sz="1125" b="1">
                <a:solidFill>
                  <a:srgbClr val="53616E"/>
                </a:solidFill>
                <a:latin typeface="Arial"/>
                <a:ea typeface="Arial"/>
                <a:cs typeface="Arial"/>
              </a:defRPr>
            </a:lvl4pPr>
            <a:lvl5pPr algn="l">
              <a:defRPr sz="1125" b="1">
                <a:solidFill>
                  <a:srgbClr val="53616E"/>
                </a:solidFill>
                <a:latin typeface="Arial"/>
                <a:ea typeface="Arial"/>
                <a:cs typeface="Arial"/>
              </a:defRPr>
            </a:lvl5pPr>
            <a:lvl6pPr algn="l">
              <a:defRPr sz="1125" b="1">
                <a:solidFill>
                  <a:srgbClr val="53616E"/>
                </a:solidFill>
                <a:latin typeface="Arial"/>
                <a:ea typeface="Arial"/>
                <a:cs typeface="Arial"/>
              </a:defRPr>
            </a:lvl6pPr>
            <a:lvl7pPr algn="l">
              <a:defRPr sz="1125" b="1">
                <a:solidFill>
                  <a:srgbClr val="53616E"/>
                </a:solidFill>
                <a:latin typeface="Arial"/>
                <a:ea typeface="Arial"/>
                <a:cs typeface="Arial"/>
              </a:defRPr>
            </a:lvl7pPr>
            <a:lvl8pPr algn="l">
              <a:defRPr sz="1125" b="1">
                <a:solidFill>
                  <a:srgbClr val="53616E"/>
                </a:solidFill>
                <a:latin typeface="Arial"/>
                <a:ea typeface="Arial"/>
                <a:cs typeface="Arial"/>
              </a:defRPr>
            </a:lvl8pPr>
            <a:lvl9pPr algn="l">
              <a:defRPr sz="1125" b="1">
                <a:solidFill>
                  <a:srgbClr val="53616E"/>
                </a:solidFill>
                <a:latin typeface="Arial"/>
                <a:ea typeface="Arial"/>
                <a:cs typeface="Arial"/>
              </a:defRPr>
            </a:lvl9pPr>
          </a:lstStyle>
          <a:p xmlns:a="http://schemas.openxmlformats.org/drawingml/2006/main">
            <a:pPr algn="l">
              <a:defRPr sz="1125" b="1">
                <a:solidFill>
                  <a:srgbClr val="53616E"/>
                </a:solidFill>
                <a:latin typeface="Arial"/>
                <a:ea typeface="Arial"/>
                <a:cs typeface="Arial"/>
              </a:defRPr>
            </a:pPr>
            <a:r>
              <a:rPr sz="1125" b="1">
                <a:solidFill>
                  <a:srgbClr val="53616E"/>
                </a:solidFill>
                <a:latin typeface="Arial"/>
                <a:ea typeface="Arial"/>
                <a:cs typeface="Arial"/>
              </a:rPr>
              <a:t>Restoration guard in member1_tools.c</a:t>
            </a:r>
          </a:p>
        </p:txBody>
      </p:sp>
      <p:sp>
        <p:nvSpPr>
          <p:cNvPr id="23" name="">
            <a:extLst xmlns:a="http://schemas.openxmlformats.org/drawingml/2006/main">
              <a:ext uri="{FF2B5EF4-FFF2-40B4-BE49-F238E27FC236}">
                <a16:creationId xmlns:a16="http://schemas.microsoft.com/office/drawing/2014/main" id="{5E035CE7-BC81-4B8F-80EF-4322366EF743}"/>
              </a:ext>
            </a:extLst>
          </p:cNvPr>
          <p:cNvSpPr>
            <a:spLocks xmlns:a="http://schemas.openxmlformats.org/drawingml/2006/main" noGrp="1"/>
          </p:cNvSpPr>
          <p:nvPr/>
        </p:nvSpPr>
        <p:spPr>
          <a:xfrm xmlns:a="http://schemas.openxmlformats.org/drawingml/2006/main">
            <a:off x="685800" y="44767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a:solidFill>
                  <a:srgbClr val="17202A"/>
                </a:solidFill>
                <a:latin typeface="Arial"/>
                <a:ea typeface="Arial"/>
                <a:cs typeface="Arial"/>
              </a:defRPr>
            </a:defPPr>
            <a:lvl1pPr algn="l">
              <a:defRPr sz="1500">
                <a:solidFill>
                  <a:srgbClr val="17202A"/>
                </a:solidFill>
                <a:latin typeface="Arial"/>
                <a:ea typeface="Arial"/>
                <a:cs typeface="Arial"/>
              </a:defRPr>
            </a:lvl1pPr>
            <a:lvl2pPr algn="l">
              <a:defRPr sz="1500">
                <a:solidFill>
                  <a:srgbClr val="17202A"/>
                </a:solidFill>
                <a:latin typeface="Arial"/>
                <a:ea typeface="Arial"/>
                <a:cs typeface="Arial"/>
              </a:defRPr>
            </a:lvl2pPr>
            <a:lvl3pPr algn="l">
              <a:defRPr sz="1500">
                <a:solidFill>
                  <a:srgbClr val="17202A"/>
                </a:solidFill>
                <a:latin typeface="Arial"/>
                <a:ea typeface="Arial"/>
                <a:cs typeface="Arial"/>
              </a:defRPr>
            </a:lvl3pPr>
            <a:lvl4pPr algn="l">
              <a:defRPr sz="1500">
                <a:solidFill>
                  <a:srgbClr val="17202A"/>
                </a:solidFill>
                <a:latin typeface="Arial"/>
                <a:ea typeface="Arial"/>
                <a:cs typeface="Arial"/>
              </a:defRPr>
            </a:lvl4pPr>
            <a:lvl5pPr algn="l">
              <a:defRPr sz="1500">
                <a:solidFill>
                  <a:srgbClr val="17202A"/>
                </a:solidFill>
                <a:latin typeface="Arial"/>
                <a:ea typeface="Arial"/>
                <a:cs typeface="Arial"/>
              </a:defRPr>
            </a:lvl5pPr>
            <a:lvl6pPr algn="l">
              <a:defRPr sz="1500">
                <a:solidFill>
                  <a:srgbClr val="17202A"/>
                </a:solidFill>
                <a:latin typeface="Arial"/>
                <a:ea typeface="Arial"/>
                <a:cs typeface="Arial"/>
              </a:defRPr>
            </a:lvl6pPr>
            <a:lvl7pPr algn="l">
              <a:defRPr sz="1500">
                <a:solidFill>
                  <a:srgbClr val="17202A"/>
                </a:solidFill>
                <a:latin typeface="Arial"/>
                <a:ea typeface="Arial"/>
                <a:cs typeface="Arial"/>
              </a:defRPr>
            </a:lvl7pPr>
            <a:lvl8pPr algn="l">
              <a:defRPr sz="1500">
                <a:solidFill>
                  <a:srgbClr val="17202A"/>
                </a:solidFill>
                <a:latin typeface="Arial"/>
                <a:ea typeface="Arial"/>
                <a:cs typeface="Arial"/>
              </a:defRPr>
            </a:lvl8pPr>
            <a:lvl9pPr algn="l">
              <a:defRPr sz="1500">
                <a:solidFill>
                  <a:srgbClr val="17202A"/>
                </a:solidFill>
                <a:latin typeface="Arial"/>
                <a:ea typeface="Arial"/>
                <a:cs typeface="Arial"/>
              </a:defRPr>
            </a:lvl9pPr>
          </a:lstStyle>
          <a:p xmlns:a="http://schemas.openxmlformats.org/drawingml/2006/main">
            <a:pPr algn="l">
              <a:defRPr sz="1500">
                <a:solidFill>
                  <a:srgbClr val="17202A"/>
                </a:solidFill>
                <a:latin typeface="Arial"/>
                <a:ea typeface="Arial"/>
                <a:cs typeface="Arial"/>
              </a:defRPr>
            </a:pPr>
            <a:r>
              <a:rPr sz="1500">
                <a:solidFill>
                  <a:srgbClr val="17202A"/>
                </a:solidFill>
                <a:latin typeface="Arial"/>
                <a:ea typeface="Arial"/>
                <a:cs typeface="Arial"/>
              </a:rPr>
              <a:t>must_restore = 1;  atexit(restore);</a:t>
            </a:r>
          </a:p>
        </p:txBody>
      </p:sp>
      <p:sp>
        <p:nvSpPr>
          <p:cNvPr id="24" name="">
            <a:extLst xmlns:a="http://schemas.openxmlformats.org/drawingml/2006/main">
              <a:ext uri="{FF2B5EF4-FFF2-40B4-BE49-F238E27FC236}">
                <a16:creationId xmlns:a16="http://schemas.microsoft.com/office/drawing/2014/main" id="{B5E2563F-2E3C-4E77-A6EC-F110F6853548}"/>
              </a:ext>
            </a:extLst>
          </p:cNvPr>
          <p:cNvSpPr>
            <a:spLocks xmlns:a="http://schemas.openxmlformats.org/drawingml/2006/main" noGrp="1"/>
          </p:cNvSpPr>
          <p:nvPr/>
        </p:nvSpPr>
        <p:spPr>
          <a:xfrm xmlns:a="http://schemas.openxmlformats.org/drawingml/2006/main">
            <a:off x="685800" y="4905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Each attempt boots a fresh QEMU guest. The host captures raw console output, classifies one primary outcome, and appends the run ID and log path to results.csv.</a:t>
            </a:r>
          </a:p>
        </p:txBody>
      </p:sp>
      <p:sp>
        <p:nvSpPr>
          <p:cNvPr id="25" name="slide-number-placeholder">
            <a:extLst xmlns:a="http://schemas.openxmlformats.org/drawingml/2006/main">
              <a:ext uri="{FF2B5EF4-FFF2-40B4-BE49-F238E27FC236}">
                <a16:creationId xmlns:a16="http://schemas.microsoft.com/office/drawing/2014/main" id="{6BDCBFF0-4124-455D-933E-E7387EFA769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17</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997E904B-472A-4E90-B09A-199F938CFE4B}"/>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Other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 validation unlocked: 1 corruption, 6 panic/trap, 2 failures, 1 timeout. Original: 3 corruption, 4 panic/trap, 2 failures, 1 timeout.</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2E9FEF87-5D98-47BA-B620-89D5834CA9FE}"/>
              </a:ext>
            </a:extLst>
          </p:cNvPr>
          <p:cNvPicPr>
            <a:picLocks xmlns:a="http://schemas.openxmlformats.org/drawingml/2006/main" noChangeAspect="1"/>
          </p:cNvPicPr>
          <p:nvPr/>
        </p:nvPicPr>
        <p:blipFill>
          <a:blip xmlns:r="http://schemas.openxmlformats.org/officeDocument/2006/relationships" xmlns:a="http://schemas.openxmlformats.org/drawingml/2006/main" r:embed="R7082205b0a2c4f58"/>
          <a:stretch xmlns:a="http://schemas.openxmlformats.org/drawingml/2006/main"/>
        </p:blipFill>
        <p:spPr>
          <a:xfrm xmlns:a="http://schemas.openxmlformats.org/drawingml/2006/main">
            <a:off x="6234113" y="1476375"/>
            <a:ext cx="4724400"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2026-10-26T08:44:39.6620000Z</dcterms:created>
  <dcterms:modified xsi:type="dcterms:W3CDTF">2026-10-26T08:44:39.6620000Z</dcterms:modified>
</coreProperties>
</file>