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17db49ea734007" /><Relationship Type="http://schemas.openxmlformats.org/officeDocument/2006/relationships/extended-properties" Target="/docProps/app.xml" Id="R1fb0889647d6467a" /><Relationship Type="http://schemas.openxmlformats.org/officeDocument/2006/relationships/officeDocument" Target="/ppt/presentation.xml" Id="Rbc484cfdc7114aa3" /></Relationships>
</file>

<file path=ppt/presentation.xml><?xml version="1.0" encoding="utf-8"?>
<p:presentation xmlns:p="http://schemas.openxmlformats.org/presentationml/2006/main">
  <p:sldMasterIdLst>
    <p:sldMasterId xmlns:r="http://schemas.openxmlformats.org/officeDocument/2006/relationships" id="2147483648" r:id="Refed6d74c413415b"/>
  </p:sldMasterIdLst>
  <p:notesMasterIdLst>
    <p:notesMasterId xmlns:r="http://schemas.openxmlformats.org/officeDocument/2006/relationships" r:id="Re09d069832724d08"/>
  </p:notesMasterIdLst>
  <p:sldIdLst>
    <p:sldId xmlns:r="http://schemas.openxmlformats.org/officeDocument/2006/relationships" id="256" r:id="Ra6db1c2ea97d4c0a"/>
    <p:sldId xmlns:r="http://schemas.openxmlformats.org/officeDocument/2006/relationships" id="257" r:id="R2c617ccfec3c4db2"/>
    <p:sldId xmlns:r="http://schemas.openxmlformats.org/officeDocument/2006/relationships" id="258" r:id="R461dd8f890704b01"/>
    <p:sldId xmlns:r="http://schemas.openxmlformats.org/officeDocument/2006/relationships" id="259" r:id="R4053f9034aa74977"/>
    <p:sldId xmlns:r="http://schemas.openxmlformats.org/officeDocument/2006/relationships" id="260" r:id="R802408a0a20c4aa6"/>
    <p:sldId xmlns:r="http://schemas.openxmlformats.org/officeDocument/2006/relationships" id="261" r:id="R9df1c8a9229b4076"/>
    <p:sldId xmlns:r="http://schemas.openxmlformats.org/officeDocument/2006/relationships" id="262" r:id="R3952fc4391d44aae"/>
    <p:sldId xmlns:r="http://schemas.openxmlformats.org/officeDocument/2006/relationships" id="263" r:id="Rc131ee42389d4787"/>
    <p:sldId xmlns:r="http://schemas.openxmlformats.org/officeDocument/2006/relationships" id="264" r:id="Re50376b3427e4a3f"/>
    <p:sldId xmlns:r="http://schemas.openxmlformats.org/officeDocument/2006/relationships" id="265" r:id="R1a1a1cbd893f4e26"/>
    <p:sldId xmlns:r="http://schemas.openxmlformats.org/officeDocument/2006/relationships" id="266" r:id="R092b4340aaa84861"/>
    <p:sldId xmlns:r="http://schemas.openxmlformats.org/officeDocument/2006/relationships" id="267" r:id="Rd4c303390938465a"/>
    <p:sldId xmlns:r="http://schemas.openxmlformats.org/officeDocument/2006/relationships" id="268" r:id="R54bd5869d9774617"/>
    <p:sldId xmlns:r="http://schemas.openxmlformats.org/officeDocument/2006/relationships" id="269" r:id="R34f0d742652a4645"/>
    <p:sldId xmlns:r="http://schemas.openxmlformats.org/officeDocument/2006/relationships" id="270" r:id="R72997c4f289b44ee"/>
    <p:sldId xmlns:r="http://schemas.openxmlformats.org/officeDocument/2006/relationships" id="271" r:id="Re945ad42011c453b"/>
    <p:sldId xmlns:r="http://schemas.openxmlformats.org/officeDocument/2006/relationships" id="272" r:id="Rec359f6e372a45ec"/>
    <p:sldId xmlns:r="http://schemas.openxmlformats.org/officeDocument/2006/relationships" id="273" r:id="R91884cbaea5145b2"/>
    <p:sldId xmlns:r="http://schemas.openxmlformats.org/officeDocument/2006/relationships" id="274" r:id="Rcfd6cfc139514f06"/>
    <p:sldId xmlns:r="http://schemas.openxmlformats.org/officeDocument/2006/relationships" id="275" r:id="Ra5cd5e3e8f1a4f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c56fc3dbb24e6a" /><Relationship Type="http://schemas.openxmlformats.org/officeDocument/2006/relationships/slideMaster" Target="/ppt/slideMasters/slideMaster1.xml" Id="Refed6d74c413415b" /><Relationship Type="http://schemas.openxmlformats.org/officeDocument/2006/relationships/notesMaster" Target="/ppt/notesMasters/notesMaster1.xml" Id="Re09d069832724d08" /><Relationship Type="http://schemas.openxmlformats.org/officeDocument/2006/relationships/presProps" Target="/ppt/presProps.xml" Id="Reea62dee730c439e" /><Relationship Type="http://schemas.openxmlformats.org/officeDocument/2006/relationships/tableStyles" Target="/ppt/tableStyles.xml" Id="R54f67ecce0f74005" /><Relationship Type="http://schemas.openxmlformats.org/officeDocument/2006/relationships/slide" Target="/ppt/slides/slide1.xml" Id="Ra6db1c2ea97d4c0a" /><Relationship Type="http://schemas.openxmlformats.org/officeDocument/2006/relationships/slide" Target="/ppt/slides/slide2.xml" Id="R2c617ccfec3c4db2" /><Relationship Type="http://schemas.openxmlformats.org/officeDocument/2006/relationships/slide" Target="/ppt/slides/slide3.xml" Id="R461dd8f890704b01" /><Relationship Type="http://schemas.openxmlformats.org/officeDocument/2006/relationships/slide" Target="/ppt/slides/slide4.xml" Id="R4053f9034aa74977" /><Relationship Type="http://schemas.openxmlformats.org/officeDocument/2006/relationships/slide" Target="/ppt/slides/slide5.xml" Id="R802408a0a20c4aa6" /><Relationship Type="http://schemas.openxmlformats.org/officeDocument/2006/relationships/slide" Target="/ppt/slides/slide6.xml" Id="R9df1c8a9229b4076" /><Relationship Type="http://schemas.openxmlformats.org/officeDocument/2006/relationships/slide" Target="/ppt/slides/slide7.xml" Id="R3952fc4391d44aae" /><Relationship Type="http://schemas.openxmlformats.org/officeDocument/2006/relationships/slide" Target="/ppt/slides/slide8.xml" Id="Rc131ee42389d4787" /><Relationship Type="http://schemas.openxmlformats.org/officeDocument/2006/relationships/slide" Target="/ppt/slides/slide9.xml" Id="Re50376b3427e4a3f" /><Relationship Type="http://schemas.openxmlformats.org/officeDocument/2006/relationships/slide" Target="/ppt/slides/slide10.xml" Id="R1a1a1cbd893f4e26" /><Relationship Type="http://schemas.openxmlformats.org/officeDocument/2006/relationships/slide" Target="/ppt/slides/slide11.xml" Id="R092b4340aaa84861" /><Relationship Type="http://schemas.openxmlformats.org/officeDocument/2006/relationships/slide" Target="/ppt/slides/slide12.xml" Id="Rd4c303390938465a" /><Relationship Type="http://schemas.openxmlformats.org/officeDocument/2006/relationships/slide" Target="/ppt/slides/slide13.xml" Id="R54bd5869d9774617" /><Relationship Type="http://schemas.openxmlformats.org/officeDocument/2006/relationships/slide" Target="/ppt/slides/slide14.xml" Id="R34f0d742652a4645" /><Relationship Type="http://schemas.openxmlformats.org/officeDocument/2006/relationships/slide" Target="/ppt/slides/slide15.xml" Id="R72997c4f289b44ee" /><Relationship Type="http://schemas.openxmlformats.org/officeDocument/2006/relationships/slide" Target="/ppt/slides/slide16.xml" Id="Re945ad42011c453b" /><Relationship Type="http://schemas.openxmlformats.org/officeDocument/2006/relationships/slide" Target="/ppt/slides/slide17.xml" Id="Rec359f6e372a45ec" /><Relationship Type="http://schemas.openxmlformats.org/officeDocument/2006/relationships/slide" Target="/ppt/slides/slide18.xml" Id="R91884cbaea5145b2" /><Relationship Type="http://schemas.openxmlformats.org/officeDocument/2006/relationships/slide" Target="/ppt/slides/slide19.xml" Id="Rcfd6cfc139514f06" /><Relationship Type="http://schemas.openxmlformats.org/officeDocument/2006/relationships/slide" Target="/ppt/slides/slide20.xml" Id="Ra5cd5e3e8f1a4f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b1986ccdd842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919684a4da4448" /><Relationship Type="http://schemas.openxmlformats.org/officeDocument/2006/relationships/notesMaster" Target="/ppt/notesMasters/notesMaster1.xml" Id="R469f5df79a6f42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41bb888e2a43c8" /><Relationship Type="http://schemas.openxmlformats.org/officeDocument/2006/relationships/notesMaster" Target="/ppt/notesMasters/notesMaster1.xml" Id="Rb5095bef132a4f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739c8f2fd34aee" /><Relationship Type="http://schemas.openxmlformats.org/officeDocument/2006/relationships/notesMaster" Target="/ppt/notesMasters/notesMaster1.xml" Id="R01175918011f49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98914633fe41cc" /><Relationship Type="http://schemas.openxmlformats.org/officeDocument/2006/relationships/notesMaster" Target="/ppt/notesMasters/notesMaster1.xml" Id="R35b88254400644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fc48c2914c4641" /><Relationship Type="http://schemas.openxmlformats.org/officeDocument/2006/relationships/notesMaster" Target="/ppt/notesMasters/notesMaster1.xml" Id="R00b2af92af6047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144cf81d2e46f6" /><Relationship Type="http://schemas.openxmlformats.org/officeDocument/2006/relationships/notesMaster" Target="/ppt/notesMasters/notesMaster1.xml" Id="R19fb46aa6d434f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1e73de8d1a4950" /><Relationship Type="http://schemas.openxmlformats.org/officeDocument/2006/relationships/notesMaster" Target="/ppt/notesMasters/notesMaster1.xml" Id="R578e3ecf234e4e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0f60a7e2e84299" /><Relationship Type="http://schemas.openxmlformats.org/officeDocument/2006/relationships/notesMaster" Target="/ppt/notesMasters/notesMaster1.xml" Id="R286eaa80628b4d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b5769b37964563" /><Relationship Type="http://schemas.openxmlformats.org/officeDocument/2006/relationships/notesMaster" Target="/ppt/notesMasters/notesMaster1.xml" Id="Rf9bae6fc01104e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600e1ec1e740f0" /><Relationship Type="http://schemas.openxmlformats.org/officeDocument/2006/relationships/notesMaster" Target="/ppt/notesMasters/notesMaster1.xml" Id="Rd4cfa73af8c1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ee3082842e4080" /><Relationship Type="http://schemas.openxmlformats.org/officeDocument/2006/relationships/notesMaster" Target="/ppt/notesMasters/notesMaster1.xml" Id="R8de483396ce94a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2d8a2540a54840" /><Relationship Type="http://schemas.openxmlformats.org/officeDocument/2006/relationships/notesMaster" Target="/ppt/notesMasters/notesMaster1.xml" Id="R0182404d640d49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15b3ff95664ad4" /><Relationship Type="http://schemas.openxmlformats.org/officeDocument/2006/relationships/notesMaster" Target="/ppt/notesMasters/notesMaster1.xml" Id="Rb68074b6512744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d58a43acf04110" /><Relationship Type="http://schemas.openxmlformats.org/officeDocument/2006/relationships/notesMaster" Target="/ppt/notesMasters/notesMaster1.xml" Id="Rb440e988d10847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b19f15637a4929" /><Relationship Type="http://schemas.openxmlformats.org/officeDocument/2006/relationships/notesMaster" Target="/ppt/notesMasters/notesMaster1.xml" Id="Rd967438da38a4e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0ccfa4006247de" /><Relationship Type="http://schemas.openxmlformats.org/officeDocument/2006/relationships/notesMaster" Target="/ppt/notesMasters/notesMaster1.xml" Id="R70e19ca1ae6e4f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1d5ae236ea4311" /><Relationship Type="http://schemas.openxmlformats.org/officeDocument/2006/relationships/notesMaster" Target="/ppt/notesMasters/notesMaster1.xml" Id="Rf9c867d3c71d4d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51ce56dd594a2b" /><Relationship Type="http://schemas.openxmlformats.org/officeDocument/2006/relationships/notesMaster" Target="/ppt/notesMasters/notesMaster1.xml" Id="R63ebcb5a4db247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c19910d2274c43" /><Relationship Type="http://schemas.openxmlformats.org/officeDocument/2006/relationships/notesMaster" Target="/ppt/notesMasters/notesMaster1.xml" Id="Ra2d550b3a6c748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2217d57aaa4d47" /><Relationship Type="http://schemas.openxmlformats.org/officeDocument/2006/relationships/notesMaster" Target="/ppt/notesMasters/notesMaster1.xml" Id="R18892450a90d44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checked xv6 implementation from kernel/spinlock.c. acquire() calls push_off(), rejects recursive ownership, and spins on an atomic exchange with acquire ordering. release() checks ownership, clears the owner record, publishes protected stores with release ordering, then calls pop_off(). Atomic exchange provides cross-CPU exclusion; push_off handles local interrupt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2dde20a1bc40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d48620289649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3ef7f9eef841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90f0edc2c34a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e568bdf9704b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1ffdc0290942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930572168d4528" /><Relationship Type="http://schemas.openxmlformats.org/officeDocument/2006/relationships/slideLayout" Target="/ppt/slideLayouts/slideLayout1.xml" Id="R4902ace37fe94639" /><Relationship Type="http://schemas.openxmlformats.org/officeDocument/2006/relationships/slideLayout" Target="/ppt/slideLayouts/slideLayout2.xml" Id="R663f559b65194b8b" /><Relationship Type="http://schemas.openxmlformats.org/officeDocument/2006/relationships/slideLayout" Target="/ppt/slideLayouts/slideLayout3.xml" Id="R2c16ae16f5c54201" /><Relationship Type="http://schemas.openxmlformats.org/officeDocument/2006/relationships/slideLayout" Target="/ppt/slideLayouts/slideLayout4.xml" Id="Rfb9b93a21e4e4e85" /><Relationship Type="http://schemas.openxmlformats.org/officeDocument/2006/relationships/slideLayout" Target="/ppt/slideLayouts/slideLayout5.xml" Id="R5336322bd57845c1" /><Relationship Type="http://schemas.openxmlformats.org/officeDocument/2006/relationships/slideLayout" Target="/ppt/slideLayouts/slideLayout6.xml" Id="Rde71ce41581243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02ace37fe94639"/>
    <p:sldLayoutId xmlns:r="http://schemas.openxmlformats.org/officeDocument/2006/relationships" id="2147483650" r:id="R663f559b65194b8b"/>
    <p:sldLayoutId xmlns:r="http://schemas.openxmlformats.org/officeDocument/2006/relationships" id="2147483651" r:id="R2c16ae16f5c54201"/>
    <p:sldLayoutId xmlns:r="http://schemas.openxmlformats.org/officeDocument/2006/relationships" id="2147483652" r:id="Rfb9b93a21e4e4e85"/>
    <p:sldLayoutId xmlns:r="http://schemas.openxmlformats.org/officeDocument/2006/relationships" id="2147483653" r:id="R5336322bd57845c1"/>
    <p:sldLayoutId xmlns:r="http://schemas.openxmlformats.org/officeDocument/2006/relationships" id="2147483654" r:id="Rde71ce41581243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ece2fc422742c4" /><Relationship Type="http://schemas.openxmlformats.org/officeDocument/2006/relationships/notesSlide" Target="/ppt/notesSlides/notesSlide1.xml" Id="R2b90c08fc9c64c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b1a124beb045f6" /><Relationship Type="http://schemas.openxmlformats.org/officeDocument/2006/relationships/notesSlide" Target="/ppt/notesSlides/notesSlide2.xml" Id="R7e9e0148499c49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be5253053a47e8" /><Relationship Type="http://schemas.openxmlformats.org/officeDocument/2006/relationships/notesSlide" Target="/ppt/notesSlides/notesSlide3.xml" Id="R608e15a145284f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caae24fac64058" /><Relationship Type="http://schemas.openxmlformats.org/officeDocument/2006/relationships/notesSlide" Target="/ppt/notesSlides/notesSlide4.xml" Id="R894599c51dd441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9bf84a044b4bab" /><Relationship Type="http://schemas.openxmlformats.org/officeDocument/2006/relationships/notesSlide" Target="/ppt/notesSlides/notesSlide5.xml" Id="Re491c64d02de46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969405f3654be1" /><Relationship Type="http://schemas.openxmlformats.org/officeDocument/2006/relationships/notesSlide" Target="/ppt/notesSlides/notesSlide6.xml" Id="R561336dd5b954c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548909ee25435e" /><Relationship Type="http://schemas.openxmlformats.org/officeDocument/2006/relationships/notesSlide" Target="/ppt/notesSlides/notesSlide7.xml" Id="R2997a82d420142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d7d56007df4651" /><Relationship Type="http://schemas.openxmlformats.org/officeDocument/2006/relationships/notesSlide" Target="/ppt/notesSlides/notesSlide8.xml" Id="Ra5a1c87c467542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97e558ca4dc4489" /><Relationship Type="http://schemas.openxmlformats.org/officeDocument/2006/relationships/notesSlide" Target="/ppt/notesSlides/notesSlide9.xml" Id="R4b705d32570448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531ccb6a234f85" /><Relationship Type="http://schemas.openxmlformats.org/officeDocument/2006/relationships/notesSlide" Target="/ppt/notesSlides/notesSlide10.xml" Id="R74c4eb357eff41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99de5b5ca84f9b" /><Relationship Type="http://schemas.openxmlformats.org/officeDocument/2006/relationships/notesSlide" Target="/ppt/notesSlides/notesSlide11.xml" Id="Raf716ce47eaf41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534093d1e984e8c" /><Relationship Type="http://schemas.openxmlformats.org/officeDocument/2006/relationships/notesSlide" Target="/ppt/notesSlides/notesSlide12.xml" Id="R7139dc62111f45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c4305a936f4ce0" /><Relationship Type="http://schemas.openxmlformats.org/officeDocument/2006/relationships/image" Target="/ppt/media/image.png" Id="R4edd3107560a483f" /><Relationship Type="http://schemas.openxmlformats.org/officeDocument/2006/relationships/notesSlide" Target="/ppt/notesSlides/notesSlide13.xml" Id="R64440ed4c4ae43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36eaad2d92e44c0" /><Relationship Type="http://schemas.openxmlformats.org/officeDocument/2006/relationships/image" Target="/ppt/media/image2.png" Id="Rad92d7fcbc644c85" /><Relationship Type="http://schemas.openxmlformats.org/officeDocument/2006/relationships/notesSlide" Target="/ppt/notesSlides/notesSlide14.xml" Id="R041965200f5544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03d55e1f984fad" /><Relationship Type="http://schemas.openxmlformats.org/officeDocument/2006/relationships/image" Target="/ppt/media/image3.png" Id="Rcfe37b8b59e74048" /><Relationship Type="http://schemas.openxmlformats.org/officeDocument/2006/relationships/notesSlide" Target="/ppt/notesSlides/notesSlide15.xml" Id="Raa83c4d864c945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bb00b029a942dd" /><Relationship Type="http://schemas.openxmlformats.org/officeDocument/2006/relationships/image" Target="/ppt/media/image4.png" Id="Ra603e9bcad8f42e9" /><Relationship Type="http://schemas.openxmlformats.org/officeDocument/2006/relationships/notesSlide" Target="/ppt/notesSlides/notesSlide16.xml" Id="Rda442c9d952e4d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3584bc179834d7c" /><Relationship Type="http://schemas.openxmlformats.org/officeDocument/2006/relationships/notesSlide" Target="/ppt/notesSlides/notesSlide17.xml" Id="R5a73969690a34e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db225e32aa472d" /><Relationship Type="http://schemas.openxmlformats.org/officeDocument/2006/relationships/image" Target="/ppt/media/image5.png" Id="R56b4f59d63094c65" /><Relationship Type="http://schemas.openxmlformats.org/officeDocument/2006/relationships/notesSlide" Target="/ppt/notesSlides/notesSlide18.xml" Id="Rbd9cbc528adc43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8d30d78ca6f427a" /><Relationship Type="http://schemas.openxmlformats.org/officeDocument/2006/relationships/notesSlide" Target="/ppt/notesSlides/notesSlide19.xml" Id="R93a69719212140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7f3f09bbe294635" /><Relationship Type="http://schemas.openxmlformats.org/officeDocument/2006/relationships/notesSlide" Target="/ppt/notesSlides/notesSlide20.xml" Id="R12145f05ff1f42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 race occurs when shared-state correctness depends on the interleaving of concurrent operations.</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1DA09E70-621A-4D58-BC1C-72530654D0D8}"/>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disables local interrupt re-entry.</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while (__atomic_exchange_n(&amp;lk-&gt;locked, 1, __ATOMIC_ACQUIRE)) ;</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mutate kmem.freelist and r-&gt;next as one operation.</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__atomic_store_n(&amp;lk-&gt;locked, 0, __ATOMIC_RELEASE); pop_off();</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C39E8C38-1226-4D1E-B32C-449B5D40700A}"/>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A8C9E2D4-BA26-485A-909F-7C99C036BE67}"/>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60DDB8D8-B1E4-4A6A-8306-DD35300BB689}"/>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F617FF32-E4EA-4343-8C59-548B612BB2FB}"/>
              </a:ext>
            </a:extLst>
          </p:cNvPr>
          <p:cNvPicPr>
            <a:picLocks xmlns:a="http://schemas.openxmlformats.org/drawingml/2006/main" noChangeAspect="1"/>
          </p:cNvPicPr>
          <p:nvPr/>
        </p:nvPicPr>
        <p:blipFill>
          <a:blip xmlns:r="http://schemas.openxmlformats.org/officeDocument/2006/relationships" xmlns:a="http://schemas.openxmlformats.org/drawingml/2006/main" r:embed="R4edd3107560a483f"/>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37DDA3BA-0BB0-41B3-A6A0-8128CBEC3F7C}"/>
              </a:ext>
            </a:extLst>
          </p:cNvPr>
          <p:cNvPicPr>
            <a:picLocks xmlns:a="http://schemas.openxmlformats.org/drawingml/2006/main" noChangeAspect="1"/>
          </p:cNvPicPr>
          <p:nvPr/>
        </p:nvPicPr>
        <p:blipFill>
          <a:blip xmlns:r="http://schemas.openxmlformats.org/officeDocument/2006/relationships" xmlns:a="http://schemas.openxmlformats.org/drawingml/2006/main" r:embed="Rad92d7fcbc644c85"/>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301FDF66-81E8-4BB3-855A-32F1668D4578}"/>
              </a:ext>
            </a:extLst>
          </p:cNvPr>
          <p:cNvPicPr>
            <a:picLocks xmlns:a="http://schemas.openxmlformats.org/drawingml/2006/main" noChangeAspect="1"/>
          </p:cNvPicPr>
          <p:nvPr/>
        </p:nvPicPr>
        <p:blipFill>
          <a:blip xmlns:r="http://schemas.openxmlformats.org/officeDocument/2006/relationships" xmlns:a="http://schemas.openxmlformats.org/drawingml/2006/main" r:embed="Rcfe37b8b59e74048"/>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72B3A40E-0644-4801-8771-38C14B46E7A9}"/>
              </a:ext>
            </a:extLst>
          </p:cNvPr>
          <p:cNvPicPr>
            <a:picLocks xmlns:a="http://schemas.openxmlformats.org/drawingml/2006/main" noChangeAspect="1"/>
          </p:cNvPicPr>
          <p:nvPr/>
        </p:nvPicPr>
        <p:blipFill>
          <a:blip xmlns:r="http://schemas.openxmlformats.org/officeDocument/2006/relationships" xmlns:a="http://schemas.openxmlformats.org/drawingml/2006/main" r:embed="Ra603e9bcad8f42e9"/>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300178C-9A88-44EB-BCC7-675E4D6F9375}"/>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20" name="">
            <a:extLst xmlns:a="http://schemas.openxmlformats.org/drawingml/2006/main">
              <a:ext uri="{FF2B5EF4-FFF2-40B4-BE49-F238E27FC236}">
                <a16:creationId xmlns:a16="http://schemas.microsoft.com/office/drawing/2014/main" id="{539519CD-CA01-40AC-BF04-6B8B349A31C9}"/>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9" name="">
            <a:extLst xmlns:a="http://schemas.openxmlformats.org/drawingml/2006/main">
              <a:ext uri="{FF2B5EF4-FFF2-40B4-BE49-F238E27FC236}">
                <a16:creationId xmlns:a16="http://schemas.microsoft.com/office/drawing/2014/main" id="{4E956749-88BA-4EC6-B3AB-327C1929D0B2}"/>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2" name="">
            <a:extLst xmlns:a="http://schemas.openxmlformats.org/drawingml/2006/main">
              <a:ext uri="{FF2B5EF4-FFF2-40B4-BE49-F238E27FC236}">
                <a16:creationId xmlns:a16="http://schemas.microsoft.com/office/drawing/2014/main" id="{2E05B645-285F-4DDC-8C2B-9CE9D4DA705F}"/>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1" name="">
            <a:extLst xmlns:a="http://schemas.openxmlformats.org/drawingml/2006/main">
              <a:ext uri="{FF2B5EF4-FFF2-40B4-BE49-F238E27FC236}">
                <a16:creationId xmlns:a16="http://schemas.microsoft.com/office/drawing/2014/main" id="{A54A8ABC-1E3A-4637-9621-8505BE69D5E7}"/>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0" name="">
            <a:extLst xmlns:a="http://schemas.openxmlformats.org/drawingml/2006/main">
              <a:ext uri="{FF2B5EF4-FFF2-40B4-BE49-F238E27FC236}">
                <a16:creationId xmlns:a16="http://schemas.microsoft.com/office/drawing/2014/main" id="{B726CEA8-F3B6-43EF-A28C-1733B5BCF269}"/>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9" name="">
            <a:extLst xmlns:a="http://schemas.openxmlformats.org/drawingml/2006/main">
              <a:ext uri="{FF2B5EF4-FFF2-40B4-BE49-F238E27FC236}">
                <a16:creationId xmlns:a16="http://schemas.microsoft.com/office/drawing/2014/main" id="{C1D28FCF-77DD-4164-89D0-AB9DF9466A4F}"/>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Implementation workflows</a:t>
            </a:r>
          </a:p>
        </p:txBody>
      </p:sp>
      <p:sp>
        <p:nvSpPr>
          <p:cNvPr id="3" name="">
            <a:extLst xmlns:a="http://schemas.openxmlformats.org/drawingml/2006/main">
              <a:ext uri="{FF2B5EF4-FFF2-40B4-BE49-F238E27FC236}">
                <a16:creationId xmlns:a16="http://schemas.microsoft.com/office/drawing/2014/main" id="{073B8E49-9D5F-4126-B246-C65F15F3F37D}"/>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PATH  |  4 children × 8 pages × 200 rounds</a:t>
            </a:r>
          </a:p>
        </p:txBody>
      </p:sp>
      <p:sp>
        <p:nvSpPr>
          <p:cNvPr id="4" name="guest-test">
            <a:extLst xmlns:a="http://schemas.openxmlformats.org/drawingml/2006/main">
              <a:ext uri="{FF2B5EF4-FFF2-40B4-BE49-F238E27FC236}">
                <a16:creationId xmlns:a16="http://schemas.microsoft.com/office/drawing/2014/main" id="{1EE2D88C-FD2D-4C61-AFF1-001E71C62E94}"/>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7053DB21-58A8-48C2-BBC8-916287DAB98C}"/>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31089E72-49EC-4540-A47B-2E1F7CAADBF4}"/>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F1BAB43A-C659-44D2-B0C4-43ECE554E548}"/>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AA26CF40-7A12-40CC-A5D1-1C1735506324}"/>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F952C85D-4A71-4183-BC18-51861330BEAF}"/>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The same path reverses on shrink: uvmdealloc() → uvmunmap() → kfree().</a:t>
            </a:r>
          </a:p>
        </p:txBody>
      </p:sp>
      <p:sp>
        <p:nvSpPr>
          <p:cNvPr id="14" name="">
            <a:extLst xmlns:a="http://schemas.openxmlformats.org/drawingml/2006/main">
              <a:ext uri="{FF2B5EF4-FFF2-40B4-BE49-F238E27FC236}">
                <a16:creationId xmlns:a16="http://schemas.microsoft.com/office/drawing/2014/main" id="{76625E59-B810-4AB5-8D76-433A1D9E0AD9}"/>
              </a:ext>
            </a:extLst>
          </p:cNvPr>
          <p:cNvSpPr>
            <a:spLocks xmlns:a="http://schemas.openxmlformats.org/drawingml/2006/main" noGrp="1"/>
          </p:cNvSpPr>
          <p:nvPr/>
        </p:nvSpPr>
        <p:spPr>
          <a:xfrm xmlns:a="http://schemas.openxmlformats.org/drawingml/2006/main">
            <a:off x="685800" y="29908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 evidence</a:t>
            </a:r>
          </a:p>
        </p:txBody>
      </p:sp>
      <p:sp>
        <p:nvSpPr>
          <p:cNvPr id="15" name="phase-locked">
            <a:extLst xmlns:a="http://schemas.openxmlformats.org/drawingml/2006/main">
              <a:ext uri="{FF2B5EF4-FFF2-40B4-BE49-F238E27FC236}">
                <a16:creationId xmlns:a16="http://schemas.microsoft.com/office/drawing/2014/main" id="{19DB1D86-8DC0-4CB8-B220-14C8386B688A}"/>
              </a:ext>
            </a:extLst>
          </p:cNvPr>
          <p:cNvSpPr>
            <a:spLocks xmlns:a="http://schemas.openxmlformats.org/drawingml/2006/main" noGrp="1"/>
          </p:cNvSpPr>
          <p:nvPr/>
        </p:nvSpPr>
        <p:spPr>
          <a:xfrm xmlns:a="http://schemas.openxmlformats.org/drawingml/2006/main">
            <a:off x="6858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B7D3AF04-DED6-46D8-A72C-EA05DEBB87E9}"/>
              </a:ext>
            </a:extLst>
          </p:cNvPr>
          <p:cNvSpPr>
            <a:spLocks xmlns:a="http://schemas.openxmlformats.org/drawingml/2006/main" noGrp="1"/>
          </p:cNvSpPr>
          <p:nvPr/>
        </p:nvSpPr>
        <p:spPr>
          <a:xfrm xmlns:a="http://schemas.openxmlformats.org/drawingml/2006/main">
            <a:off x="352425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comment exactly 4 calls</a:t>
            </a:r>
          </a:p>
        </p:txBody>
      </p:sp>
      <p:sp>
        <p:nvSpPr>
          <p:cNvPr id="17" name="phase-restored">
            <a:extLst xmlns:a="http://schemas.openxmlformats.org/drawingml/2006/main">
              <a:ext uri="{FF2B5EF4-FFF2-40B4-BE49-F238E27FC236}">
                <a16:creationId xmlns:a16="http://schemas.microsoft.com/office/drawing/2014/main" id="{9F35465D-D300-40CF-B189-82EB14B2FEA5}"/>
              </a:ext>
            </a:extLst>
          </p:cNvPr>
          <p:cNvSpPr>
            <a:spLocks xmlns:a="http://schemas.openxmlformats.org/drawingml/2006/main" noGrp="1"/>
          </p:cNvSpPr>
          <p:nvPr/>
        </p:nvSpPr>
        <p:spPr>
          <a:xfrm xmlns:a="http://schemas.openxmlformats.org/drawingml/2006/main">
            <a:off x="63627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write saved bytes + rebuild</a:t>
            </a:r>
          </a:p>
        </p:txBody>
      </p:sp>
      <p:sp>
        <p:nvSpPr>
          <p:cNvPr id="18" name="phase-verify">
            <a:extLst xmlns:a="http://schemas.openxmlformats.org/drawingml/2006/main">
              <a:ext uri="{FF2B5EF4-FFF2-40B4-BE49-F238E27FC236}">
                <a16:creationId xmlns:a16="http://schemas.microsoft.com/office/drawing/2014/main" id="{9D102568-66D0-4C35-837B-0E93FF2D7223}"/>
              </a:ext>
            </a:extLst>
          </p:cNvPr>
          <p:cNvSpPr>
            <a:spLocks xmlns:a="http://schemas.openxmlformats.org/drawingml/2006/main" noGrp="1"/>
          </p:cNvSpPr>
          <p:nvPr/>
        </p:nvSpPr>
        <p:spPr>
          <a:xfrm xmlns:a="http://schemas.openxmlformats.org/drawingml/2006/main">
            <a:off x="9201150" y="333375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empty diff + CSV</a:t>
            </a:r>
          </a:p>
        </p:txBody>
      </p:sp>
      <p:sp>
        <p:nvSpPr>
          <p:cNvPr id="22" name="">
            <a:extLst xmlns:a="http://schemas.openxmlformats.org/drawingml/2006/main">
              <a:ext uri="{FF2B5EF4-FFF2-40B4-BE49-F238E27FC236}">
                <a16:creationId xmlns:a16="http://schemas.microsoft.com/office/drawing/2014/main" id="{AEF4AD1B-F20B-4A52-AB90-C311DD8BE7DE}"/>
              </a:ext>
            </a:extLst>
          </p:cNvPr>
          <p:cNvSpPr>
            <a:spLocks xmlns:a="http://schemas.openxmlformats.org/drawingml/2006/main" noGrp="1"/>
          </p:cNvSpPr>
          <p:nvPr/>
        </p:nvSpPr>
        <p:spPr>
          <a:xfrm xmlns:a="http://schemas.openxmlformats.org/drawingml/2006/main">
            <a:off x="685800" y="4229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53616E"/>
                </a:solidFill>
                <a:latin typeface="Arial"/>
                <a:ea typeface="Arial"/>
                <a:cs typeface="Arial"/>
              </a:defRPr>
            </a:defPPr>
            <a:lvl1pPr algn="l">
              <a:defRPr sz="1125" b="1">
                <a:solidFill>
                  <a:srgbClr val="53616E"/>
                </a:solidFill>
                <a:latin typeface="Arial"/>
                <a:ea typeface="Arial"/>
                <a:cs typeface="Arial"/>
              </a:defRPr>
            </a:lvl1pPr>
            <a:lvl2pPr algn="l">
              <a:defRPr sz="1125" b="1">
                <a:solidFill>
                  <a:srgbClr val="53616E"/>
                </a:solidFill>
                <a:latin typeface="Arial"/>
                <a:ea typeface="Arial"/>
                <a:cs typeface="Arial"/>
              </a:defRPr>
            </a:lvl2pPr>
            <a:lvl3pPr algn="l">
              <a:defRPr sz="1125" b="1">
                <a:solidFill>
                  <a:srgbClr val="53616E"/>
                </a:solidFill>
                <a:latin typeface="Arial"/>
                <a:ea typeface="Arial"/>
                <a:cs typeface="Arial"/>
              </a:defRPr>
            </a:lvl3pPr>
            <a:lvl4pPr algn="l">
              <a:defRPr sz="1125" b="1">
                <a:solidFill>
                  <a:srgbClr val="53616E"/>
                </a:solidFill>
                <a:latin typeface="Arial"/>
                <a:ea typeface="Arial"/>
                <a:cs typeface="Arial"/>
              </a:defRPr>
            </a:lvl4pPr>
            <a:lvl5pPr algn="l">
              <a:defRPr sz="1125" b="1">
                <a:solidFill>
                  <a:srgbClr val="53616E"/>
                </a:solidFill>
                <a:latin typeface="Arial"/>
                <a:ea typeface="Arial"/>
                <a:cs typeface="Arial"/>
              </a:defRPr>
            </a:lvl5pPr>
            <a:lvl6pPr algn="l">
              <a:defRPr sz="1125" b="1">
                <a:solidFill>
                  <a:srgbClr val="53616E"/>
                </a:solidFill>
                <a:latin typeface="Arial"/>
                <a:ea typeface="Arial"/>
                <a:cs typeface="Arial"/>
              </a:defRPr>
            </a:lvl6pPr>
            <a:lvl7pPr algn="l">
              <a:defRPr sz="1125" b="1">
                <a:solidFill>
                  <a:srgbClr val="53616E"/>
                </a:solidFill>
                <a:latin typeface="Arial"/>
                <a:ea typeface="Arial"/>
                <a:cs typeface="Arial"/>
              </a:defRPr>
            </a:lvl7pPr>
            <a:lvl8pPr algn="l">
              <a:defRPr sz="1125" b="1">
                <a:solidFill>
                  <a:srgbClr val="53616E"/>
                </a:solidFill>
                <a:latin typeface="Arial"/>
                <a:ea typeface="Arial"/>
                <a:cs typeface="Arial"/>
              </a:defRPr>
            </a:lvl8pPr>
            <a:lvl9pPr algn="l">
              <a:defRPr sz="1125" b="1">
                <a:solidFill>
                  <a:srgbClr val="53616E"/>
                </a:solidFill>
                <a:latin typeface="Arial"/>
                <a:ea typeface="Arial"/>
                <a:cs typeface="Arial"/>
              </a:defRPr>
            </a:lvl9pPr>
          </a:lstStyle>
          <a:p xmlns:a="http://schemas.openxmlformats.org/drawingml/2006/main">
            <a:pPr algn="l">
              <a:defRPr sz="1125" b="1">
                <a:solidFill>
                  <a:srgbClr val="53616E"/>
                </a:solidFill>
                <a:latin typeface="Arial"/>
                <a:ea typeface="Arial"/>
                <a:cs typeface="Arial"/>
              </a:defRPr>
            </a:pPr>
            <a:r>
              <a:rPr sz="1125" b="1">
                <a:solidFill>
                  <a:srgbClr val="53616E"/>
                </a:solidFill>
                <a:latin typeface="Arial"/>
                <a:ea typeface="Arial"/>
                <a:cs typeface="Arial"/>
              </a:rPr>
              <a:t>Restoration guard in member1_tools.c</a:t>
            </a:r>
          </a:p>
        </p:txBody>
      </p:sp>
      <p:sp>
        <p:nvSpPr>
          <p:cNvPr id="23" name="">
            <a:extLst xmlns:a="http://schemas.openxmlformats.org/drawingml/2006/main">
              <a:ext uri="{FF2B5EF4-FFF2-40B4-BE49-F238E27FC236}">
                <a16:creationId xmlns:a16="http://schemas.microsoft.com/office/drawing/2014/main" id="{3CE2127F-F50C-4DF2-9826-4640216C638D}"/>
              </a:ext>
            </a:extLst>
          </p:cNvPr>
          <p:cNvSpPr>
            <a:spLocks xmlns:a="http://schemas.openxmlformats.org/drawingml/2006/main" noGrp="1"/>
          </p:cNvSpPr>
          <p:nvPr/>
        </p:nvSpPr>
        <p:spPr>
          <a:xfrm xmlns:a="http://schemas.openxmlformats.org/drawingml/2006/main">
            <a:off x="685800" y="44767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a:solidFill>
                  <a:srgbClr val="17202A"/>
                </a:solidFill>
                <a:latin typeface="Arial"/>
                <a:ea typeface="Arial"/>
                <a:cs typeface="Arial"/>
              </a:defRPr>
            </a:defPPr>
            <a:lvl1pPr algn="l">
              <a:defRPr sz="1500">
                <a:solidFill>
                  <a:srgbClr val="17202A"/>
                </a:solidFill>
                <a:latin typeface="Arial"/>
                <a:ea typeface="Arial"/>
                <a:cs typeface="Arial"/>
              </a:defRPr>
            </a:lvl1pPr>
            <a:lvl2pPr algn="l">
              <a:defRPr sz="1500">
                <a:solidFill>
                  <a:srgbClr val="17202A"/>
                </a:solidFill>
                <a:latin typeface="Arial"/>
                <a:ea typeface="Arial"/>
                <a:cs typeface="Arial"/>
              </a:defRPr>
            </a:lvl2pPr>
            <a:lvl3pPr algn="l">
              <a:defRPr sz="1500">
                <a:solidFill>
                  <a:srgbClr val="17202A"/>
                </a:solidFill>
                <a:latin typeface="Arial"/>
                <a:ea typeface="Arial"/>
                <a:cs typeface="Arial"/>
              </a:defRPr>
            </a:lvl3pPr>
            <a:lvl4pPr algn="l">
              <a:defRPr sz="1500">
                <a:solidFill>
                  <a:srgbClr val="17202A"/>
                </a:solidFill>
                <a:latin typeface="Arial"/>
                <a:ea typeface="Arial"/>
                <a:cs typeface="Arial"/>
              </a:defRPr>
            </a:lvl4pPr>
            <a:lvl5pPr algn="l">
              <a:defRPr sz="1500">
                <a:solidFill>
                  <a:srgbClr val="17202A"/>
                </a:solidFill>
                <a:latin typeface="Arial"/>
                <a:ea typeface="Arial"/>
                <a:cs typeface="Arial"/>
              </a:defRPr>
            </a:lvl5pPr>
            <a:lvl6pPr algn="l">
              <a:defRPr sz="1500">
                <a:solidFill>
                  <a:srgbClr val="17202A"/>
                </a:solidFill>
                <a:latin typeface="Arial"/>
                <a:ea typeface="Arial"/>
                <a:cs typeface="Arial"/>
              </a:defRPr>
            </a:lvl6pPr>
            <a:lvl7pPr algn="l">
              <a:defRPr sz="1500">
                <a:solidFill>
                  <a:srgbClr val="17202A"/>
                </a:solidFill>
                <a:latin typeface="Arial"/>
                <a:ea typeface="Arial"/>
                <a:cs typeface="Arial"/>
              </a:defRPr>
            </a:lvl7pPr>
            <a:lvl8pPr algn="l">
              <a:defRPr sz="1500">
                <a:solidFill>
                  <a:srgbClr val="17202A"/>
                </a:solidFill>
                <a:latin typeface="Arial"/>
                <a:ea typeface="Arial"/>
                <a:cs typeface="Arial"/>
              </a:defRPr>
            </a:lvl8pPr>
            <a:lvl9pPr algn="l">
              <a:defRPr sz="1500">
                <a:solidFill>
                  <a:srgbClr val="17202A"/>
                </a:solidFill>
                <a:latin typeface="Arial"/>
                <a:ea typeface="Arial"/>
                <a:cs typeface="Arial"/>
              </a:defRPr>
            </a:lvl9pPr>
          </a:lstStyle>
          <a:p xmlns:a="http://schemas.openxmlformats.org/drawingml/2006/main">
            <a:pPr algn="l">
              <a:defRPr sz="1500">
                <a:solidFill>
                  <a:srgbClr val="17202A"/>
                </a:solidFill>
                <a:latin typeface="Arial"/>
                <a:ea typeface="Arial"/>
                <a:cs typeface="Arial"/>
              </a:defRPr>
            </a:pPr>
            <a:r>
              <a:rPr sz="1500">
                <a:solidFill>
                  <a:srgbClr val="17202A"/>
                </a:solidFill>
                <a:latin typeface="Arial"/>
                <a:ea typeface="Arial"/>
                <a:cs typeface="Arial"/>
              </a:rPr>
              <a:t>must_restore = 1;  atexit(restore);</a:t>
            </a:r>
          </a:p>
        </p:txBody>
      </p:sp>
      <p:sp>
        <p:nvSpPr>
          <p:cNvPr id="24" name="">
            <a:extLst xmlns:a="http://schemas.openxmlformats.org/drawingml/2006/main">
              <a:ext uri="{FF2B5EF4-FFF2-40B4-BE49-F238E27FC236}">
                <a16:creationId xmlns:a16="http://schemas.microsoft.com/office/drawing/2014/main" id="{76B470A5-420A-46A3-972E-3199DE53E37F}"/>
              </a:ext>
            </a:extLst>
          </p:cNvPr>
          <p:cNvSpPr>
            <a:spLocks xmlns:a="http://schemas.openxmlformats.org/drawingml/2006/main" noGrp="1"/>
          </p:cNvSpPr>
          <p:nvPr/>
        </p:nvSpPr>
        <p:spPr>
          <a:xfrm xmlns:a="http://schemas.openxmlformats.org/drawingml/2006/main">
            <a:off x="685800" y="4905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Each attempt boots a fresh QEMU guest. The host captures raw console output, classifies one primary outcome, and appends the run ID and log path to results.csv.</a:t>
            </a:r>
          </a:p>
        </p:txBody>
      </p:sp>
      <p:sp>
        <p:nvSpPr>
          <p:cNvPr id="25" name="slide-number-placeholder">
            <a:extLst xmlns:a="http://schemas.openxmlformats.org/drawingml/2006/main">
              <a:ext uri="{FF2B5EF4-FFF2-40B4-BE49-F238E27FC236}">
                <a16:creationId xmlns:a16="http://schemas.microsoft.com/office/drawing/2014/main" id="{79A58401-BDEB-4681-8014-7D13343F08C9}"/>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17</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A208FC23-F427-4764-85C2-53F314AD3436}"/>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482662B7-5594-49E8-9008-DEFB0BF4D9FE}"/>
              </a:ext>
            </a:extLst>
          </p:cNvPr>
          <p:cNvPicPr>
            <a:picLocks xmlns:a="http://schemas.openxmlformats.org/drawingml/2006/main" noChangeAspect="1"/>
          </p:cNvPicPr>
          <p:nvPr/>
        </p:nvPicPr>
        <p:blipFill>
          <a:blip xmlns:r="http://schemas.openxmlformats.org/officeDocument/2006/relationships" xmlns:a="http://schemas.openxmlformats.org/drawingml/2006/main" r:embed="R56b4f59d63094c65"/>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2026-10-26T08:42:48.4470000Z</dcterms:created>
  <dcterms:modified xsi:type="dcterms:W3CDTF">2026-10-26T08:42:48.4470000Z</dcterms:modified>
</coreProperties>
</file>